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9" r:id="rId2"/>
  </p:sldIdLst>
  <p:sldSz cx="9144000" cy="6858000" type="letter"/>
  <p:notesSz cx="6858000" cy="9144000"/>
  <p:defaultTextStyle>
    <a:defPPr marL="0" marR="0" indent="0" algn="l" defTabSz="384004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56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995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344" b="0" i="0" u="none" strike="noStrike" cap="none" spc="0" normalizeH="0" baseline="0">
        <a:ln>
          <a:noFill/>
        </a:ln>
        <a:solidFill>
          <a:srgbClr val="44546A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149760" algn="l" defTabSz="2995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344" b="0" i="0" u="none" strike="noStrike" cap="none" spc="0" normalizeH="0" baseline="0">
        <a:ln>
          <a:noFill/>
        </a:ln>
        <a:solidFill>
          <a:srgbClr val="44546A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299522" algn="l" defTabSz="2995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344" b="0" i="0" u="none" strike="noStrike" cap="none" spc="0" normalizeH="0" baseline="0">
        <a:ln>
          <a:noFill/>
        </a:ln>
        <a:solidFill>
          <a:srgbClr val="44546A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449283" algn="l" defTabSz="2995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344" b="0" i="0" u="none" strike="noStrike" cap="none" spc="0" normalizeH="0" baseline="0">
        <a:ln>
          <a:noFill/>
        </a:ln>
        <a:solidFill>
          <a:srgbClr val="44546A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599044" algn="l" defTabSz="2995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344" b="0" i="0" u="none" strike="noStrike" cap="none" spc="0" normalizeH="0" baseline="0">
        <a:ln>
          <a:noFill/>
        </a:ln>
        <a:solidFill>
          <a:srgbClr val="44546A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748805" algn="l" defTabSz="2995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344" b="0" i="0" u="none" strike="noStrike" cap="none" spc="0" normalizeH="0" baseline="0">
        <a:ln>
          <a:noFill/>
        </a:ln>
        <a:solidFill>
          <a:srgbClr val="44546A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898567" algn="l" defTabSz="2995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344" b="0" i="0" u="none" strike="noStrike" cap="none" spc="0" normalizeH="0" baseline="0">
        <a:ln>
          <a:noFill/>
        </a:ln>
        <a:solidFill>
          <a:srgbClr val="44546A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1048328" algn="l" defTabSz="2995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344" b="0" i="0" u="none" strike="noStrike" cap="none" spc="0" normalizeH="0" baseline="0">
        <a:ln>
          <a:noFill/>
        </a:ln>
        <a:solidFill>
          <a:srgbClr val="44546A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1198089" algn="l" defTabSz="2995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344" b="0" i="0" u="none" strike="noStrike" cap="none" spc="0" normalizeH="0" baseline="0">
        <a:ln>
          <a:noFill/>
        </a:ln>
        <a:solidFill>
          <a:srgbClr val="44546A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3644"/>
    <a:srgbClr val="283645"/>
    <a:srgbClr val="F86A37"/>
    <a:srgbClr val="243646"/>
    <a:srgbClr val="BFBFBF"/>
    <a:srgbClr val="454546"/>
    <a:srgbClr val="93825B"/>
    <a:srgbClr val="B9AC8E"/>
    <a:srgbClr val="066690"/>
    <a:srgbClr val="0469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Ref idx="major">
          <a:srgbClr val="44546A"/>
        </a:fontRef>
        <a:srgbClr val="44546A"/>
      </a:tcTxStyle>
      <a:tcStyle>
        <a:tcBdr>
          <a:lef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V>
        </a:tcBdr>
        <a:fill>
          <a:solidFill>
            <a:srgbClr val="F8D3CE"/>
          </a:solidFill>
        </a:fill>
      </a:tcStyle>
    </a:wholeTbl>
    <a:band2H>
      <a:tcTxStyle/>
      <a:tcStyle>
        <a:tcBdr/>
        <a:fill>
          <a:solidFill>
            <a:srgbClr val="FCEAE8"/>
          </a:solidFill>
        </a:fill>
      </a:tcStyle>
    </a:band2H>
    <a:firstCol>
      <a:tcTxStyle b="on" i="on">
        <a:fontRef idx="major">
          <a:schemeClr val="accent4">
            <a:lumOff val="58054"/>
          </a:schemeClr>
        </a:fontRef>
        <a:schemeClr val="accent4">
          <a:lumOff val="58054"/>
        </a:schemeClr>
      </a:tcTxStyle>
      <a:tcStyle>
        <a:tcBdr>
          <a:lef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V>
        </a:tcBdr>
        <a:fill>
          <a:solidFill>
            <a:schemeClr val="accent1"/>
          </a:solidFill>
        </a:fill>
      </a:tcStyle>
    </a:firstCol>
    <a:lastRow>
      <a:tcTxStyle b="on" i="on">
        <a:fontRef idx="major">
          <a:schemeClr val="accent4">
            <a:lumOff val="58054"/>
          </a:schemeClr>
        </a:fontRef>
        <a:schemeClr val="accent4">
          <a:lumOff val="58054"/>
        </a:schemeClr>
      </a:tcTxStyle>
      <a:tcStyle>
        <a:tcBdr>
          <a:lef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right>
          <a:top>
            <a:ln w="381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V>
        </a:tcBdr>
        <a:fill>
          <a:solidFill>
            <a:schemeClr val="accent1"/>
          </a:solidFill>
        </a:fill>
      </a:tcStyle>
    </a:lastRow>
    <a:firstRow>
      <a:tcTxStyle b="on" i="on">
        <a:fontRef idx="major">
          <a:schemeClr val="accent4">
            <a:lumOff val="58054"/>
          </a:schemeClr>
        </a:fontRef>
        <a:schemeClr val="accent4">
          <a:lumOff val="58054"/>
        </a:schemeClr>
      </a:tcTxStyle>
      <a:tcStyle>
        <a:tcBdr>
          <a:lef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top>
          <a:bottom>
            <a:ln w="381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n" i="on">
        <a:fontRef idx="major">
          <a:srgbClr val="44546A"/>
        </a:fontRef>
        <a:srgbClr val="44546A"/>
      </a:tcTxStyle>
      <a:tcStyle>
        <a:tcBdr>
          <a:lef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V>
        </a:tcBdr>
        <a:fill>
          <a:solidFill>
            <a:srgbClr val="D7D7D7"/>
          </a:solidFill>
        </a:fill>
      </a:tcStyle>
    </a:wholeTbl>
    <a:band2H>
      <a:tcTxStyle/>
      <a:tcStyle>
        <a:tcBdr/>
        <a:fill>
          <a:solidFill>
            <a:srgbClr val="ECECEC"/>
          </a:solidFill>
        </a:fill>
      </a:tcStyle>
    </a:band2H>
    <a:firstCol>
      <a:tcTxStyle b="on" i="on">
        <a:fontRef idx="major">
          <a:schemeClr val="accent4">
            <a:lumOff val="58054"/>
          </a:schemeClr>
        </a:fontRef>
        <a:schemeClr val="accent4">
          <a:lumOff val="58054"/>
        </a:schemeClr>
      </a:tcTxStyle>
      <a:tcStyle>
        <a:tcBdr>
          <a:lef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V>
        </a:tcBdr>
        <a:fill>
          <a:solidFill>
            <a:schemeClr val="accent3"/>
          </a:solidFill>
        </a:fill>
      </a:tcStyle>
    </a:firstCol>
    <a:lastRow>
      <a:tcTxStyle b="on" i="on">
        <a:fontRef idx="major">
          <a:schemeClr val="accent4">
            <a:lumOff val="58054"/>
          </a:schemeClr>
        </a:fontRef>
        <a:schemeClr val="accent4">
          <a:lumOff val="58054"/>
        </a:schemeClr>
      </a:tcTxStyle>
      <a:tcStyle>
        <a:tcBdr>
          <a:lef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right>
          <a:top>
            <a:ln w="381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V>
        </a:tcBdr>
        <a:fill>
          <a:solidFill>
            <a:schemeClr val="accent3"/>
          </a:solidFill>
        </a:fill>
      </a:tcStyle>
    </a:lastRow>
    <a:firstRow>
      <a:tcTxStyle b="on" i="on">
        <a:fontRef idx="major">
          <a:schemeClr val="accent4">
            <a:lumOff val="58054"/>
          </a:schemeClr>
        </a:fontRef>
        <a:schemeClr val="accent4">
          <a:lumOff val="58054"/>
        </a:schemeClr>
      </a:tcTxStyle>
      <a:tcStyle>
        <a:tcBdr>
          <a:lef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top>
          <a:bottom>
            <a:ln w="381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n" i="on">
        <a:fontRef idx="major">
          <a:srgbClr val="44546A"/>
        </a:fontRef>
        <a:srgbClr val="44546A"/>
      </a:tcTxStyle>
      <a:tcStyle>
        <a:tcBdr>
          <a:lef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V>
        </a:tcBdr>
        <a:fill>
          <a:solidFill>
            <a:schemeClr val="accent4">
              <a:lumOff val="58054"/>
            </a:schemeClr>
          </a:solidFill>
        </a:fill>
      </a:tcStyle>
    </a:wholeTbl>
    <a:band2H>
      <a:tcTxStyle/>
      <a:tcStyle>
        <a:tcBdr/>
        <a:fill>
          <a:solidFill>
            <a:schemeClr val="accent4">
              <a:lumOff val="58054"/>
            </a:schemeClr>
          </a:solidFill>
        </a:fill>
      </a:tcStyle>
    </a:band2H>
    <a:firstCol>
      <a:tcTxStyle b="on" i="on">
        <a:fontRef idx="major">
          <a:schemeClr val="accent4">
            <a:lumOff val="58054"/>
          </a:schemeClr>
        </a:fontRef>
        <a:schemeClr val="accent4">
          <a:lumOff val="58054"/>
        </a:schemeClr>
      </a:tcTxStyle>
      <a:tcStyle>
        <a:tcBdr>
          <a:lef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V>
        </a:tcBdr>
        <a:fill>
          <a:solidFill>
            <a:schemeClr val="accent4">
              <a:lumOff val="58054"/>
            </a:schemeClr>
          </a:solidFill>
        </a:fill>
      </a:tcStyle>
    </a:firstCol>
    <a:lastRow>
      <a:tcTxStyle b="on" i="on">
        <a:fontRef idx="major">
          <a:schemeClr val="accent4">
            <a:lumOff val="58054"/>
          </a:schemeClr>
        </a:fontRef>
        <a:schemeClr val="accent4">
          <a:lumOff val="58054"/>
        </a:schemeClr>
      </a:tcTxStyle>
      <a:tcStyle>
        <a:tcBdr>
          <a:lef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right>
          <a:top>
            <a:ln w="381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V>
        </a:tcBdr>
        <a:fill>
          <a:solidFill>
            <a:schemeClr val="accent4">
              <a:lumOff val="58054"/>
            </a:schemeClr>
          </a:solidFill>
        </a:fill>
      </a:tcStyle>
    </a:lastRow>
    <a:firstRow>
      <a:tcTxStyle b="on" i="on">
        <a:fontRef idx="major">
          <a:schemeClr val="accent4">
            <a:lumOff val="58054"/>
          </a:schemeClr>
        </a:fontRef>
        <a:schemeClr val="accent4">
          <a:lumOff val="58054"/>
        </a:schemeClr>
      </a:tcTxStyle>
      <a:tcStyle>
        <a:tcBdr>
          <a:lef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top>
          <a:bottom>
            <a:ln w="381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V>
        </a:tcBdr>
        <a:fill>
          <a:solidFill>
            <a:schemeClr val="accent4">
              <a:lumOff val="58054"/>
            </a:schemeClr>
          </a:solidFill>
        </a:fill>
      </a:tcStyle>
    </a:firstRow>
  </a:tblStyle>
  <a:tblStyle styleId="{CF821DB8-F4EB-4A41-A1BA-3FCAFE7338EE}" styleName="">
    <a:tblBg/>
    <a:wholeTbl>
      <a:tcTxStyle b="on" i="on">
        <a:fontRef idx="major">
          <a:srgbClr val="44546A"/>
        </a:fontRef>
        <a:srgbClr val="44546A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9EA"/>
          </a:solidFill>
        </a:fill>
      </a:tcStyle>
    </a:wholeTbl>
    <a:band2H>
      <a:tcTxStyle/>
      <a:tcStyle>
        <a:tcBdr/>
        <a:fill>
          <a:solidFill>
            <a:schemeClr val="accent4">
              <a:lumOff val="58054"/>
            </a:schemeClr>
          </a:solidFill>
        </a:fill>
      </a:tcStyle>
    </a:band2H>
    <a:firstCol>
      <a:tcTxStyle b="on" i="on">
        <a:fontRef idx="major">
          <a:schemeClr val="accent4">
            <a:lumOff val="58054"/>
          </a:schemeClr>
        </a:fontRef>
        <a:schemeClr val="accent4">
          <a:lumOff val="58054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n">
        <a:fontRef idx="major">
          <a:srgbClr val="44546A"/>
        </a:fontRef>
        <a:srgbClr val="44546A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44546A"/>
              </a:solidFill>
              <a:prstDash val="solid"/>
              <a:bevel/>
            </a:ln>
          </a:top>
          <a:bottom>
            <a:ln w="25400" cap="flat">
              <a:solidFill>
                <a:srgbClr val="44546A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4">
              <a:lumOff val="58054"/>
            </a:schemeClr>
          </a:solidFill>
        </a:fill>
      </a:tcStyle>
    </a:lastRow>
    <a:firstRow>
      <a:tcTxStyle b="on" i="on">
        <a:fontRef idx="major">
          <a:schemeClr val="accent4">
            <a:lumOff val="58054"/>
          </a:schemeClr>
        </a:fontRef>
        <a:schemeClr val="accent4">
          <a:lumOff val="58054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44546A"/>
              </a:solidFill>
              <a:prstDash val="solid"/>
              <a:bevel/>
            </a:ln>
          </a:top>
          <a:bottom>
            <a:ln w="25400" cap="flat">
              <a:solidFill>
                <a:srgbClr val="44546A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n" i="on">
        <a:fontRef idx="major">
          <a:srgbClr val="44546A"/>
        </a:fontRef>
        <a:srgbClr val="44546A"/>
      </a:tcTxStyle>
      <a:tcStyle>
        <a:tcBdr>
          <a:lef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V>
        </a:tcBdr>
        <a:fill>
          <a:solidFill>
            <a:srgbClr val="CDCFD3"/>
          </a:solidFill>
        </a:fill>
      </a:tcStyle>
    </a:wholeTbl>
    <a:band2H>
      <a:tcTxStyle/>
      <a:tcStyle>
        <a:tcBdr/>
        <a:fill>
          <a:solidFill>
            <a:srgbClr val="E8E9EA"/>
          </a:solidFill>
        </a:fill>
      </a:tcStyle>
    </a:band2H>
    <a:firstCol>
      <a:tcTxStyle b="on" i="on">
        <a:fontRef idx="major">
          <a:schemeClr val="accent4">
            <a:lumOff val="58054"/>
          </a:schemeClr>
        </a:fontRef>
        <a:schemeClr val="accent4">
          <a:lumOff val="58054"/>
        </a:schemeClr>
      </a:tcTxStyle>
      <a:tcStyle>
        <a:tcBdr>
          <a:lef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V>
        </a:tcBdr>
        <a:fill>
          <a:solidFill>
            <a:srgbClr val="44546A"/>
          </a:solidFill>
        </a:fill>
      </a:tcStyle>
    </a:firstCol>
    <a:lastRow>
      <a:tcTxStyle b="on" i="on">
        <a:fontRef idx="major">
          <a:schemeClr val="accent4">
            <a:lumOff val="58054"/>
          </a:schemeClr>
        </a:fontRef>
        <a:schemeClr val="accent4">
          <a:lumOff val="58054"/>
        </a:schemeClr>
      </a:tcTxStyle>
      <a:tcStyle>
        <a:tcBdr>
          <a:lef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right>
          <a:top>
            <a:ln w="381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V>
        </a:tcBdr>
        <a:fill>
          <a:solidFill>
            <a:srgbClr val="44546A"/>
          </a:solidFill>
        </a:fill>
      </a:tcStyle>
    </a:lastRow>
    <a:firstRow>
      <a:tcTxStyle b="on" i="on">
        <a:fontRef idx="major">
          <a:schemeClr val="accent4">
            <a:lumOff val="58054"/>
          </a:schemeClr>
        </a:fontRef>
        <a:schemeClr val="accent4">
          <a:lumOff val="58054"/>
        </a:schemeClr>
      </a:tcTxStyle>
      <a:tcStyle>
        <a:tcBdr>
          <a:lef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top>
          <a:bottom>
            <a:ln w="381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4">
                  <a:lumOff val="58054"/>
                </a:schemeClr>
              </a:solidFill>
              <a:prstDash val="solid"/>
              <a:bevel/>
            </a:ln>
          </a:insideV>
        </a:tcBdr>
        <a:fill>
          <a:solidFill>
            <a:srgbClr val="44546A"/>
          </a:solidFill>
        </a:fill>
      </a:tcStyle>
    </a:firstRow>
  </a:tblStyle>
  <a:tblStyle styleId="{2708684C-4D16-4618-839F-0558EEFCDFE6}" styleName="">
    <a:tblBg/>
    <a:wholeTbl>
      <a:tcTxStyle b="on" i="on">
        <a:fontRef idx="major">
          <a:srgbClr val="44546A"/>
        </a:fontRef>
        <a:srgbClr val="44546A"/>
      </a:tcTxStyle>
      <a:tcStyle>
        <a:tcBdr>
          <a:left>
            <a:ln w="12700" cap="flat">
              <a:solidFill>
                <a:srgbClr val="44546A"/>
              </a:solidFill>
              <a:prstDash val="solid"/>
              <a:bevel/>
            </a:ln>
          </a:left>
          <a:right>
            <a:ln w="12700" cap="flat">
              <a:solidFill>
                <a:srgbClr val="44546A"/>
              </a:solidFill>
              <a:prstDash val="solid"/>
              <a:bevel/>
            </a:ln>
          </a:right>
          <a:top>
            <a:ln w="12700" cap="flat">
              <a:solidFill>
                <a:srgbClr val="44546A"/>
              </a:solidFill>
              <a:prstDash val="solid"/>
              <a:bevel/>
            </a:ln>
          </a:top>
          <a:bottom>
            <a:ln w="12700" cap="flat">
              <a:solidFill>
                <a:srgbClr val="44546A"/>
              </a:solidFill>
              <a:prstDash val="solid"/>
              <a:bevel/>
            </a:ln>
          </a:bottom>
          <a:insideH>
            <a:ln w="12700" cap="flat">
              <a:solidFill>
                <a:srgbClr val="44546A"/>
              </a:solidFill>
              <a:prstDash val="solid"/>
              <a:bevel/>
            </a:ln>
          </a:insideH>
          <a:insideV>
            <a:ln w="12700" cap="flat">
              <a:solidFill>
                <a:srgbClr val="44546A"/>
              </a:solidFill>
              <a:prstDash val="solid"/>
              <a:bevel/>
            </a:ln>
          </a:insideV>
        </a:tcBdr>
        <a:fill>
          <a:solidFill>
            <a:srgbClr val="44546A">
              <a:alpha val="20000"/>
            </a:srgbClr>
          </a:solidFill>
        </a:fill>
      </a:tcStyle>
    </a:wholeTbl>
    <a:band2H>
      <a:tcTxStyle/>
      <a:tcStyle>
        <a:tcBdr/>
        <a:fill>
          <a:solidFill>
            <a:schemeClr val="accent4">
              <a:lumOff val="58054"/>
            </a:schemeClr>
          </a:solidFill>
        </a:fill>
      </a:tcStyle>
    </a:band2H>
    <a:firstCol>
      <a:tcTxStyle b="on" i="on">
        <a:fontRef idx="major">
          <a:srgbClr val="44546A"/>
        </a:fontRef>
        <a:srgbClr val="44546A"/>
      </a:tcTxStyle>
      <a:tcStyle>
        <a:tcBdr>
          <a:left>
            <a:ln w="12700" cap="flat">
              <a:solidFill>
                <a:srgbClr val="44546A"/>
              </a:solidFill>
              <a:prstDash val="solid"/>
              <a:bevel/>
            </a:ln>
          </a:left>
          <a:right>
            <a:ln w="12700" cap="flat">
              <a:solidFill>
                <a:srgbClr val="44546A"/>
              </a:solidFill>
              <a:prstDash val="solid"/>
              <a:bevel/>
            </a:ln>
          </a:right>
          <a:top>
            <a:ln w="12700" cap="flat">
              <a:solidFill>
                <a:srgbClr val="44546A"/>
              </a:solidFill>
              <a:prstDash val="solid"/>
              <a:bevel/>
            </a:ln>
          </a:top>
          <a:bottom>
            <a:ln w="12700" cap="flat">
              <a:solidFill>
                <a:srgbClr val="44546A"/>
              </a:solidFill>
              <a:prstDash val="solid"/>
              <a:bevel/>
            </a:ln>
          </a:bottom>
          <a:insideH>
            <a:ln w="12700" cap="flat">
              <a:solidFill>
                <a:srgbClr val="44546A"/>
              </a:solidFill>
              <a:prstDash val="solid"/>
              <a:bevel/>
            </a:ln>
          </a:insideH>
          <a:insideV>
            <a:ln w="12700" cap="flat">
              <a:solidFill>
                <a:srgbClr val="44546A"/>
              </a:solidFill>
              <a:prstDash val="solid"/>
              <a:bevel/>
            </a:ln>
          </a:insideV>
        </a:tcBdr>
        <a:fill>
          <a:solidFill>
            <a:srgbClr val="44546A">
              <a:alpha val="20000"/>
            </a:srgbClr>
          </a:solidFill>
        </a:fill>
      </a:tcStyle>
    </a:firstCol>
    <a:lastRow>
      <a:tcTxStyle b="on" i="on">
        <a:fontRef idx="major">
          <a:srgbClr val="44546A"/>
        </a:fontRef>
        <a:srgbClr val="44546A"/>
      </a:tcTxStyle>
      <a:tcStyle>
        <a:tcBdr>
          <a:left>
            <a:ln w="12700" cap="flat">
              <a:solidFill>
                <a:srgbClr val="44546A"/>
              </a:solidFill>
              <a:prstDash val="solid"/>
              <a:bevel/>
            </a:ln>
          </a:left>
          <a:right>
            <a:ln w="12700" cap="flat">
              <a:solidFill>
                <a:srgbClr val="44546A"/>
              </a:solidFill>
              <a:prstDash val="solid"/>
              <a:bevel/>
            </a:ln>
          </a:right>
          <a:top>
            <a:ln w="50800" cap="flat">
              <a:solidFill>
                <a:srgbClr val="44546A"/>
              </a:solidFill>
              <a:prstDash val="solid"/>
              <a:bevel/>
            </a:ln>
          </a:top>
          <a:bottom>
            <a:ln w="12700" cap="flat">
              <a:solidFill>
                <a:srgbClr val="44546A"/>
              </a:solidFill>
              <a:prstDash val="solid"/>
              <a:bevel/>
            </a:ln>
          </a:bottom>
          <a:insideH>
            <a:ln w="12700" cap="flat">
              <a:solidFill>
                <a:srgbClr val="44546A"/>
              </a:solidFill>
              <a:prstDash val="solid"/>
              <a:bevel/>
            </a:ln>
          </a:insideH>
          <a:insideV>
            <a:ln w="12700" cap="flat">
              <a:solidFill>
                <a:srgbClr val="44546A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Ref idx="major">
          <a:srgbClr val="44546A"/>
        </a:fontRef>
        <a:srgbClr val="44546A"/>
      </a:tcTxStyle>
      <a:tcStyle>
        <a:tcBdr>
          <a:left>
            <a:ln w="12700" cap="flat">
              <a:solidFill>
                <a:srgbClr val="44546A"/>
              </a:solidFill>
              <a:prstDash val="solid"/>
              <a:bevel/>
            </a:ln>
          </a:left>
          <a:right>
            <a:ln w="12700" cap="flat">
              <a:solidFill>
                <a:srgbClr val="44546A"/>
              </a:solidFill>
              <a:prstDash val="solid"/>
              <a:bevel/>
            </a:ln>
          </a:right>
          <a:top>
            <a:ln w="12700" cap="flat">
              <a:solidFill>
                <a:srgbClr val="44546A"/>
              </a:solidFill>
              <a:prstDash val="solid"/>
              <a:bevel/>
            </a:ln>
          </a:top>
          <a:bottom>
            <a:ln w="25400" cap="flat">
              <a:solidFill>
                <a:srgbClr val="44546A"/>
              </a:solidFill>
              <a:prstDash val="solid"/>
              <a:bevel/>
            </a:ln>
          </a:bottom>
          <a:insideH>
            <a:ln w="12700" cap="flat">
              <a:solidFill>
                <a:srgbClr val="44546A"/>
              </a:solidFill>
              <a:prstDash val="solid"/>
              <a:bevel/>
            </a:ln>
          </a:insideH>
          <a:insideV>
            <a:ln w="12700" cap="flat">
              <a:solidFill>
                <a:srgbClr val="44546A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90"/>
    <p:restoredTop sz="90756"/>
  </p:normalViewPr>
  <p:slideViewPr>
    <p:cSldViewPr snapToGrid="0" snapToObjects="1">
      <p:cViewPr>
        <p:scale>
          <a:sx n="140" d="100"/>
          <a:sy n="140" d="100"/>
        </p:scale>
        <p:origin x="8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" name="Shape 3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6189024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92001" latinLnBrk="0">
      <a:lnSpc>
        <a:spcPct val="125000"/>
      </a:lnSpc>
      <a:defRPr sz="2352">
        <a:latin typeface="+mn-lt"/>
        <a:ea typeface="+mn-ea"/>
        <a:cs typeface="+mn-cs"/>
        <a:sym typeface="Avenir Roman"/>
      </a:defRPr>
    </a:lvl1pPr>
    <a:lvl2pPr indent="96001" defTabSz="192001" latinLnBrk="0">
      <a:lnSpc>
        <a:spcPct val="125000"/>
      </a:lnSpc>
      <a:defRPr sz="2352">
        <a:latin typeface="+mn-lt"/>
        <a:ea typeface="+mn-ea"/>
        <a:cs typeface="+mn-cs"/>
        <a:sym typeface="Avenir Roman"/>
      </a:defRPr>
    </a:lvl2pPr>
    <a:lvl3pPr indent="192001" defTabSz="192001" latinLnBrk="0">
      <a:lnSpc>
        <a:spcPct val="125000"/>
      </a:lnSpc>
      <a:defRPr sz="2352">
        <a:latin typeface="+mn-lt"/>
        <a:ea typeface="+mn-ea"/>
        <a:cs typeface="+mn-cs"/>
        <a:sym typeface="Avenir Roman"/>
      </a:defRPr>
    </a:lvl3pPr>
    <a:lvl4pPr indent="288003" defTabSz="192001" latinLnBrk="0">
      <a:lnSpc>
        <a:spcPct val="125000"/>
      </a:lnSpc>
      <a:defRPr sz="2352">
        <a:latin typeface="+mn-lt"/>
        <a:ea typeface="+mn-ea"/>
        <a:cs typeface="+mn-cs"/>
        <a:sym typeface="Avenir Roman"/>
      </a:defRPr>
    </a:lvl4pPr>
    <a:lvl5pPr indent="384004" defTabSz="192001" latinLnBrk="0">
      <a:lnSpc>
        <a:spcPct val="125000"/>
      </a:lnSpc>
      <a:defRPr sz="2352">
        <a:latin typeface="+mn-lt"/>
        <a:ea typeface="+mn-ea"/>
        <a:cs typeface="+mn-cs"/>
        <a:sym typeface="Avenir Roman"/>
      </a:defRPr>
    </a:lvl5pPr>
    <a:lvl6pPr indent="480005" defTabSz="192001" latinLnBrk="0">
      <a:lnSpc>
        <a:spcPct val="125000"/>
      </a:lnSpc>
      <a:defRPr sz="2352">
        <a:latin typeface="+mn-lt"/>
        <a:ea typeface="+mn-ea"/>
        <a:cs typeface="+mn-cs"/>
        <a:sym typeface="Avenir Roman"/>
      </a:defRPr>
    </a:lvl6pPr>
    <a:lvl7pPr indent="576005" defTabSz="192001" latinLnBrk="0">
      <a:lnSpc>
        <a:spcPct val="125000"/>
      </a:lnSpc>
      <a:defRPr sz="2352">
        <a:latin typeface="+mn-lt"/>
        <a:ea typeface="+mn-ea"/>
        <a:cs typeface="+mn-cs"/>
        <a:sym typeface="Avenir Roman"/>
      </a:defRPr>
    </a:lvl7pPr>
    <a:lvl8pPr indent="672005" defTabSz="192001" latinLnBrk="0">
      <a:lnSpc>
        <a:spcPct val="125000"/>
      </a:lnSpc>
      <a:defRPr sz="2352">
        <a:latin typeface="+mn-lt"/>
        <a:ea typeface="+mn-ea"/>
        <a:cs typeface="+mn-cs"/>
        <a:sym typeface="Avenir Roman"/>
      </a:defRPr>
    </a:lvl8pPr>
    <a:lvl9pPr indent="768006" defTabSz="192001" latinLnBrk="0">
      <a:lnSpc>
        <a:spcPct val="125000"/>
      </a:lnSpc>
      <a:defRPr sz="2352">
        <a:latin typeface="+mn-lt"/>
        <a:ea typeface="+mn-ea"/>
        <a:cs typeface="+mn-cs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xfrm>
            <a:off x="408187" y="398274"/>
            <a:ext cx="7300513" cy="677400"/>
          </a:xfrm>
          <a:prstGeom prst="rect">
            <a:avLst/>
          </a:prstGeom>
        </p:spPr>
        <p:txBody>
          <a:bodyPr anchor="b"/>
          <a:lstStyle>
            <a:lvl1pPr>
              <a:defRPr sz="2738">
                <a:solidFill>
                  <a:srgbClr val="545454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Title Text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0132" y="1087881"/>
            <a:ext cx="7278567" cy="37602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238">
                <a:solidFill>
                  <a:srgbClr val="545454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0" indent="171448">
              <a:buSzTx/>
              <a:buFontTx/>
              <a:buNone/>
              <a:defRPr sz="1238">
                <a:solidFill>
                  <a:srgbClr val="344555"/>
                </a:solidFill>
                <a:latin typeface="+mj-lt"/>
                <a:ea typeface="+mj-ea"/>
                <a:cs typeface="+mj-cs"/>
                <a:sym typeface="Helvetica"/>
              </a:defRPr>
            </a:lvl2pPr>
            <a:lvl3pPr marL="0" indent="342895">
              <a:buSzTx/>
              <a:buFontTx/>
              <a:buNone/>
              <a:defRPr sz="1238">
                <a:solidFill>
                  <a:srgbClr val="344555"/>
                </a:solidFill>
                <a:latin typeface="+mj-lt"/>
                <a:ea typeface="+mj-ea"/>
                <a:cs typeface="+mj-cs"/>
                <a:sym typeface="Helvetica"/>
              </a:defRPr>
            </a:lvl3pPr>
            <a:lvl4pPr marL="0" indent="514343">
              <a:buSzTx/>
              <a:buFontTx/>
              <a:buNone/>
              <a:defRPr sz="1238">
                <a:solidFill>
                  <a:srgbClr val="344555"/>
                </a:solidFill>
                <a:latin typeface="+mj-lt"/>
                <a:ea typeface="+mj-ea"/>
                <a:cs typeface="+mj-cs"/>
                <a:sym typeface="Helvetica"/>
              </a:defRPr>
            </a:lvl4pPr>
            <a:lvl5pPr marL="0" indent="685792">
              <a:buSzTx/>
              <a:buFontTx/>
              <a:buNone/>
              <a:defRPr sz="1238">
                <a:solidFill>
                  <a:srgbClr val="344555"/>
                </a:solidFill>
                <a:latin typeface="+mj-lt"/>
                <a:ea typeface="+mj-ea"/>
                <a:cs typeface="+mj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Line"/>
          <p:cNvSpPr/>
          <p:nvPr/>
        </p:nvSpPr>
        <p:spPr>
          <a:xfrm>
            <a:off x="475407" y="1084251"/>
            <a:ext cx="8193191" cy="1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1148" tIns="41148" rIns="41148" bIns="41148"/>
          <a:lstStyle/>
          <a:p>
            <a:pPr defTabSz="171448">
              <a:defRPr sz="28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pPr>
            <a:endParaRPr sz="1050"/>
          </a:p>
        </p:txBody>
      </p:sp>
      <p:sp>
        <p:nvSpPr>
          <p:cNvPr id="16" name="Line"/>
          <p:cNvSpPr/>
          <p:nvPr userDrawn="1"/>
        </p:nvSpPr>
        <p:spPr>
          <a:xfrm>
            <a:off x="519610" y="6370821"/>
            <a:ext cx="7979717" cy="1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1148" tIns="41148" rIns="41148" bIns="41148"/>
          <a:lstStyle/>
          <a:p>
            <a:pPr defTabSz="171448">
              <a:defRPr sz="28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pPr>
            <a:endParaRPr sz="105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Off val="5805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68682" y="92076"/>
            <a:ext cx="7406641" cy="1508126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9727" tIns="109727" rIns="109727" bIns="109727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68682" y="1600202"/>
            <a:ext cx="7406641" cy="525780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9727" tIns="109727" rIns="109727" bIns="109727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55081" y="6164761"/>
            <a:ext cx="1920240" cy="383180"/>
          </a:xfrm>
          <a:prstGeom prst="rect">
            <a:avLst/>
          </a:prstGeom>
          <a:ln w="25400">
            <a:miter lim="400000"/>
          </a:ln>
        </p:spPr>
        <p:txBody>
          <a:bodyPr lIns="109727" tIns="109727" rIns="109727" bIns="109727" anchor="ctr">
            <a:spAutoFit/>
          </a:bodyPr>
          <a:lstStyle>
            <a:lvl1pPr algn="r">
              <a:defRPr sz="105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l" defTabSz="34289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0" i="0" u="none" strike="noStrike" cap="none" spc="0" baseline="0">
          <a:ln>
            <a:noFill/>
          </a:ln>
          <a:solidFill>
            <a:srgbClr val="44546A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34289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0" i="0" u="none" strike="noStrike" cap="none" spc="0" baseline="0">
          <a:ln>
            <a:noFill/>
          </a:ln>
          <a:solidFill>
            <a:srgbClr val="44546A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34289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0" i="0" u="none" strike="noStrike" cap="none" spc="0" baseline="0">
          <a:ln>
            <a:noFill/>
          </a:ln>
          <a:solidFill>
            <a:srgbClr val="44546A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34289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0" i="0" u="none" strike="noStrike" cap="none" spc="0" baseline="0">
          <a:ln>
            <a:noFill/>
          </a:ln>
          <a:solidFill>
            <a:srgbClr val="44546A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34289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0" i="0" u="none" strike="noStrike" cap="none" spc="0" baseline="0">
          <a:ln>
            <a:noFill/>
          </a:ln>
          <a:solidFill>
            <a:srgbClr val="44546A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34289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0" i="0" u="none" strike="noStrike" cap="none" spc="0" baseline="0">
          <a:ln>
            <a:noFill/>
          </a:ln>
          <a:solidFill>
            <a:srgbClr val="44546A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34289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0" i="0" u="none" strike="noStrike" cap="none" spc="0" baseline="0">
          <a:ln>
            <a:noFill/>
          </a:ln>
          <a:solidFill>
            <a:srgbClr val="44546A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34289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0" i="0" u="none" strike="noStrike" cap="none" spc="0" baseline="0">
          <a:ln>
            <a:noFill/>
          </a:ln>
          <a:solidFill>
            <a:srgbClr val="44546A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34289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0" i="0" u="none" strike="noStrike" cap="none" spc="0" baseline="0">
          <a:ln>
            <a:noFill/>
          </a:ln>
          <a:solidFill>
            <a:srgbClr val="44546A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202064" marR="0" indent="-202064" algn="l" defTabSz="342895" rtl="0" latinLnBrk="0">
        <a:lnSpc>
          <a:spcPct val="90000"/>
        </a:lnSpc>
        <a:spcBef>
          <a:spcPts val="375"/>
        </a:spcBef>
        <a:spcAft>
          <a:spcPts val="0"/>
        </a:spcAft>
        <a:buClrTx/>
        <a:buSzPct val="100000"/>
        <a:buFont typeface="Arial"/>
        <a:buChar char="•"/>
        <a:tabLst/>
        <a:defRPr sz="2475" b="0" i="0" u="none" strike="noStrike" cap="none" spc="0" baseline="0">
          <a:ln>
            <a:noFill/>
          </a:ln>
          <a:solidFill>
            <a:srgbClr val="44546A"/>
          </a:solidFill>
          <a:uFillTx/>
          <a:latin typeface="Calibri"/>
          <a:ea typeface="Calibri"/>
          <a:cs typeface="Calibri"/>
          <a:sym typeface="Calibri"/>
        </a:defRPr>
      </a:lvl1pPr>
      <a:lvl2pPr marL="407189" marR="0" indent="-235741" algn="l" defTabSz="342895" rtl="0" latinLnBrk="0">
        <a:lnSpc>
          <a:spcPct val="90000"/>
        </a:lnSpc>
        <a:spcBef>
          <a:spcPts val="375"/>
        </a:spcBef>
        <a:spcAft>
          <a:spcPts val="0"/>
        </a:spcAft>
        <a:buClrTx/>
        <a:buSzPct val="100000"/>
        <a:buFont typeface="Arial"/>
        <a:buChar char="•"/>
        <a:tabLst/>
        <a:defRPr sz="2475" b="0" i="0" u="none" strike="noStrike" cap="none" spc="0" baseline="0">
          <a:ln>
            <a:noFill/>
          </a:ln>
          <a:solidFill>
            <a:srgbClr val="44546A"/>
          </a:solidFill>
          <a:uFillTx/>
          <a:latin typeface="Calibri"/>
          <a:ea typeface="Calibri"/>
          <a:cs typeface="Calibri"/>
          <a:sym typeface="Calibri"/>
        </a:defRPr>
      </a:lvl2pPr>
      <a:lvl3pPr marL="625784" marR="0" indent="-282888" algn="l" defTabSz="342895" rtl="0" latinLnBrk="0">
        <a:lnSpc>
          <a:spcPct val="90000"/>
        </a:lnSpc>
        <a:spcBef>
          <a:spcPts val="375"/>
        </a:spcBef>
        <a:spcAft>
          <a:spcPts val="0"/>
        </a:spcAft>
        <a:buClrTx/>
        <a:buSzPct val="100000"/>
        <a:buFont typeface="Arial"/>
        <a:buChar char="•"/>
        <a:tabLst/>
        <a:defRPr sz="2475" b="0" i="0" u="none" strike="noStrike" cap="none" spc="0" baseline="0">
          <a:ln>
            <a:noFill/>
          </a:ln>
          <a:solidFill>
            <a:srgbClr val="44546A"/>
          </a:solidFill>
          <a:uFillTx/>
          <a:latin typeface="Calibri"/>
          <a:ea typeface="Calibri"/>
          <a:cs typeface="Calibri"/>
          <a:sym typeface="Calibri"/>
        </a:defRPr>
      </a:lvl3pPr>
      <a:lvl4pPr marL="828665" marR="0" indent="-314321" algn="l" defTabSz="342895" rtl="0" latinLnBrk="0">
        <a:lnSpc>
          <a:spcPct val="90000"/>
        </a:lnSpc>
        <a:spcBef>
          <a:spcPts val="375"/>
        </a:spcBef>
        <a:spcAft>
          <a:spcPts val="0"/>
        </a:spcAft>
        <a:buClrTx/>
        <a:buSzPct val="100000"/>
        <a:buFont typeface="Arial"/>
        <a:buChar char="•"/>
        <a:tabLst/>
        <a:defRPr sz="2475" b="0" i="0" u="none" strike="noStrike" cap="none" spc="0" baseline="0">
          <a:ln>
            <a:noFill/>
          </a:ln>
          <a:solidFill>
            <a:srgbClr val="44546A"/>
          </a:solidFill>
          <a:uFillTx/>
          <a:latin typeface="Calibri"/>
          <a:ea typeface="Calibri"/>
          <a:cs typeface="Calibri"/>
          <a:sym typeface="Calibri"/>
        </a:defRPr>
      </a:lvl4pPr>
      <a:lvl5pPr marL="1000113" marR="0" indent="-314321" algn="l" defTabSz="342895" rtl="0" latinLnBrk="0">
        <a:lnSpc>
          <a:spcPct val="90000"/>
        </a:lnSpc>
        <a:spcBef>
          <a:spcPts val="375"/>
        </a:spcBef>
        <a:spcAft>
          <a:spcPts val="0"/>
        </a:spcAft>
        <a:buClrTx/>
        <a:buSzPct val="100000"/>
        <a:buFont typeface="Arial"/>
        <a:buChar char="•"/>
        <a:tabLst/>
        <a:defRPr sz="2475" b="0" i="0" u="none" strike="noStrike" cap="none" spc="0" baseline="0">
          <a:ln>
            <a:noFill/>
          </a:ln>
          <a:solidFill>
            <a:srgbClr val="44546A"/>
          </a:solidFill>
          <a:uFillTx/>
          <a:latin typeface="Calibri"/>
          <a:ea typeface="Calibri"/>
          <a:cs typeface="Calibri"/>
          <a:sym typeface="Calibri"/>
        </a:defRPr>
      </a:lvl5pPr>
      <a:lvl6pPr marL="1171561" marR="0" indent="-314321" algn="l" defTabSz="342895" rtl="0" latinLnBrk="0">
        <a:lnSpc>
          <a:spcPct val="90000"/>
        </a:lnSpc>
        <a:spcBef>
          <a:spcPts val="375"/>
        </a:spcBef>
        <a:spcAft>
          <a:spcPts val="0"/>
        </a:spcAft>
        <a:buClrTx/>
        <a:buSzPct val="100000"/>
        <a:buFont typeface="Arial"/>
        <a:buChar char="•"/>
        <a:tabLst/>
        <a:defRPr sz="2475" b="0" i="0" u="none" strike="noStrike" cap="none" spc="0" baseline="0">
          <a:ln>
            <a:noFill/>
          </a:ln>
          <a:solidFill>
            <a:srgbClr val="44546A"/>
          </a:solidFill>
          <a:uFillTx/>
          <a:latin typeface="Calibri"/>
          <a:ea typeface="Calibri"/>
          <a:cs typeface="Calibri"/>
          <a:sym typeface="Calibri"/>
        </a:defRPr>
      </a:lvl6pPr>
      <a:lvl7pPr marL="1343008" marR="0" indent="-314321" algn="l" defTabSz="342895" rtl="0" latinLnBrk="0">
        <a:lnSpc>
          <a:spcPct val="90000"/>
        </a:lnSpc>
        <a:spcBef>
          <a:spcPts val="375"/>
        </a:spcBef>
        <a:spcAft>
          <a:spcPts val="0"/>
        </a:spcAft>
        <a:buClrTx/>
        <a:buSzPct val="100000"/>
        <a:buFont typeface="Arial"/>
        <a:buChar char="•"/>
        <a:tabLst/>
        <a:defRPr sz="2475" b="0" i="0" u="none" strike="noStrike" cap="none" spc="0" baseline="0">
          <a:ln>
            <a:noFill/>
          </a:ln>
          <a:solidFill>
            <a:srgbClr val="44546A"/>
          </a:solidFill>
          <a:uFillTx/>
          <a:latin typeface="Calibri"/>
          <a:ea typeface="Calibri"/>
          <a:cs typeface="Calibri"/>
          <a:sym typeface="Calibri"/>
        </a:defRPr>
      </a:lvl7pPr>
      <a:lvl8pPr marL="1514456" marR="0" indent="-314321" algn="l" defTabSz="342895" rtl="0" latinLnBrk="0">
        <a:lnSpc>
          <a:spcPct val="90000"/>
        </a:lnSpc>
        <a:spcBef>
          <a:spcPts val="375"/>
        </a:spcBef>
        <a:spcAft>
          <a:spcPts val="0"/>
        </a:spcAft>
        <a:buClrTx/>
        <a:buSzPct val="100000"/>
        <a:buFont typeface="Arial"/>
        <a:buChar char="•"/>
        <a:tabLst/>
        <a:defRPr sz="2475" b="0" i="0" u="none" strike="noStrike" cap="none" spc="0" baseline="0">
          <a:ln>
            <a:noFill/>
          </a:ln>
          <a:solidFill>
            <a:srgbClr val="44546A"/>
          </a:solidFill>
          <a:uFillTx/>
          <a:latin typeface="Calibri"/>
          <a:ea typeface="Calibri"/>
          <a:cs typeface="Calibri"/>
          <a:sym typeface="Calibri"/>
        </a:defRPr>
      </a:lvl8pPr>
      <a:lvl9pPr marL="1685904" marR="0" indent="-314321" algn="l" defTabSz="342895" rtl="0" latinLnBrk="0">
        <a:lnSpc>
          <a:spcPct val="90000"/>
        </a:lnSpc>
        <a:spcBef>
          <a:spcPts val="375"/>
        </a:spcBef>
        <a:spcAft>
          <a:spcPts val="0"/>
        </a:spcAft>
        <a:buClrTx/>
        <a:buSzPct val="100000"/>
        <a:buFont typeface="Arial"/>
        <a:buChar char="•"/>
        <a:tabLst/>
        <a:defRPr sz="2475" b="0" i="0" u="none" strike="noStrike" cap="none" spc="0" baseline="0">
          <a:ln>
            <a:noFill/>
          </a:ln>
          <a:solidFill>
            <a:srgbClr val="44546A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267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133729" algn="r" defTabSz="267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267458" algn="r" defTabSz="267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401188" algn="r" defTabSz="267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534917" algn="r" defTabSz="267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668646" algn="r" defTabSz="267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802375" algn="r" defTabSz="267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936105" algn="r" defTabSz="267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1069835" algn="r" defTabSz="267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roduct Management Circle, LLC"/>
          <p:cNvSpPr txBox="1"/>
          <p:nvPr/>
        </p:nvSpPr>
        <p:spPr>
          <a:xfrm>
            <a:off x="7044607" y="6421074"/>
            <a:ext cx="7278567" cy="282015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1148" tIns="41148" rIns="41148" bIns="41148">
            <a:normAutofit/>
          </a:bodyPr>
          <a:lstStyle>
            <a:lvl1pPr defTabSz="914400"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A6A6A6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lang="en-US" sz="600" dirty="0"/>
              <a:t>Instructional Design Central, LLC</a:t>
            </a:r>
            <a:endParaRPr sz="600" dirty="0"/>
          </a:p>
        </p:txBody>
      </p:sp>
      <p:sp>
        <p:nvSpPr>
          <p:cNvPr id="62" name="Product Team"/>
          <p:cNvSpPr txBox="1">
            <a:spLocks/>
          </p:cNvSpPr>
          <p:nvPr/>
        </p:nvSpPr>
        <p:spPr>
          <a:xfrm>
            <a:off x="490884" y="524833"/>
            <a:ext cx="7300513" cy="50805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1148" tIns="41148" rIns="41148" bIns="41148" anchor="b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00" b="0" i="0" u="none" strike="noStrike" cap="none" spc="0" baseline="0">
                <a:ln>
                  <a:noFill/>
                </a:ln>
                <a:solidFill>
                  <a:srgbClr val="545454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400" b="0" i="0" u="none" strike="noStrike" cap="none" spc="0" baseline="0">
                <a:ln>
                  <a:noFill/>
                </a:ln>
                <a:solidFill>
                  <a:srgbClr val="44546A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400" b="0" i="0" u="none" strike="noStrike" cap="none" spc="0" baseline="0">
                <a:ln>
                  <a:noFill/>
                </a:ln>
                <a:solidFill>
                  <a:srgbClr val="44546A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400" b="0" i="0" u="none" strike="noStrike" cap="none" spc="0" baseline="0">
                <a:ln>
                  <a:noFill/>
                </a:ln>
                <a:solidFill>
                  <a:srgbClr val="44546A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400" b="0" i="0" u="none" strike="noStrike" cap="none" spc="0" baseline="0">
                <a:ln>
                  <a:noFill/>
                </a:ln>
                <a:solidFill>
                  <a:srgbClr val="44546A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400" b="0" i="0" u="none" strike="noStrike" cap="none" spc="0" baseline="0">
                <a:ln>
                  <a:noFill/>
                </a:ln>
                <a:solidFill>
                  <a:srgbClr val="44546A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400" b="0" i="0" u="none" strike="noStrike" cap="none" spc="0" baseline="0">
                <a:ln>
                  <a:noFill/>
                </a:ln>
                <a:solidFill>
                  <a:srgbClr val="44546A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400" b="0" i="0" u="none" strike="noStrike" cap="none" spc="0" baseline="0">
                <a:ln>
                  <a:noFill/>
                </a:ln>
                <a:solidFill>
                  <a:srgbClr val="44546A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400" b="0" i="0" u="none" strike="noStrike" cap="none" spc="0" baseline="0">
                <a:ln>
                  <a:noFill/>
                </a:ln>
                <a:solidFill>
                  <a:srgbClr val="44546A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312035" hangingPunct="1">
              <a:defRPr sz="6643"/>
            </a:pPr>
            <a:r>
              <a:rPr lang="en-US" sz="2491" dirty="0">
                <a:solidFill>
                  <a:srgbClr val="243646"/>
                </a:solidFill>
                <a:latin typeface="PT Sans Narrow" charset="-52"/>
                <a:ea typeface="PT Sans Narrow" charset="-52"/>
                <a:cs typeface="PT Sans Narrow" charset="-52"/>
              </a:rPr>
              <a:t>The </a:t>
            </a:r>
            <a:r>
              <a:rPr lang="en-US" sz="2491" b="1" dirty="0">
                <a:solidFill>
                  <a:srgbClr val="243646"/>
                </a:solidFill>
                <a:latin typeface="PT Sans Narrow" charset="-52"/>
                <a:ea typeface="PT Sans Narrow" charset="-52"/>
                <a:cs typeface="PT Sans Narrow" charset="-52"/>
              </a:rPr>
              <a:t>Learning </a:t>
            </a:r>
            <a:r>
              <a:rPr lang="en-US" sz="2491" b="1" dirty="0" smtClean="0">
                <a:solidFill>
                  <a:srgbClr val="243646"/>
                </a:solidFill>
                <a:latin typeface="PT Sans Narrow" charset="-52"/>
                <a:ea typeface="PT Sans Narrow" charset="-52"/>
                <a:cs typeface="PT Sans Narrow" charset="-52"/>
              </a:rPr>
              <a:t>Design </a:t>
            </a:r>
            <a:r>
              <a:rPr lang="en-US" sz="2491" b="1" dirty="0" smtClean="0">
                <a:solidFill>
                  <a:srgbClr val="F86A37"/>
                </a:solidFill>
                <a:latin typeface="PT Sans Narrow" charset="-52"/>
                <a:ea typeface="PT Sans Narrow" charset="-52"/>
                <a:cs typeface="PT Sans Narrow" charset="-52"/>
              </a:rPr>
              <a:t>Canvas</a:t>
            </a:r>
            <a:r>
              <a:rPr lang="en-US" sz="2000" dirty="0" smtClean="0">
                <a:solidFill>
                  <a:srgbClr val="243646"/>
                </a:solidFill>
                <a:latin typeface="PT Sans Narrow" charset="-52"/>
                <a:ea typeface="PT Sans Narrow" charset="-52"/>
                <a:cs typeface="PT Sans Narrow" charset="-52"/>
                <a:sym typeface="Avenir Heavy"/>
              </a:rPr>
              <a:t>™</a:t>
            </a:r>
            <a:endParaRPr lang="en-US" sz="2000" dirty="0">
              <a:solidFill>
                <a:srgbClr val="243646"/>
              </a:solidFill>
              <a:latin typeface="PT Sans Narrow" charset="-52"/>
              <a:ea typeface="PT Sans Narrow" charset="-52"/>
              <a:cs typeface="PT Sans Narrow" charset="-52"/>
              <a:sym typeface="Avenir Heavy"/>
            </a:endParaRPr>
          </a:p>
        </p:txBody>
      </p:sp>
      <p:sp>
        <p:nvSpPr>
          <p:cNvPr id="53" name="Q1 2017"/>
          <p:cNvSpPr txBox="1"/>
          <p:nvPr/>
        </p:nvSpPr>
        <p:spPr>
          <a:xfrm>
            <a:off x="2923872" y="1248514"/>
            <a:ext cx="1251689" cy="283154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1148" tIns="41148" rIns="41148" bIns="41148">
            <a:spAutoFit/>
          </a:bodyPr>
          <a:lstStyle>
            <a:lvl1pPr algn="ctr">
              <a:defRPr>
                <a:solidFill>
                  <a:srgbClr val="535353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rPr lang="en-US" sz="1300" b="1" dirty="0">
                <a:solidFill>
                  <a:srgbClr val="243646"/>
                </a:solidFill>
                <a:latin typeface="PT Sans Narrow" charset="-52"/>
                <a:ea typeface="PT Sans Narrow" charset="-52"/>
                <a:cs typeface="PT Sans Narrow" charset="-52"/>
              </a:rPr>
              <a:t>Learning Objectives</a:t>
            </a:r>
            <a:endParaRPr sz="1300" b="1" dirty="0">
              <a:solidFill>
                <a:srgbClr val="243646"/>
              </a:solidFill>
              <a:latin typeface="PT Sans Narrow" charset="-52"/>
              <a:ea typeface="PT Sans Narrow" charset="-52"/>
              <a:cs typeface="PT Sans Narrow" charset="-52"/>
            </a:endParaRPr>
          </a:p>
        </p:txBody>
      </p:sp>
      <p:sp>
        <p:nvSpPr>
          <p:cNvPr id="54" name="Q1 2017"/>
          <p:cNvSpPr txBox="1"/>
          <p:nvPr/>
        </p:nvSpPr>
        <p:spPr>
          <a:xfrm>
            <a:off x="776093" y="3250450"/>
            <a:ext cx="1051313" cy="283154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1148" tIns="41148" rIns="41148" bIns="41148">
            <a:spAutoFit/>
          </a:bodyPr>
          <a:lstStyle>
            <a:lvl1pPr algn="ctr">
              <a:defRPr>
                <a:solidFill>
                  <a:srgbClr val="535353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rPr lang="en-US" sz="1300" b="1" dirty="0">
                <a:solidFill>
                  <a:srgbClr val="243646"/>
                </a:solidFill>
                <a:latin typeface="PT Sans Narrow" charset="-52"/>
                <a:ea typeface="PT Sans Narrow" charset="-52"/>
                <a:cs typeface="PT Sans Narrow" charset="-52"/>
              </a:rPr>
              <a:t>Target Audience</a:t>
            </a:r>
            <a:endParaRPr sz="1300" b="1" dirty="0">
              <a:solidFill>
                <a:srgbClr val="243646"/>
              </a:solidFill>
              <a:latin typeface="PT Sans Narrow" charset="-52"/>
              <a:ea typeface="PT Sans Narrow" charset="-52"/>
              <a:cs typeface="PT Sans Narrow" charset="-52"/>
            </a:endParaRPr>
          </a:p>
        </p:txBody>
      </p:sp>
      <p:sp>
        <p:nvSpPr>
          <p:cNvPr id="55" name="Q1 2017"/>
          <p:cNvSpPr txBox="1"/>
          <p:nvPr/>
        </p:nvSpPr>
        <p:spPr>
          <a:xfrm>
            <a:off x="778072" y="1248514"/>
            <a:ext cx="1232453" cy="283154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1148" tIns="41148" rIns="41148" bIns="41148">
            <a:spAutoFit/>
          </a:bodyPr>
          <a:lstStyle>
            <a:lvl1pPr algn="ctr">
              <a:defRPr>
                <a:solidFill>
                  <a:srgbClr val="535353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rPr lang="en-US" sz="1300" b="1" dirty="0">
                <a:solidFill>
                  <a:srgbClr val="243646"/>
                </a:solidFill>
                <a:latin typeface="PT Sans Narrow" charset="-52"/>
                <a:ea typeface="PT Sans Narrow" charset="-52"/>
                <a:cs typeface="PT Sans Narrow" charset="-52"/>
              </a:rPr>
              <a:t>Problem Statement</a:t>
            </a:r>
            <a:endParaRPr sz="1300" b="1" dirty="0">
              <a:solidFill>
                <a:srgbClr val="243646"/>
              </a:solidFill>
              <a:latin typeface="PT Sans Narrow" charset="-52"/>
              <a:ea typeface="PT Sans Narrow" charset="-52"/>
              <a:cs typeface="PT Sans Narrow" charset="-52"/>
            </a:endParaRPr>
          </a:p>
        </p:txBody>
      </p:sp>
      <p:sp>
        <p:nvSpPr>
          <p:cNvPr id="59" name="Q1 2017"/>
          <p:cNvSpPr txBox="1"/>
          <p:nvPr/>
        </p:nvSpPr>
        <p:spPr>
          <a:xfrm>
            <a:off x="7224120" y="1248514"/>
            <a:ext cx="1455270" cy="283154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1148" tIns="41148" rIns="41148" bIns="41148">
            <a:spAutoFit/>
          </a:bodyPr>
          <a:lstStyle>
            <a:lvl1pPr algn="ctr">
              <a:defRPr>
                <a:solidFill>
                  <a:srgbClr val="535353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rPr lang="en-US" sz="1300" b="1" dirty="0">
                <a:solidFill>
                  <a:srgbClr val="243646"/>
                </a:solidFill>
                <a:latin typeface="PT Sans Narrow" charset="-52"/>
                <a:ea typeface="PT Sans Narrow" charset="-52"/>
                <a:cs typeface="PT Sans Narrow" charset="-52"/>
              </a:rPr>
              <a:t>Development Methods </a:t>
            </a:r>
            <a:endParaRPr sz="1300" b="1" dirty="0">
              <a:solidFill>
                <a:srgbClr val="243646"/>
              </a:solidFill>
              <a:latin typeface="PT Sans Narrow" charset="-52"/>
              <a:ea typeface="PT Sans Narrow" charset="-52"/>
              <a:cs typeface="PT Sans Narrow" charset="-52"/>
            </a:endParaRPr>
          </a:p>
        </p:txBody>
      </p:sp>
      <p:sp>
        <p:nvSpPr>
          <p:cNvPr id="60" name="Q1 2017"/>
          <p:cNvSpPr txBox="1"/>
          <p:nvPr/>
        </p:nvSpPr>
        <p:spPr>
          <a:xfrm>
            <a:off x="5146271" y="3268738"/>
            <a:ext cx="1299779" cy="283154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1148" tIns="41148" rIns="41148" bIns="41148">
            <a:spAutoFit/>
          </a:bodyPr>
          <a:lstStyle>
            <a:lvl1pPr algn="ctr">
              <a:defRPr>
                <a:solidFill>
                  <a:srgbClr val="535353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rPr lang="en-US" sz="1300" b="1" dirty="0">
                <a:solidFill>
                  <a:srgbClr val="243646"/>
                </a:solidFill>
                <a:latin typeface="PT Sans Narrow" charset="-52"/>
                <a:ea typeface="PT Sans Narrow" charset="-52"/>
                <a:cs typeface="PT Sans Narrow" charset="-52"/>
              </a:rPr>
              <a:t>Communication Plan</a:t>
            </a:r>
            <a:endParaRPr sz="1300" b="1" dirty="0">
              <a:solidFill>
                <a:srgbClr val="243646"/>
              </a:solidFill>
              <a:latin typeface="PT Sans Narrow" charset="-52"/>
              <a:ea typeface="PT Sans Narrow" charset="-52"/>
              <a:cs typeface="PT Sans Narrow" charset="-52"/>
            </a:endParaRPr>
          </a:p>
        </p:txBody>
      </p:sp>
      <p:sp>
        <p:nvSpPr>
          <p:cNvPr id="61" name="Q1 2017"/>
          <p:cNvSpPr txBox="1"/>
          <p:nvPr/>
        </p:nvSpPr>
        <p:spPr>
          <a:xfrm>
            <a:off x="7242610" y="3645944"/>
            <a:ext cx="1004827" cy="283154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1148" tIns="41148" rIns="41148" bIns="41148">
            <a:spAutoFit/>
          </a:bodyPr>
          <a:lstStyle>
            <a:lvl1pPr algn="ctr">
              <a:defRPr>
                <a:solidFill>
                  <a:srgbClr val="535353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rPr lang="en-US" sz="1300" b="1" dirty="0">
                <a:solidFill>
                  <a:srgbClr val="243646"/>
                </a:solidFill>
                <a:latin typeface="PT Sans Narrow" charset="-52"/>
                <a:ea typeface="PT Sans Narrow" charset="-52"/>
                <a:cs typeface="PT Sans Narrow" charset="-52"/>
              </a:rPr>
              <a:t>Evaluation Plan</a:t>
            </a:r>
            <a:endParaRPr sz="1300" b="1" dirty="0">
              <a:solidFill>
                <a:srgbClr val="243646"/>
              </a:solidFill>
              <a:latin typeface="PT Sans Narrow" charset="-52"/>
              <a:ea typeface="PT Sans Narrow" charset="-52"/>
              <a:cs typeface="PT Sans Narrow" charset="-52"/>
            </a:endParaRPr>
          </a:p>
        </p:txBody>
      </p:sp>
      <p:sp>
        <p:nvSpPr>
          <p:cNvPr id="72" name="Q1 2017"/>
          <p:cNvSpPr txBox="1"/>
          <p:nvPr/>
        </p:nvSpPr>
        <p:spPr>
          <a:xfrm>
            <a:off x="6561755" y="754538"/>
            <a:ext cx="735522" cy="25237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1148" tIns="41148" rIns="41148" bIns="41148">
            <a:spAutoFit/>
          </a:bodyPr>
          <a:lstStyle>
            <a:lvl1pPr algn="ctr">
              <a:defRPr>
                <a:solidFill>
                  <a:srgbClr val="535353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rPr lang="en-US" sz="1100" dirty="0">
                <a:solidFill>
                  <a:srgbClr val="243646"/>
                </a:solidFill>
                <a:latin typeface="PT Sans Narrow" charset="-52"/>
                <a:ea typeface="PT Sans Narrow" charset="-52"/>
                <a:cs typeface="PT Sans Narrow" charset="-52"/>
              </a:rPr>
              <a:t>Organization:</a:t>
            </a:r>
            <a:endParaRPr sz="1100" dirty="0">
              <a:solidFill>
                <a:srgbClr val="243646"/>
              </a:solidFill>
              <a:latin typeface="PT Sans Narrow" charset="-52"/>
              <a:ea typeface="PT Sans Narrow" charset="-52"/>
              <a:cs typeface="PT Sans Narrow" charset="-52"/>
            </a:endParaRPr>
          </a:p>
        </p:txBody>
      </p:sp>
      <p:sp>
        <p:nvSpPr>
          <p:cNvPr id="76" name="Q1 2017"/>
          <p:cNvSpPr txBox="1"/>
          <p:nvPr/>
        </p:nvSpPr>
        <p:spPr>
          <a:xfrm>
            <a:off x="3958017" y="754538"/>
            <a:ext cx="1184362" cy="25237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1148" tIns="41148" rIns="41148" bIns="41148">
            <a:spAutoFit/>
          </a:bodyPr>
          <a:lstStyle>
            <a:lvl1pPr algn="ctr">
              <a:defRPr>
                <a:solidFill>
                  <a:srgbClr val="535353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rPr lang="en-US" sz="1100" dirty="0">
                <a:solidFill>
                  <a:srgbClr val="243646"/>
                </a:solidFill>
                <a:latin typeface="PT Sans Narrow" charset="-52"/>
                <a:ea typeface="PT Sans Narrow" charset="-52"/>
                <a:cs typeface="PT Sans Narrow" charset="-52"/>
              </a:rPr>
              <a:t>Instructional Designer:</a:t>
            </a:r>
            <a:endParaRPr sz="1100" dirty="0">
              <a:solidFill>
                <a:srgbClr val="243646"/>
              </a:solidFill>
              <a:latin typeface="PT Sans Narrow" charset="-52"/>
              <a:ea typeface="PT Sans Narrow" charset="-52"/>
              <a:cs typeface="PT Sans Narrow" charset="-52"/>
            </a:endParaRPr>
          </a:p>
        </p:txBody>
      </p:sp>
      <p:cxnSp>
        <p:nvCxnSpPr>
          <p:cNvPr id="99" name="Straight Connector 98"/>
          <p:cNvCxnSpPr/>
          <p:nvPr/>
        </p:nvCxnSpPr>
        <p:spPr>
          <a:xfrm flipH="1">
            <a:off x="2555301" y="1190528"/>
            <a:ext cx="1" cy="5137897"/>
          </a:xfrm>
          <a:prstGeom prst="lin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0" name="Straight Connector 99"/>
          <p:cNvCxnSpPr/>
          <p:nvPr/>
        </p:nvCxnSpPr>
        <p:spPr>
          <a:xfrm>
            <a:off x="4652000" y="1190528"/>
            <a:ext cx="0" cy="5137897"/>
          </a:xfrm>
          <a:prstGeom prst="lin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1" name="Straight Connector 100"/>
          <p:cNvCxnSpPr/>
          <p:nvPr/>
        </p:nvCxnSpPr>
        <p:spPr>
          <a:xfrm>
            <a:off x="6756121" y="1190528"/>
            <a:ext cx="0" cy="5137897"/>
          </a:xfrm>
          <a:prstGeom prst="lin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/>
          <p:cNvCxnSpPr/>
          <p:nvPr/>
        </p:nvCxnSpPr>
        <p:spPr>
          <a:xfrm>
            <a:off x="458473" y="3118261"/>
            <a:ext cx="2101314" cy="0"/>
          </a:xfrm>
          <a:prstGeom prst="lin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6" name="Straight Connector 115"/>
          <p:cNvCxnSpPr/>
          <p:nvPr/>
        </p:nvCxnSpPr>
        <p:spPr>
          <a:xfrm>
            <a:off x="2558850" y="4012119"/>
            <a:ext cx="2101314" cy="0"/>
          </a:xfrm>
          <a:prstGeom prst="lin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5" name="Straight Connector 124"/>
          <p:cNvCxnSpPr/>
          <p:nvPr/>
        </p:nvCxnSpPr>
        <p:spPr>
          <a:xfrm>
            <a:off x="4652000" y="3119014"/>
            <a:ext cx="2101314" cy="0"/>
          </a:xfrm>
          <a:prstGeom prst="lin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7" name="Straight Connector 126"/>
          <p:cNvCxnSpPr/>
          <p:nvPr/>
        </p:nvCxnSpPr>
        <p:spPr>
          <a:xfrm>
            <a:off x="6812458" y="3501275"/>
            <a:ext cx="2101314" cy="0"/>
          </a:xfrm>
          <a:prstGeom prst="lin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3" name="At vero eos et accusamus et iusto odio ducimus blanditiis praesentium.">
            <a:extLst>
              <a:ext uri="{FF2B5EF4-FFF2-40B4-BE49-F238E27FC236}">
                <a16:creationId xmlns="" xmlns:a16="http://schemas.microsoft.com/office/drawing/2014/main" id="{FE5323F3-2BB7-8B4E-A541-3140FB69446A}"/>
              </a:ext>
            </a:extLst>
          </p:cNvPr>
          <p:cNvSpPr txBox="1"/>
          <p:nvPr/>
        </p:nvSpPr>
        <p:spPr>
          <a:xfrm>
            <a:off x="482796" y="1554451"/>
            <a:ext cx="1917495" cy="36009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1148" tIns="41148" rIns="41148" bIns="41148">
            <a:spAutoFit/>
          </a:bodyPr>
          <a:lstStyle>
            <a:lvl1pPr>
              <a:defRPr sz="2400">
                <a:solidFill>
                  <a:srgbClr val="53535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3200"/>
            </a:pPr>
            <a:r>
              <a:rPr lang="en-US" sz="900" i="1" dirty="0">
                <a:solidFill>
                  <a:schemeClr val="bg1">
                    <a:lumMod val="65000"/>
                  </a:schemeClr>
                </a:solidFill>
              </a:rPr>
              <a:t>What problem(s) are you trying to solve with the training?</a:t>
            </a:r>
            <a:endParaRPr sz="9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4" name="At vero eos et accusamus et iusto odio ducimus blanditiis praesentium.">
            <a:extLst>
              <a:ext uri="{FF2B5EF4-FFF2-40B4-BE49-F238E27FC236}">
                <a16:creationId xmlns="" xmlns:a16="http://schemas.microsoft.com/office/drawing/2014/main" id="{D39040DF-7957-DA47-80B0-68C5099C9769}"/>
              </a:ext>
            </a:extLst>
          </p:cNvPr>
          <p:cNvSpPr txBox="1"/>
          <p:nvPr/>
        </p:nvSpPr>
        <p:spPr>
          <a:xfrm>
            <a:off x="451181" y="3557629"/>
            <a:ext cx="1874862" cy="498598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1148" tIns="41148" rIns="41148" bIns="41148">
            <a:spAutoFit/>
          </a:bodyPr>
          <a:lstStyle>
            <a:lvl1pPr>
              <a:defRPr sz="2400">
                <a:solidFill>
                  <a:srgbClr val="53535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3200"/>
            </a:pPr>
            <a:r>
              <a:rPr lang="en-US" sz="900" i="1" dirty="0">
                <a:solidFill>
                  <a:schemeClr val="bg1">
                    <a:lumMod val="65000"/>
                  </a:schemeClr>
                </a:solidFill>
              </a:rPr>
              <a:t>Who is your target audience? What </a:t>
            </a:r>
            <a:r>
              <a:rPr lang="en-US" sz="900" i="1" dirty="0" smtClean="0">
                <a:solidFill>
                  <a:schemeClr val="bg1">
                    <a:lumMod val="65000"/>
                  </a:schemeClr>
                </a:solidFill>
              </a:rPr>
              <a:t>are the demographics? What are their needs and motivations?</a:t>
            </a:r>
            <a:endParaRPr sz="9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5" name="At vero eos et accusamus et iusto odio ducimus blanditiis praesentium.">
            <a:extLst>
              <a:ext uri="{FF2B5EF4-FFF2-40B4-BE49-F238E27FC236}">
                <a16:creationId xmlns="" xmlns:a16="http://schemas.microsoft.com/office/drawing/2014/main" id="{E639D236-96A7-7B46-AD4E-56F403B72374}"/>
              </a:ext>
            </a:extLst>
          </p:cNvPr>
          <p:cNvSpPr txBox="1"/>
          <p:nvPr/>
        </p:nvSpPr>
        <p:spPr>
          <a:xfrm>
            <a:off x="2638174" y="1554451"/>
            <a:ext cx="1848731" cy="36009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1148" tIns="41148" rIns="41148" bIns="41148">
            <a:spAutoFit/>
          </a:bodyPr>
          <a:lstStyle>
            <a:lvl1pPr>
              <a:defRPr sz="2400">
                <a:solidFill>
                  <a:srgbClr val="53535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3200"/>
            </a:pPr>
            <a:r>
              <a:rPr lang="en-US" sz="900" i="1" dirty="0">
                <a:solidFill>
                  <a:schemeClr val="bg1">
                    <a:lumMod val="65000"/>
                  </a:schemeClr>
                </a:solidFill>
              </a:rPr>
              <a:t>After the </a:t>
            </a:r>
            <a:r>
              <a:rPr lang="en-US" sz="900" i="1" dirty="0" smtClean="0">
                <a:solidFill>
                  <a:schemeClr val="bg1">
                    <a:lumMod val="65000"/>
                  </a:schemeClr>
                </a:solidFill>
              </a:rPr>
              <a:t>training, what </a:t>
            </a:r>
            <a:r>
              <a:rPr lang="en-US" sz="900" i="1" dirty="0">
                <a:solidFill>
                  <a:schemeClr val="bg1">
                    <a:lumMod val="65000"/>
                  </a:schemeClr>
                </a:solidFill>
              </a:rPr>
              <a:t>do you </a:t>
            </a:r>
            <a:r>
              <a:rPr lang="en-US" sz="900" i="1">
                <a:solidFill>
                  <a:schemeClr val="bg1">
                    <a:lumMod val="65000"/>
                  </a:schemeClr>
                </a:solidFill>
              </a:rPr>
              <a:t>want </a:t>
            </a:r>
            <a:r>
              <a:rPr lang="en-US" sz="900" i="1" smtClean="0">
                <a:solidFill>
                  <a:schemeClr val="bg1">
                    <a:lumMod val="65000"/>
                  </a:schemeClr>
                </a:solidFill>
              </a:rPr>
              <a:t>the learners </a:t>
            </a:r>
            <a:r>
              <a:rPr lang="en-US" sz="900" i="1" dirty="0">
                <a:solidFill>
                  <a:schemeClr val="bg1">
                    <a:lumMod val="65000"/>
                  </a:schemeClr>
                </a:solidFill>
              </a:rPr>
              <a:t>to be able to do?</a:t>
            </a:r>
            <a:endParaRPr sz="9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6" name="At vero eos et accusamus et iusto odio ducimus blanditiis praesentium.">
            <a:extLst>
              <a:ext uri="{FF2B5EF4-FFF2-40B4-BE49-F238E27FC236}">
                <a16:creationId xmlns="" xmlns:a16="http://schemas.microsoft.com/office/drawing/2014/main" id="{7D7A2D55-8F36-8C4B-9F11-1D3DD3AB1182}"/>
              </a:ext>
            </a:extLst>
          </p:cNvPr>
          <p:cNvSpPr txBox="1"/>
          <p:nvPr/>
        </p:nvSpPr>
        <p:spPr>
          <a:xfrm>
            <a:off x="2663465" y="4440448"/>
            <a:ext cx="1849571" cy="498598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1148" tIns="41148" rIns="41148" bIns="41148">
            <a:spAutoFit/>
          </a:bodyPr>
          <a:lstStyle>
            <a:lvl1pPr>
              <a:defRPr sz="2400">
                <a:solidFill>
                  <a:srgbClr val="53535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3200"/>
            </a:pPr>
            <a:r>
              <a:rPr lang="en-US" sz="900" i="1" dirty="0" smtClean="0">
                <a:solidFill>
                  <a:schemeClr val="bg1">
                    <a:lumMod val="65000"/>
                  </a:schemeClr>
                </a:solidFill>
              </a:rPr>
              <a:t>What does success look like? What results do you hope to see as a result of the training?</a:t>
            </a:r>
            <a:endParaRPr sz="9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At vero eos et accusamus et iusto odio ducimus blanditiis praesentium.">
            <a:extLst>
              <a:ext uri="{FF2B5EF4-FFF2-40B4-BE49-F238E27FC236}">
                <a16:creationId xmlns="" xmlns:a16="http://schemas.microsoft.com/office/drawing/2014/main" id="{D76D2326-518A-EF48-A69B-2A8A7C9880F5}"/>
              </a:ext>
            </a:extLst>
          </p:cNvPr>
          <p:cNvSpPr txBox="1"/>
          <p:nvPr/>
        </p:nvSpPr>
        <p:spPr>
          <a:xfrm>
            <a:off x="4772981" y="1554451"/>
            <a:ext cx="1874862" cy="36009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1148" tIns="41148" rIns="41148" bIns="41148">
            <a:spAutoFit/>
          </a:bodyPr>
          <a:lstStyle>
            <a:lvl1pPr>
              <a:defRPr sz="2400">
                <a:solidFill>
                  <a:srgbClr val="53535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3200"/>
            </a:pPr>
            <a:r>
              <a:rPr lang="en-US" sz="900" i="1" dirty="0">
                <a:solidFill>
                  <a:schemeClr val="bg1">
                    <a:lumMod val="65000"/>
                  </a:schemeClr>
                </a:solidFill>
              </a:rPr>
              <a:t>What instructional methods and strategies will you use?</a:t>
            </a:r>
            <a:endParaRPr sz="9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8" name="At vero eos et accusamus et iusto odio ducimus blanditiis praesentium.">
            <a:extLst>
              <a:ext uri="{FF2B5EF4-FFF2-40B4-BE49-F238E27FC236}">
                <a16:creationId xmlns="" xmlns:a16="http://schemas.microsoft.com/office/drawing/2014/main" id="{65965ACD-FAF5-CE44-B648-DE721A28D287}"/>
              </a:ext>
            </a:extLst>
          </p:cNvPr>
          <p:cNvSpPr txBox="1"/>
          <p:nvPr/>
        </p:nvSpPr>
        <p:spPr>
          <a:xfrm>
            <a:off x="6895889" y="1554451"/>
            <a:ext cx="1874862" cy="498598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1148" tIns="41148" rIns="41148" bIns="41148">
            <a:spAutoFit/>
          </a:bodyPr>
          <a:lstStyle>
            <a:lvl1pPr>
              <a:defRPr sz="2400">
                <a:solidFill>
                  <a:srgbClr val="53535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3200"/>
            </a:pPr>
            <a:r>
              <a:rPr lang="en-US" sz="900" i="1" dirty="0">
                <a:solidFill>
                  <a:schemeClr val="bg1">
                    <a:lumMod val="65000"/>
                  </a:schemeClr>
                </a:solidFill>
              </a:rPr>
              <a:t>What development methods will you use create your training and how will it be deployed?</a:t>
            </a:r>
            <a:endParaRPr sz="9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9" name="At vero eos et accusamus et iusto odio ducimus blanditiis praesentium.">
            <a:extLst>
              <a:ext uri="{FF2B5EF4-FFF2-40B4-BE49-F238E27FC236}">
                <a16:creationId xmlns="" xmlns:a16="http://schemas.microsoft.com/office/drawing/2014/main" id="{63FA2EDF-7594-434B-8AC1-72FC6EB5B5D0}"/>
              </a:ext>
            </a:extLst>
          </p:cNvPr>
          <p:cNvSpPr txBox="1"/>
          <p:nvPr/>
        </p:nvSpPr>
        <p:spPr>
          <a:xfrm>
            <a:off x="6867193" y="3916789"/>
            <a:ext cx="1874862" cy="36009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1148" tIns="41148" rIns="41148" bIns="41148">
            <a:spAutoFit/>
          </a:bodyPr>
          <a:lstStyle>
            <a:lvl1pPr>
              <a:defRPr sz="2400">
                <a:solidFill>
                  <a:srgbClr val="53535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3200"/>
            </a:pPr>
            <a:r>
              <a:rPr lang="en-US" sz="900" i="1" dirty="0">
                <a:solidFill>
                  <a:schemeClr val="bg1">
                    <a:lumMod val="65000"/>
                  </a:schemeClr>
                </a:solidFill>
              </a:rPr>
              <a:t>How will you evaluate the success of the training? </a:t>
            </a:r>
            <a:endParaRPr sz="9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0" name="At vero eos et accusamus et iusto odio ducimus blanditiis praesentium.">
            <a:extLst>
              <a:ext uri="{FF2B5EF4-FFF2-40B4-BE49-F238E27FC236}">
                <a16:creationId xmlns="" xmlns:a16="http://schemas.microsoft.com/office/drawing/2014/main" id="{FD13E816-FF17-5A4A-92D0-5942D820BB23}"/>
              </a:ext>
            </a:extLst>
          </p:cNvPr>
          <p:cNvSpPr txBox="1"/>
          <p:nvPr/>
        </p:nvSpPr>
        <p:spPr>
          <a:xfrm>
            <a:off x="4790633" y="3566730"/>
            <a:ext cx="1874862" cy="36009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1148" tIns="41148" rIns="41148" bIns="41148">
            <a:spAutoFit/>
          </a:bodyPr>
          <a:lstStyle>
            <a:lvl1pPr>
              <a:defRPr sz="2400">
                <a:solidFill>
                  <a:srgbClr val="53535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3200"/>
            </a:pPr>
            <a:r>
              <a:rPr lang="en-US" sz="900" i="1" dirty="0">
                <a:solidFill>
                  <a:schemeClr val="bg1">
                    <a:lumMod val="65000"/>
                  </a:schemeClr>
                </a:solidFill>
              </a:rPr>
              <a:t>How will you communicate and rollout the training?</a:t>
            </a:r>
            <a:endParaRPr sz="9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E268ED9F-818F-5D47-B74D-180789F840DE}"/>
              </a:ext>
            </a:extLst>
          </p:cNvPr>
          <p:cNvSpPr/>
          <p:nvPr/>
        </p:nvSpPr>
        <p:spPr>
          <a:xfrm>
            <a:off x="5151523" y="757703"/>
            <a:ext cx="1373656" cy="23222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9727" tIns="109727" rIns="109727" bIns="109727" numCol="1" spcCol="38100" rtlCol="0" anchor="ctr">
            <a:spAutoFit/>
          </a:bodyPr>
          <a:lstStyle/>
          <a:p>
            <a:pPr marL="0" marR="0" indent="0" algn="l" defTabSz="7132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44546A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="" xmlns:a16="http://schemas.microsoft.com/office/drawing/2014/main" id="{DCEE0DD0-2BCD-8C42-93A9-432E28A7ADF4}"/>
              </a:ext>
            </a:extLst>
          </p:cNvPr>
          <p:cNvSpPr/>
          <p:nvPr/>
        </p:nvSpPr>
        <p:spPr>
          <a:xfrm>
            <a:off x="7297277" y="757703"/>
            <a:ext cx="1373656" cy="23222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9727" tIns="109727" rIns="109727" bIns="109727" numCol="1" spcCol="38100" rtlCol="0" anchor="ctr">
            <a:spAutoFit/>
          </a:bodyPr>
          <a:lstStyle/>
          <a:p>
            <a:pPr marL="0" marR="0" indent="0" algn="l" defTabSz="7132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44546A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Q1 2017">
            <a:extLst>
              <a:ext uri="{FF2B5EF4-FFF2-40B4-BE49-F238E27FC236}">
                <a16:creationId xmlns="" xmlns:a16="http://schemas.microsoft.com/office/drawing/2014/main" id="{2EE986F4-1932-DE41-87A6-4EA51FF48E82}"/>
              </a:ext>
            </a:extLst>
          </p:cNvPr>
          <p:cNvSpPr txBox="1"/>
          <p:nvPr/>
        </p:nvSpPr>
        <p:spPr>
          <a:xfrm>
            <a:off x="481805" y="6445173"/>
            <a:ext cx="765979" cy="25237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1148" tIns="41148" rIns="41148" bIns="41148">
            <a:spAutoFit/>
          </a:bodyPr>
          <a:lstStyle>
            <a:lvl1pPr algn="ctr">
              <a:defRPr>
                <a:solidFill>
                  <a:srgbClr val="535353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rPr lang="en-US" sz="1100" dirty="0">
                <a:solidFill>
                  <a:srgbClr val="243646"/>
                </a:solidFill>
                <a:latin typeface="PT Sans Narrow" charset="-52"/>
                <a:ea typeface="PT Sans Narrow" charset="-52"/>
                <a:cs typeface="PT Sans Narrow" charset="-52"/>
              </a:rPr>
              <a:t>Delivery Date:</a:t>
            </a:r>
            <a:endParaRPr sz="1100" dirty="0">
              <a:solidFill>
                <a:srgbClr val="243646"/>
              </a:solidFill>
              <a:latin typeface="PT Sans Narrow" charset="-52"/>
              <a:ea typeface="PT Sans Narrow" charset="-52"/>
              <a:cs typeface="PT Sans Narrow" charset="-52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="" xmlns:a16="http://schemas.microsoft.com/office/drawing/2014/main" id="{DB5AB30C-9DE4-8940-A769-3E960FF199AE}"/>
              </a:ext>
            </a:extLst>
          </p:cNvPr>
          <p:cNvSpPr/>
          <p:nvPr/>
        </p:nvSpPr>
        <p:spPr>
          <a:xfrm>
            <a:off x="1265818" y="6460613"/>
            <a:ext cx="1373656" cy="23222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9727" tIns="109727" rIns="109727" bIns="109727" numCol="1" spcCol="38100" rtlCol="0" anchor="ctr">
            <a:spAutoFit/>
          </a:bodyPr>
          <a:lstStyle/>
          <a:p>
            <a:pPr marL="0" marR="0" indent="0" algn="l" defTabSz="7132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44546A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At vero eos et accusamus et iusto odio ducimus blanditiis praesentium.">
            <a:extLst>
              <a:ext uri="{FF2B5EF4-FFF2-40B4-BE49-F238E27FC236}">
                <a16:creationId xmlns="" xmlns:a16="http://schemas.microsoft.com/office/drawing/2014/main" id="{25A7ABC2-BB72-EE45-91F6-ECF8FF43FC6D}"/>
              </a:ext>
            </a:extLst>
          </p:cNvPr>
          <p:cNvSpPr txBox="1"/>
          <p:nvPr/>
        </p:nvSpPr>
        <p:spPr>
          <a:xfrm>
            <a:off x="5180005" y="767848"/>
            <a:ext cx="1155096" cy="22159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1148" tIns="41148" rIns="41148" bIns="41148">
            <a:spAutoFit/>
          </a:bodyPr>
          <a:lstStyle>
            <a:lvl1pPr>
              <a:defRPr sz="2400">
                <a:solidFill>
                  <a:srgbClr val="53535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3200"/>
            </a:pPr>
            <a:r>
              <a:rPr lang="en-US" sz="900" dirty="0" smtClean="0">
                <a:solidFill>
                  <a:schemeClr val="accent5"/>
                </a:solidFill>
              </a:rPr>
              <a:t>Name</a:t>
            </a:r>
            <a:endParaRPr sz="900" dirty="0">
              <a:solidFill>
                <a:schemeClr val="accent5"/>
              </a:solidFill>
            </a:endParaRPr>
          </a:p>
        </p:txBody>
      </p:sp>
      <p:sp>
        <p:nvSpPr>
          <p:cNvPr id="82" name="At vero eos et accusamus et iusto odio ducimus blanditiis praesentium.">
            <a:extLst>
              <a:ext uri="{FF2B5EF4-FFF2-40B4-BE49-F238E27FC236}">
                <a16:creationId xmlns="" xmlns:a16="http://schemas.microsoft.com/office/drawing/2014/main" id="{D0384FB5-65B0-6E4B-B3AA-A246548537D2}"/>
              </a:ext>
            </a:extLst>
          </p:cNvPr>
          <p:cNvSpPr txBox="1"/>
          <p:nvPr/>
        </p:nvSpPr>
        <p:spPr>
          <a:xfrm>
            <a:off x="7327176" y="767848"/>
            <a:ext cx="1155096" cy="22159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1148" tIns="41148" rIns="41148" bIns="41148">
            <a:spAutoFit/>
          </a:bodyPr>
          <a:lstStyle>
            <a:lvl1pPr>
              <a:defRPr sz="2400">
                <a:solidFill>
                  <a:srgbClr val="53535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3200"/>
            </a:pPr>
            <a:r>
              <a:rPr lang="en-US" sz="900" dirty="0" smtClean="0">
                <a:solidFill>
                  <a:schemeClr val="accent5"/>
                </a:solidFill>
              </a:rPr>
              <a:t>Name</a:t>
            </a:r>
            <a:endParaRPr sz="900" dirty="0">
              <a:solidFill>
                <a:schemeClr val="accent5"/>
              </a:solidFill>
            </a:endParaRPr>
          </a:p>
        </p:txBody>
      </p:sp>
      <p:sp>
        <p:nvSpPr>
          <p:cNvPr id="83" name="At vero eos et accusamus et iusto odio ducimus blanditiis praesentium.">
            <a:extLst>
              <a:ext uri="{FF2B5EF4-FFF2-40B4-BE49-F238E27FC236}">
                <a16:creationId xmlns="" xmlns:a16="http://schemas.microsoft.com/office/drawing/2014/main" id="{ACAAF432-8722-4D47-B583-B455D122A3D8}"/>
              </a:ext>
            </a:extLst>
          </p:cNvPr>
          <p:cNvSpPr txBox="1"/>
          <p:nvPr/>
        </p:nvSpPr>
        <p:spPr>
          <a:xfrm>
            <a:off x="1289026" y="6466454"/>
            <a:ext cx="1155096" cy="22159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1148" tIns="41148" rIns="41148" bIns="41148">
            <a:spAutoFit/>
          </a:bodyPr>
          <a:lstStyle>
            <a:lvl1pPr>
              <a:defRPr sz="2400">
                <a:solidFill>
                  <a:srgbClr val="53535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3200"/>
            </a:pPr>
            <a:r>
              <a:rPr lang="en-US" sz="900" dirty="0">
                <a:solidFill>
                  <a:schemeClr val="accent5"/>
                </a:solidFill>
              </a:rPr>
              <a:t>00/00/0000</a:t>
            </a:r>
            <a:endParaRPr sz="900" dirty="0">
              <a:solidFill>
                <a:schemeClr val="accent5"/>
              </a:solidFill>
            </a:endParaRPr>
          </a:p>
        </p:txBody>
      </p:sp>
      <p:sp>
        <p:nvSpPr>
          <p:cNvPr id="84" name="At vero eos et accusamus et iusto odio ducimus blanditiis praesentium.">
            <a:extLst>
              <a:ext uri="{FF2B5EF4-FFF2-40B4-BE49-F238E27FC236}">
                <a16:creationId xmlns="" xmlns:a16="http://schemas.microsoft.com/office/drawing/2014/main" id="{453F5123-1C9A-9143-A335-43242AB1A056}"/>
              </a:ext>
            </a:extLst>
          </p:cNvPr>
          <p:cNvSpPr txBox="1"/>
          <p:nvPr/>
        </p:nvSpPr>
        <p:spPr>
          <a:xfrm>
            <a:off x="493858" y="1914550"/>
            <a:ext cx="1904709" cy="22159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1148" tIns="41148" rIns="41148" bIns="41148">
            <a:spAutoFit/>
          </a:bodyPr>
          <a:lstStyle>
            <a:lvl1pPr>
              <a:defRPr sz="2400">
                <a:solidFill>
                  <a:srgbClr val="53535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3200"/>
            </a:pPr>
            <a:r>
              <a:rPr lang="en-US" sz="900" dirty="0" smtClean="0">
                <a:solidFill>
                  <a:srgbClr val="273644"/>
                </a:solidFill>
              </a:rPr>
              <a:t>[Enter text here]</a:t>
            </a:r>
            <a:endParaRPr sz="900" dirty="0">
              <a:solidFill>
                <a:srgbClr val="273644"/>
              </a:solidFill>
            </a:endParaRPr>
          </a:p>
        </p:txBody>
      </p:sp>
      <p:sp>
        <p:nvSpPr>
          <p:cNvPr id="85" name="At vero eos et accusamus et iusto odio ducimus blanditiis praesentium.">
            <a:extLst>
              <a:ext uri="{FF2B5EF4-FFF2-40B4-BE49-F238E27FC236}">
                <a16:creationId xmlns="" xmlns:a16="http://schemas.microsoft.com/office/drawing/2014/main" id="{826447FD-4A3B-844A-B536-B622FC4771C1}"/>
              </a:ext>
            </a:extLst>
          </p:cNvPr>
          <p:cNvSpPr txBox="1"/>
          <p:nvPr/>
        </p:nvSpPr>
        <p:spPr>
          <a:xfrm>
            <a:off x="450941" y="4078413"/>
            <a:ext cx="1904709" cy="22159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1148" tIns="41148" rIns="41148" bIns="41148">
            <a:spAutoFit/>
          </a:bodyPr>
          <a:lstStyle>
            <a:lvl1pPr>
              <a:defRPr sz="2400">
                <a:solidFill>
                  <a:srgbClr val="53535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3200"/>
            </a:pPr>
            <a:r>
              <a:rPr lang="en-US" sz="900" dirty="0" smtClean="0">
                <a:solidFill>
                  <a:srgbClr val="273644"/>
                </a:solidFill>
              </a:rPr>
              <a:t>[Enter text here] </a:t>
            </a:r>
            <a:endParaRPr sz="900" dirty="0">
              <a:solidFill>
                <a:srgbClr val="273644"/>
              </a:solidFill>
            </a:endParaRPr>
          </a:p>
        </p:txBody>
      </p:sp>
      <p:sp>
        <p:nvSpPr>
          <p:cNvPr id="87" name="At vero eos et accusamus et iusto odio ducimus blanditiis praesentium.">
            <a:extLst>
              <a:ext uri="{FF2B5EF4-FFF2-40B4-BE49-F238E27FC236}">
                <a16:creationId xmlns="" xmlns:a16="http://schemas.microsoft.com/office/drawing/2014/main" id="{8F52AE8E-D271-6747-A6BA-B0D369BE9AF0}"/>
              </a:ext>
            </a:extLst>
          </p:cNvPr>
          <p:cNvSpPr txBox="1"/>
          <p:nvPr/>
        </p:nvSpPr>
        <p:spPr>
          <a:xfrm>
            <a:off x="4806099" y="1914550"/>
            <a:ext cx="1904709" cy="22159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1148" tIns="41148" rIns="41148" bIns="41148">
            <a:spAutoFit/>
          </a:bodyPr>
          <a:lstStyle>
            <a:lvl1pPr>
              <a:defRPr sz="2400">
                <a:solidFill>
                  <a:srgbClr val="53535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3200"/>
            </a:pPr>
            <a:r>
              <a:rPr lang="en-US" sz="900" dirty="0" smtClean="0">
                <a:solidFill>
                  <a:srgbClr val="273644"/>
                </a:solidFill>
              </a:rPr>
              <a:t>[Enter text here]</a:t>
            </a:r>
            <a:endParaRPr sz="900" dirty="0">
              <a:solidFill>
                <a:srgbClr val="273644"/>
              </a:solidFill>
            </a:endParaRPr>
          </a:p>
        </p:txBody>
      </p:sp>
      <p:sp>
        <p:nvSpPr>
          <p:cNvPr id="88" name="At vero eos et accusamus et iusto odio ducimus blanditiis praesentium.">
            <a:extLst>
              <a:ext uri="{FF2B5EF4-FFF2-40B4-BE49-F238E27FC236}">
                <a16:creationId xmlns="" xmlns:a16="http://schemas.microsoft.com/office/drawing/2014/main" id="{81A67405-6E86-B64E-A855-9A42B9D7D18A}"/>
              </a:ext>
            </a:extLst>
          </p:cNvPr>
          <p:cNvSpPr txBox="1"/>
          <p:nvPr/>
        </p:nvSpPr>
        <p:spPr>
          <a:xfrm>
            <a:off x="6910760" y="2051726"/>
            <a:ext cx="1904709" cy="22159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1148" tIns="41148" rIns="41148" bIns="41148">
            <a:spAutoFit/>
          </a:bodyPr>
          <a:lstStyle>
            <a:lvl1pPr>
              <a:defRPr sz="2400">
                <a:solidFill>
                  <a:srgbClr val="53535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3200"/>
            </a:pPr>
            <a:r>
              <a:rPr lang="en-US" sz="900" dirty="0" smtClean="0">
                <a:solidFill>
                  <a:srgbClr val="273644"/>
                </a:solidFill>
              </a:rPr>
              <a:t>[Enter text here]</a:t>
            </a:r>
            <a:endParaRPr sz="900" dirty="0">
              <a:solidFill>
                <a:srgbClr val="273644"/>
              </a:solidFill>
            </a:endParaRPr>
          </a:p>
        </p:txBody>
      </p:sp>
      <p:sp>
        <p:nvSpPr>
          <p:cNvPr id="89" name="At vero eos et accusamus et iusto odio ducimus blanditiis praesentium.">
            <a:extLst>
              <a:ext uri="{FF2B5EF4-FFF2-40B4-BE49-F238E27FC236}">
                <a16:creationId xmlns="" xmlns:a16="http://schemas.microsoft.com/office/drawing/2014/main" id="{0D2428BC-FBE3-7A41-AD10-AC6099332AD8}"/>
              </a:ext>
            </a:extLst>
          </p:cNvPr>
          <p:cNvSpPr txBox="1"/>
          <p:nvPr/>
        </p:nvSpPr>
        <p:spPr>
          <a:xfrm>
            <a:off x="4801311" y="3919236"/>
            <a:ext cx="1904709" cy="22159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1148" tIns="41148" rIns="41148" bIns="41148">
            <a:spAutoFit/>
          </a:bodyPr>
          <a:lstStyle>
            <a:lvl1pPr>
              <a:defRPr sz="2400">
                <a:solidFill>
                  <a:srgbClr val="53535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3200"/>
            </a:pPr>
            <a:r>
              <a:rPr lang="en-US" sz="900" dirty="0" smtClean="0">
                <a:solidFill>
                  <a:srgbClr val="273644"/>
                </a:solidFill>
              </a:rPr>
              <a:t>[Enter text here]</a:t>
            </a:r>
            <a:endParaRPr sz="900" dirty="0">
              <a:solidFill>
                <a:srgbClr val="273644"/>
              </a:solidFill>
            </a:endParaRPr>
          </a:p>
        </p:txBody>
      </p:sp>
      <p:sp>
        <p:nvSpPr>
          <p:cNvPr id="90" name="At vero eos et accusamus et iusto odio ducimus blanditiis praesentium.">
            <a:extLst>
              <a:ext uri="{FF2B5EF4-FFF2-40B4-BE49-F238E27FC236}">
                <a16:creationId xmlns="" xmlns:a16="http://schemas.microsoft.com/office/drawing/2014/main" id="{569D199B-102D-A344-A82C-7617E3ABFAB6}"/>
              </a:ext>
            </a:extLst>
          </p:cNvPr>
          <p:cNvSpPr txBox="1"/>
          <p:nvPr/>
        </p:nvSpPr>
        <p:spPr>
          <a:xfrm>
            <a:off x="2663465" y="4939046"/>
            <a:ext cx="1904709" cy="22159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1148" tIns="41148" rIns="41148" bIns="41148">
            <a:spAutoFit/>
          </a:bodyPr>
          <a:lstStyle>
            <a:lvl1pPr>
              <a:defRPr sz="2400">
                <a:solidFill>
                  <a:srgbClr val="53535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3200"/>
            </a:pPr>
            <a:r>
              <a:rPr lang="en-US" sz="900" dirty="0" smtClean="0">
                <a:solidFill>
                  <a:srgbClr val="273644"/>
                </a:solidFill>
              </a:rPr>
              <a:t>[Enter text here]</a:t>
            </a:r>
            <a:endParaRPr sz="900" dirty="0">
              <a:solidFill>
                <a:srgbClr val="273644"/>
              </a:solidFill>
            </a:endParaRPr>
          </a:p>
        </p:txBody>
      </p:sp>
      <p:sp>
        <p:nvSpPr>
          <p:cNvPr id="91" name="At vero eos et accusamus et iusto odio ducimus blanditiis praesentium.">
            <a:extLst>
              <a:ext uri="{FF2B5EF4-FFF2-40B4-BE49-F238E27FC236}">
                <a16:creationId xmlns="" xmlns:a16="http://schemas.microsoft.com/office/drawing/2014/main" id="{4380F873-7994-5649-AB6F-4F2F195D82A6}"/>
              </a:ext>
            </a:extLst>
          </p:cNvPr>
          <p:cNvSpPr txBox="1"/>
          <p:nvPr/>
        </p:nvSpPr>
        <p:spPr>
          <a:xfrm>
            <a:off x="6866042" y="4269888"/>
            <a:ext cx="1904709" cy="22159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1148" tIns="41148" rIns="41148" bIns="41148">
            <a:spAutoFit/>
          </a:bodyPr>
          <a:lstStyle>
            <a:lvl1pPr>
              <a:defRPr sz="2400">
                <a:solidFill>
                  <a:srgbClr val="53535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3200"/>
            </a:pPr>
            <a:r>
              <a:rPr lang="en-US" sz="900" dirty="0" smtClean="0">
                <a:solidFill>
                  <a:srgbClr val="273644"/>
                </a:solidFill>
              </a:rPr>
              <a:t>[Enter text here]</a:t>
            </a:r>
            <a:endParaRPr sz="900" dirty="0">
              <a:solidFill>
                <a:srgbClr val="273644"/>
              </a:solidFill>
            </a:endParaRPr>
          </a:p>
        </p:txBody>
      </p:sp>
      <p:sp>
        <p:nvSpPr>
          <p:cNvPr id="92" name="At vero eos et accusamus et iusto odio ducimus blanditiis praesentium.">
            <a:extLst>
              <a:ext uri="{FF2B5EF4-FFF2-40B4-BE49-F238E27FC236}">
                <a16:creationId xmlns="" xmlns:a16="http://schemas.microsoft.com/office/drawing/2014/main" id="{15827EFB-4BC2-9542-B983-42F2698BF8CF}"/>
              </a:ext>
            </a:extLst>
          </p:cNvPr>
          <p:cNvSpPr txBox="1"/>
          <p:nvPr/>
        </p:nvSpPr>
        <p:spPr>
          <a:xfrm>
            <a:off x="2648672" y="1920216"/>
            <a:ext cx="1904709" cy="22159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1148" tIns="41148" rIns="41148" bIns="41148">
            <a:spAutoFit/>
          </a:bodyPr>
          <a:lstStyle>
            <a:lvl1pPr>
              <a:defRPr sz="2400">
                <a:solidFill>
                  <a:srgbClr val="53535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3200"/>
            </a:pPr>
            <a:r>
              <a:rPr lang="en-US" sz="900" dirty="0" smtClean="0">
                <a:solidFill>
                  <a:srgbClr val="273644"/>
                </a:solidFill>
              </a:rPr>
              <a:t>[Enter text here]</a:t>
            </a:r>
            <a:endParaRPr lang="en-US" sz="900" dirty="0">
              <a:solidFill>
                <a:srgbClr val="273644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872" y="3223622"/>
            <a:ext cx="362798" cy="3045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519" y="4093875"/>
            <a:ext cx="377634" cy="373138"/>
          </a:xfrm>
          <a:prstGeom prst="rect">
            <a:avLst/>
          </a:prstGeom>
        </p:spPr>
      </p:pic>
      <p:sp>
        <p:nvSpPr>
          <p:cNvPr id="56" name="Q1 2017"/>
          <p:cNvSpPr txBox="1"/>
          <p:nvPr/>
        </p:nvSpPr>
        <p:spPr>
          <a:xfrm>
            <a:off x="2954604" y="4158764"/>
            <a:ext cx="1003223" cy="283154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1148" tIns="41148" rIns="41148" bIns="41148">
            <a:spAutoFit/>
          </a:bodyPr>
          <a:lstStyle>
            <a:lvl1pPr algn="ctr">
              <a:defRPr>
                <a:solidFill>
                  <a:srgbClr val="535353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rPr lang="en-US" sz="1300" b="1" dirty="0">
                <a:solidFill>
                  <a:srgbClr val="243646"/>
                </a:solidFill>
                <a:latin typeface="PT Sans Narrow" charset="-52"/>
                <a:ea typeface="PT Sans Narrow" charset="-52"/>
                <a:cs typeface="PT Sans Narrow" charset="-52"/>
              </a:rPr>
              <a:t>Success Criteria</a:t>
            </a:r>
            <a:endParaRPr sz="1300" b="1" dirty="0">
              <a:solidFill>
                <a:srgbClr val="243646"/>
              </a:solidFill>
              <a:latin typeface="PT Sans Narrow" charset="-52"/>
              <a:ea typeface="PT Sans Narrow" charset="-52"/>
              <a:cs typeface="PT Sans Narrow" charset="-5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17" y="1191554"/>
            <a:ext cx="294966" cy="3847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366" y="1215854"/>
            <a:ext cx="281317" cy="36043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1995" y="1220444"/>
            <a:ext cx="427193" cy="384042"/>
          </a:xfrm>
          <a:prstGeom prst="rect">
            <a:avLst/>
          </a:prstGeom>
        </p:spPr>
      </p:pic>
      <p:sp>
        <p:nvSpPr>
          <p:cNvPr id="63" name="Q1 2017"/>
          <p:cNvSpPr txBox="1"/>
          <p:nvPr/>
        </p:nvSpPr>
        <p:spPr>
          <a:xfrm>
            <a:off x="5134785" y="1248514"/>
            <a:ext cx="1360694" cy="283154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1148" tIns="41148" rIns="41148" bIns="41148">
            <a:spAutoFit/>
          </a:bodyPr>
          <a:lstStyle>
            <a:lvl1pPr algn="ctr">
              <a:defRPr>
                <a:solidFill>
                  <a:srgbClr val="535353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pPr algn="l"/>
            <a:r>
              <a:rPr lang="en-US" sz="1300" b="1" dirty="0">
                <a:solidFill>
                  <a:srgbClr val="243646"/>
                </a:solidFill>
                <a:latin typeface="PT Sans Narrow" charset="-52"/>
                <a:ea typeface="PT Sans Narrow" charset="-52"/>
                <a:cs typeface="PT Sans Narrow" charset="-52"/>
              </a:rPr>
              <a:t>Instructional Strategy</a:t>
            </a:r>
            <a:endParaRPr sz="1300" b="1" dirty="0">
              <a:solidFill>
                <a:srgbClr val="243646"/>
              </a:solidFill>
              <a:latin typeface="PT Sans Narrow" charset="-52"/>
              <a:ea typeface="PT Sans Narrow" charset="-52"/>
              <a:cs typeface="PT Sans Narrow" charset="-52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569" y="1232615"/>
            <a:ext cx="331181" cy="30981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893" y="3225155"/>
            <a:ext cx="414357" cy="35342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217" y="3619274"/>
            <a:ext cx="306488" cy="280404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561" y="6091056"/>
            <a:ext cx="560717" cy="56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37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l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">
  <a:themeElements>
    <a:clrScheme name="Default">
      <a:dk1>
        <a:srgbClr val="44546A"/>
      </a:dk1>
      <a:lt1>
        <a:srgbClr val="FFFFFF"/>
      </a:lt1>
      <a:dk2>
        <a:srgbClr val="A7A7A7"/>
      </a:dk2>
      <a:lt2>
        <a:srgbClr val="535353"/>
      </a:lt2>
      <a:accent1>
        <a:srgbClr val="ED6B49"/>
      </a:accent1>
      <a:accent2>
        <a:srgbClr val="BFBFBF"/>
      </a:accent2>
      <a:accent3>
        <a:srgbClr val="7F7F7F"/>
      </a:accent3>
      <a:accent4>
        <a:srgbClr val="6B6B6B"/>
      </a:accent4>
      <a:accent5>
        <a:srgbClr val="8F8F8F"/>
      </a:accent5>
      <a:accent6>
        <a:srgbClr val="6E6E6E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>
            <a:lumOff val="58054"/>
          </a:schemeClr>
        </a:solidFill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109727" tIns="109727" rIns="109727" bIns="109727" numCol="1" spcCol="38100" rtlCol="0" anchor="ctr">
        <a:spAutoFit/>
      </a:bodyPr>
      <a:lstStyle>
        <a:defPPr marL="0" marR="0" indent="0" algn="l" defTabSz="7132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44546A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109727" tIns="109727" rIns="109727" bIns="109727" numCol="1" spcCol="38100" rtlCol="0" anchor="t">
        <a:spAutoFit/>
      </a:bodyPr>
      <a:lstStyle>
        <a:defPPr marL="0" marR="0" indent="0" algn="l" defTabSz="7132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44546A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D6B49"/>
      </a:accent1>
      <a:accent2>
        <a:srgbClr val="BFBFBF"/>
      </a:accent2>
      <a:accent3>
        <a:srgbClr val="7F7F7F"/>
      </a:accent3>
      <a:accent4>
        <a:srgbClr val="6B6B6B"/>
      </a:accent4>
      <a:accent5>
        <a:srgbClr val="8F8F8F"/>
      </a:accent5>
      <a:accent6>
        <a:srgbClr val="6E6E6E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>
            <a:lumOff val="58054"/>
          </a:schemeClr>
        </a:solidFill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109727" tIns="109727" rIns="109727" bIns="109727" numCol="1" spcCol="38100" rtlCol="0" anchor="ctr">
        <a:spAutoFit/>
      </a:bodyPr>
      <a:lstStyle>
        <a:defPPr marL="0" marR="0" indent="0" algn="l" defTabSz="7132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44546A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109727" tIns="109727" rIns="109727" bIns="109727" numCol="1" spcCol="38100" rtlCol="0" anchor="t">
        <a:spAutoFit/>
      </a:bodyPr>
      <a:lstStyle>
        <a:defPPr marL="0" marR="0" indent="0" algn="l" defTabSz="7132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44546A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1864</TotalTime>
  <Words>187</Words>
  <Application>Microsoft Macintosh PowerPoint</Application>
  <PresentationFormat>Letter Paper (8.5x11 in)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Avenir Book</vt:lpstr>
      <vt:lpstr>Avenir Heavy</vt:lpstr>
      <vt:lpstr>Avenir Roman</vt:lpstr>
      <vt:lpstr>Calibri</vt:lpstr>
      <vt:lpstr>Helvetica</vt:lpstr>
      <vt:lpstr>Helvetica Light</vt:lpstr>
      <vt:lpstr>PT Sans Narrow</vt:lpstr>
      <vt:lpstr>Arial</vt:lpstr>
      <vt:lpstr>Default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Travis Jordan</cp:lastModifiedBy>
  <cp:revision>101</cp:revision>
  <cp:lastPrinted>2018-11-08T04:23:46Z</cp:lastPrinted>
  <dcterms:modified xsi:type="dcterms:W3CDTF">2018-11-08T04:24:01Z</dcterms:modified>
</cp:coreProperties>
</file>