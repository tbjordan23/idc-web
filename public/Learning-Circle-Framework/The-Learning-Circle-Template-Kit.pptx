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99" r:id="rId3"/>
    <p:sldId id="257" r:id="rId4"/>
    <p:sldId id="271" r:id="rId5"/>
    <p:sldId id="294" r:id="rId6"/>
    <p:sldId id="293" r:id="rId7"/>
    <p:sldId id="274" r:id="rId8"/>
    <p:sldId id="275" r:id="rId9"/>
    <p:sldId id="288" r:id="rId10"/>
    <p:sldId id="272" r:id="rId11"/>
    <p:sldId id="301" r:id="rId12"/>
    <p:sldId id="300" r:id="rId13"/>
    <p:sldId id="296" r:id="rId14"/>
    <p:sldId id="298" r:id="rId15"/>
    <p:sldId id="273" r:id="rId16"/>
    <p:sldId id="291" r:id="rId17"/>
    <p:sldId id="278" r:id="rId18"/>
    <p:sldId id="279" r:id="rId19"/>
    <p:sldId id="281" r:id="rId20"/>
    <p:sldId id="283" r:id="rId21"/>
    <p:sldId id="285" r:id="rId22"/>
    <p:sldId id="287" r:id="rId23"/>
    <p:sldId id="268" r:id="rId24"/>
    <p:sldId id="269" r:id="rId25"/>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1pPr>
    <a:lvl2pPr marL="0" marR="0" indent="35661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2pPr>
    <a:lvl3pPr marL="0" marR="0" indent="71323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3pPr>
    <a:lvl4pPr marL="0" marR="0" indent="106984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4pPr>
    <a:lvl5pPr marL="0" marR="0" indent="1426463"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5pPr>
    <a:lvl6pPr marL="0" marR="0" indent="1783079"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6pPr>
    <a:lvl7pPr marL="0" marR="0" indent="213969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7pPr>
    <a:lvl8pPr marL="0" marR="0" indent="249631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8pPr>
    <a:lvl9pPr marL="0" marR="0" indent="285292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86A37"/>
    <a:srgbClr val="243646"/>
    <a:srgbClr val="454546"/>
    <a:srgbClr val="BFBFBF"/>
    <a:srgbClr val="93825B"/>
    <a:srgbClr val="B9AC8E"/>
    <a:srgbClr val="066690"/>
    <a:srgbClr val="046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F8D3CE"/>
          </a:solidFill>
        </a:fill>
      </a:tcStyle>
    </a:wholeTbl>
    <a:band2H>
      <a:tcTxStyle/>
      <a:tcStyle>
        <a:tcBdr/>
        <a:fill>
          <a:solidFill>
            <a:srgbClr val="FCEAE8"/>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1"/>
          </a:solidFill>
        </a:fill>
      </a:tcStyle>
    </a:firstRow>
  </a:tblStyle>
  <a:tblStyle styleId="{C7B018BB-80A7-4F77-B60F-C8B233D01FF8}"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D7D7D7"/>
          </a:solidFill>
        </a:fill>
      </a:tcStyle>
    </a:wholeTbl>
    <a:band2H>
      <a:tcTxStyle/>
      <a:tcStyle>
        <a:tcBdr/>
        <a:fill>
          <a:solidFill>
            <a:srgbClr val="ECECEC"/>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3"/>
          </a:solidFill>
        </a:fill>
      </a:tcStyle>
    </a:firstRow>
  </a:tblStyle>
  <a:tblStyle styleId="{EEE7283C-3CF3-47DC-8721-378D4A62B228}"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wholeTbl>
    <a:band2H>
      <a:tcTxStyle/>
      <a:tcStyle>
        <a:tcBdr/>
        <a:fill>
          <a:solidFill>
            <a:schemeClr val="accent4">
              <a:lumOff val="58054"/>
            </a:schemeClr>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chemeClr val="accent4">
              <a:lumOff val="58054"/>
            </a:schemeClr>
          </a:solidFill>
        </a:fill>
      </a:tcStyle>
    </a:firstRow>
  </a:tblStyle>
  <a:tblStyle styleId="{CF821DB8-F4EB-4A41-A1BA-3FCAFE7338EE}" styleName="">
    <a:tblBg/>
    <a:wholeTbl>
      <a:tcTxStyle b="on" i="on">
        <a:fontRef idx="major">
          <a:srgbClr val="44546A"/>
        </a:fontRef>
        <a:srgbClr val="44546A"/>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A"/>
          </a:solidFill>
        </a:fill>
      </a:tcStyle>
    </a:wholeTbl>
    <a:band2H>
      <a:tcTxStyle/>
      <a:tcStyle>
        <a:tcBdr/>
        <a:fill>
          <a:solidFill>
            <a:schemeClr val="accent4">
              <a:lumOff val="58054"/>
            </a:schemeClr>
          </a:solidFill>
        </a:fill>
      </a:tcStyle>
    </a:band2H>
    <a:firstCol>
      <a:tcTxStyle b="on" i="on">
        <a:fontRef idx="major">
          <a:schemeClr val="accent4">
            <a:lumOff val="58054"/>
          </a:schemeClr>
        </a:fontRef>
        <a:schemeClr val="accent4">
          <a:lumOff val="58054"/>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ajor">
          <a:srgbClr val="44546A"/>
        </a:fontRef>
        <a:srgbClr val="44546A"/>
      </a:tcTxStyle>
      <a:tcStyle>
        <a:tcBdr>
          <a:left>
            <a:ln w="12700" cap="flat">
              <a:noFill/>
              <a:miter lim="400000"/>
            </a:ln>
          </a:left>
          <a:right>
            <a:ln w="12700" cap="flat">
              <a:noFill/>
              <a:miter lim="400000"/>
            </a:ln>
          </a:right>
          <a:top>
            <a:ln w="50800" cap="flat">
              <a:solidFill>
                <a:srgbClr val="44546A"/>
              </a:solidFill>
              <a:prstDash val="solid"/>
              <a:bevel/>
            </a:ln>
          </a:top>
          <a:bottom>
            <a:ln w="25400" cap="flat">
              <a:solidFill>
                <a:srgbClr val="44546A"/>
              </a:solidFill>
              <a:prstDash val="solid"/>
              <a:bevel/>
            </a:ln>
          </a:bottom>
          <a:insideH>
            <a:ln w="12700" cap="flat">
              <a:noFill/>
              <a:miter lim="400000"/>
            </a:ln>
          </a:insideH>
          <a:insideV>
            <a:ln w="12700" cap="flat">
              <a:noFill/>
              <a:miter lim="400000"/>
            </a:ln>
          </a:insideV>
        </a:tcBdr>
        <a:fill>
          <a:solidFill>
            <a:schemeClr val="accent4">
              <a:lumOff val="58054"/>
            </a:schemeClr>
          </a:solidFill>
        </a:fill>
      </a:tcStyle>
    </a:lastRow>
    <a:firstRow>
      <a:tcTxStyle b="on" i="on">
        <a:fontRef idx="major">
          <a:schemeClr val="accent4">
            <a:lumOff val="58054"/>
          </a:schemeClr>
        </a:fontRef>
        <a:schemeClr val="accent4">
          <a:lumOff val="58054"/>
        </a:schemeClr>
      </a:tcTxStyle>
      <a:tcStyle>
        <a:tcBdr>
          <a:left>
            <a:ln w="12700" cap="flat">
              <a:noFill/>
              <a:miter lim="400000"/>
            </a:ln>
          </a:left>
          <a:right>
            <a:ln w="12700" cap="flat">
              <a:noFill/>
              <a:miter lim="400000"/>
            </a:ln>
          </a:right>
          <a:top>
            <a:ln w="25400" cap="flat">
              <a:solidFill>
                <a:srgbClr val="44546A"/>
              </a:solidFill>
              <a:prstDash val="solid"/>
              <a:bevel/>
            </a:ln>
          </a:top>
          <a:bottom>
            <a:ln w="25400" cap="flat">
              <a:solidFill>
                <a:srgbClr val="44546A"/>
              </a:solidFill>
              <a:prstDash val="solid"/>
              <a:bevel/>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ajor">
          <a:srgbClr val="44546A"/>
        </a:fontRef>
        <a:srgbClr val="44546A"/>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CDCFD3"/>
          </a:solidFill>
        </a:fill>
      </a:tcStyle>
    </a:wholeTbl>
    <a:band2H>
      <a:tcTxStyle/>
      <a:tcStyle>
        <a:tcBdr/>
        <a:fill>
          <a:solidFill>
            <a:srgbClr val="E8E9EA"/>
          </a:solidFill>
        </a:fill>
      </a:tcStyle>
    </a:band2H>
    <a:firstCol>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firstCol>
    <a:la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38100" cap="flat">
              <a:solidFill>
                <a:schemeClr val="accent4">
                  <a:lumOff val="58054"/>
                </a:schemeClr>
              </a:solidFill>
              <a:prstDash val="solid"/>
              <a:bevel/>
            </a:ln>
          </a:top>
          <a:bottom>
            <a:ln w="127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lastRow>
    <a:firstRow>
      <a:tcTxStyle b="on" i="on">
        <a:fontRef idx="major">
          <a:schemeClr val="accent4">
            <a:lumOff val="58054"/>
          </a:schemeClr>
        </a:fontRef>
        <a:schemeClr val="accent4">
          <a:lumOff val="58054"/>
        </a:schemeClr>
      </a:tcTxStyle>
      <a:tcStyle>
        <a:tcBdr>
          <a:left>
            <a:ln w="12700" cap="flat">
              <a:solidFill>
                <a:schemeClr val="accent4">
                  <a:lumOff val="58054"/>
                </a:schemeClr>
              </a:solidFill>
              <a:prstDash val="solid"/>
              <a:bevel/>
            </a:ln>
          </a:left>
          <a:right>
            <a:ln w="12700" cap="flat">
              <a:solidFill>
                <a:schemeClr val="accent4">
                  <a:lumOff val="58054"/>
                </a:schemeClr>
              </a:solidFill>
              <a:prstDash val="solid"/>
              <a:bevel/>
            </a:ln>
          </a:right>
          <a:top>
            <a:ln w="12700" cap="flat">
              <a:solidFill>
                <a:schemeClr val="accent4">
                  <a:lumOff val="58054"/>
                </a:schemeClr>
              </a:solidFill>
              <a:prstDash val="solid"/>
              <a:bevel/>
            </a:ln>
          </a:top>
          <a:bottom>
            <a:ln w="38100" cap="flat">
              <a:solidFill>
                <a:schemeClr val="accent4">
                  <a:lumOff val="58054"/>
                </a:schemeClr>
              </a:solidFill>
              <a:prstDash val="solid"/>
              <a:bevel/>
            </a:ln>
          </a:bottom>
          <a:insideH>
            <a:ln w="12700" cap="flat">
              <a:solidFill>
                <a:schemeClr val="accent4">
                  <a:lumOff val="58054"/>
                </a:schemeClr>
              </a:solidFill>
              <a:prstDash val="solid"/>
              <a:bevel/>
            </a:ln>
          </a:insideH>
          <a:insideV>
            <a:ln w="12700" cap="flat">
              <a:solidFill>
                <a:schemeClr val="accent4">
                  <a:lumOff val="58054"/>
                </a:schemeClr>
              </a:solidFill>
              <a:prstDash val="solid"/>
              <a:bevel/>
            </a:ln>
          </a:insideV>
        </a:tcBdr>
        <a:fill>
          <a:solidFill>
            <a:srgbClr val="44546A"/>
          </a:solidFill>
        </a:fill>
      </a:tcStyle>
    </a:firstRow>
  </a:tblStyle>
  <a:tblStyle styleId="{2708684C-4D16-4618-839F-0558EEFCDFE6}" styleName="">
    <a:tblBg/>
    <a:wholeTbl>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solidFill>
            <a:srgbClr val="44546A">
              <a:alpha val="20000"/>
            </a:srgbClr>
          </a:solidFill>
        </a:fill>
      </a:tcStyle>
    </a:wholeTbl>
    <a:band2H>
      <a:tcTxStyle/>
      <a:tcStyle>
        <a:tcBdr/>
        <a:fill>
          <a:solidFill>
            <a:schemeClr val="accent4">
              <a:lumOff val="58054"/>
            </a:schemeClr>
          </a:solidFill>
        </a:fill>
      </a:tcStyle>
    </a:band2H>
    <a:firstCol>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solidFill>
            <a:srgbClr val="44546A">
              <a:alpha val="20000"/>
            </a:srgbClr>
          </a:solidFill>
        </a:fill>
      </a:tcStyle>
    </a:firstCol>
    <a:lastRow>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50800" cap="flat">
              <a:solidFill>
                <a:srgbClr val="44546A"/>
              </a:solidFill>
              <a:prstDash val="solid"/>
              <a:bevel/>
            </a:ln>
          </a:top>
          <a:bottom>
            <a:ln w="127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noFill/>
        </a:fill>
      </a:tcStyle>
    </a:lastRow>
    <a:firstRow>
      <a:tcTxStyle b="on" i="on">
        <a:fontRef idx="major">
          <a:srgbClr val="44546A"/>
        </a:fontRef>
        <a:srgbClr val="44546A"/>
      </a:tcTxStyle>
      <a:tcStyle>
        <a:tcBdr>
          <a:left>
            <a:ln w="12700" cap="flat">
              <a:solidFill>
                <a:srgbClr val="44546A"/>
              </a:solidFill>
              <a:prstDash val="solid"/>
              <a:bevel/>
            </a:ln>
          </a:left>
          <a:right>
            <a:ln w="12700" cap="flat">
              <a:solidFill>
                <a:srgbClr val="44546A"/>
              </a:solidFill>
              <a:prstDash val="solid"/>
              <a:bevel/>
            </a:ln>
          </a:right>
          <a:top>
            <a:ln w="12700" cap="flat">
              <a:solidFill>
                <a:srgbClr val="44546A"/>
              </a:solidFill>
              <a:prstDash val="solid"/>
              <a:bevel/>
            </a:ln>
          </a:top>
          <a:bottom>
            <a:ln w="25400" cap="flat">
              <a:solidFill>
                <a:srgbClr val="44546A"/>
              </a:solidFill>
              <a:prstDash val="solid"/>
              <a:bevel/>
            </a:ln>
          </a:bottom>
          <a:insideH>
            <a:ln w="12700" cap="flat">
              <a:solidFill>
                <a:srgbClr val="44546A"/>
              </a:solidFill>
              <a:prstDash val="solid"/>
              <a:bevel/>
            </a:ln>
          </a:insideH>
          <a:insideV>
            <a:ln w="12700" cap="flat">
              <a:solidFill>
                <a:srgbClr val="44546A"/>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55"/>
    <p:restoredTop sz="90732"/>
  </p:normalViewPr>
  <p:slideViewPr>
    <p:cSldViewPr snapToGrid="0" snapToObjects="1">
      <p:cViewPr varScale="1">
        <p:scale>
          <a:sx n="52" d="100"/>
          <a:sy n="52" d="100"/>
        </p:scale>
        <p:origin x="968"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autoTitleDeleted val="1"/>
    <c:plotArea>
      <c:layout>
        <c:manualLayout>
          <c:layoutTarget val="inner"/>
          <c:xMode val="edge"/>
          <c:yMode val="edge"/>
          <c:x val="5.0000000000000001E-3"/>
          <c:y val="5.0000000000000001E-3"/>
          <c:w val="0.99"/>
          <c:h val="0.98750000000000004"/>
        </c:manualLayout>
      </c:layout>
      <c:pieChart>
        <c:varyColors val="0"/>
        <c:ser>
          <c:idx val="0"/>
          <c:order val="0"/>
          <c:tx>
            <c:strRef>
              <c:f>Sheet1!$A$2</c:f>
              <c:strCache>
                <c:ptCount val="1"/>
                <c:pt idx="0">
                  <c:v>Sales</c:v>
                </c:pt>
              </c:strCache>
            </c:strRef>
          </c:tx>
          <c:spPr>
            <a:solidFill>
              <a:srgbClr val="858685"/>
            </a:solidFill>
            <a:ln w="19050" cap="flat">
              <a:solidFill>
                <a:schemeClr val="accent4">
                  <a:lumOff val="58054"/>
                </a:schemeClr>
              </a:solidFill>
              <a:prstDash val="solid"/>
              <a:bevel/>
            </a:ln>
            <a:effectLst/>
          </c:spPr>
          <c:dPt>
            <c:idx val="0"/>
            <c:bubble3D val="0"/>
            <c:extLst>
              <c:ext xmlns:c16="http://schemas.microsoft.com/office/drawing/2014/chart" uri="{C3380CC4-5D6E-409C-BE32-E72D297353CC}">
                <c16:uniqueId val="{00000000-6A88-B64C-9657-79D05811024F}"/>
              </c:ext>
            </c:extLst>
          </c:dPt>
          <c:dPt>
            <c:idx val="1"/>
            <c:bubble3D val="0"/>
            <c:spPr>
              <a:solidFill>
                <a:srgbClr val="CCCDCB"/>
              </a:solidFill>
              <a:ln w="19050" cap="flat">
                <a:solidFill>
                  <a:schemeClr val="accent4">
                    <a:lumOff val="58054"/>
                  </a:schemeClr>
                </a:solidFill>
                <a:prstDash val="solid"/>
                <a:bevel/>
              </a:ln>
              <a:effectLst/>
            </c:spPr>
            <c:extLst>
              <c:ext xmlns:c16="http://schemas.microsoft.com/office/drawing/2014/chart" uri="{C3380CC4-5D6E-409C-BE32-E72D297353CC}">
                <c16:uniqueId val="{00000002-6A88-B64C-9657-79D05811024F}"/>
              </c:ext>
            </c:extLst>
          </c:dPt>
          <c:cat>
            <c:strRef>
              <c:f>Sheet1!$B$1:$C$1</c:f>
              <c:strCache>
                <c:ptCount val="2"/>
                <c:pt idx="0">
                  <c:v>1st Qtr</c:v>
                </c:pt>
                <c:pt idx="1">
                  <c:v>2nd Qtr</c:v>
                </c:pt>
              </c:strCache>
            </c:strRef>
          </c:cat>
          <c:val>
            <c:numRef>
              <c:f>Sheet1!$B$2:$C$2</c:f>
              <c:numCache>
                <c:formatCode>General</c:formatCode>
                <c:ptCount val="2"/>
                <c:pt idx="0">
                  <c:v>8</c:v>
                </c:pt>
                <c:pt idx="1">
                  <c:v>4.2</c:v>
                </c:pt>
              </c:numCache>
            </c:numRef>
          </c:val>
          <c:extLst>
            <c:ext xmlns:c16="http://schemas.microsoft.com/office/drawing/2014/chart" uri="{C3380CC4-5D6E-409C-BE32-E72D297353CC}">
              <c16:uniqueId val="{00000003-6A88-B64C-9657-79D05811024F}"/>
            </c:ext>
          </c:extLst>
        </c:ser>
        <c:dLbls>
          <c:showLegendKey val="0"/>
          <c:showVal val="0"/>
          <c:showCatName val="0"/>
          <c:showSerName val="0"/>
          <c:showPercent val="0"/>
          <c:showBubbleSize val="0"/>
          <c:showLeaderLines val="0"/>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autoTitleDeleted val="1"/>
    <c:plotArea>
      <c:layout>
        <c:manualLayout>
          <c:layoutTarget val="inner"/>
          <c:xMode val="edge"/>
          <c:yMode val="edge"/>
          <c:x val="5.0000000000000001E-3"/>
          <c:y val="5.0000000000000001E-3"/>
          <c:w val="0.99"/>
          <c:h val="0.98750000000000004"/>
        </c:manualLayout>
      </c:layout>
      <c:pieChart>
        <c:varyColors val="0"/>
        <c:ser>
          <c:idx val="0"/>
          <c:order val="0"/>
          <c:tx>
            <c:strRef>
              <c:f>Sheet1!$A$2</c:f>
              <c:strCache>
                <c:ptCount val="1"/>
                <c:pt idx="0">
                  <c:v>Sales</c:v>
                </c:pt>
              </c:strCache>
            </c:strRef>
          </c:tx>
          <c:spPr>
            <a:solidFill>
              <a:srgbClr val="858685"/>
            </a:solidFill>
            <a:ln w="19050" cap="flat">
              <a:solidFill>
                <a:schemeClr val="accent4">
                  <a:lumOff val="58054"/>
                </a:schemeClr>
              </a:solidFill>
              <a:prstDash val="solid"/>
              <a:bevel/>
            </a:ln>
            <a:effectLst/>
          </c:spPr>
          <c:dPt>
            <c:idx val="0"/>
            <c:bubble3D val="0"/>
            <c:extLst>
              <c:ext xmlns:c16="http://schemas.microsoft.com/office/drawing/2014/chart" uri="{C3380CC4-5D6E-409C-BE32-E72D297353CC}">
                <c16:uniqueId val="{00000000-C410-204D-9600-1D3F8965BBC6}"/>
              </c:ext>
            </c:extLst>
          </c:dPt>
          <c:dPt>
            <c:idx val="1"/>
            <c:bubble3D val="0"/>
            <c:spPr>
              <a:solidFill>
                <a:srgbClr val="CCCDCB"/>
              </a:solidFill>
              <a:ln w="19050" cap="flat">
                <a:solidFill>
                  <a:schemeClr val="accent4">
                    <a:lumOff val="58054"/>
                  </a:schemeClr>
                </a:solidFill>
                <a:prstDash val="solid"/>
                <a:bevel/>
              </a:ln>
              <a:effectLst/>
            </c:spPr>
            <c:extLst>
              <c:ext xmlns:c16="http://schemas.microsoft.com/office/drawing/2014/chart" uri="{C3380CC4-5D6E-409C-BE32-E72D297353CC}">
                <c16:uniqueId val="{00000002-C410-204D-9600-1D3F8965BBC6}"/>
              </c:ext>
            </c:extLst>
          </c:dPt>
          <c:cat>
            <c:strRef>
              <c:f>Sheet1!$B$1:$C$1</c:f>
              <c:strCache>
                <c:ptCount val="2"/>
                <c:pt idx="0">
                  <c:v>1st Qtr</c:v>
                </c:pt>
                <c:pt idx="1">
                  <c:v>2nd Qtr</c:v>
                </c:pt>
              </c:strCache>
            </c:strRef>
          </c:cat>
          <c:val>
            <c:numRef>
              <c:f>Sheet1!$B$2:$C$2</c:f>
              <c:numCache>
                <c:formatCode>General</c:formatCode>
                <c:ptCount val="2"/>
                <c:pt idx="0">
                  <c:v>8</c:v>
                </c:pt>
                <c:pt idx="1">
                  <c:v>4.2</c:v>
                </c:pt>
              </c:numCache>
            </c:numRef>
          </c:val>
          <c:extLst>
            <c:ext xmlns:c16="http://schemas.microsoft.com/office/drawing/2014/chart" uri="{C3380CC4-5D6E-409C-BE32-E72D297353CC}">
              <c16:uniqueId val="{00000003-C410-204D-9600-1D3F8965BBC6}"/>
            </c:ext>
          </c:extLst>
        </c:ser>
        <c:dLbls>
          <c:showLegendKey val="0"/>
          <c:showVal val="0"/>
          <c:showCatName val="0"/>
          <c:showSerName val="0"/>
          <c:showPercent val="0"/>
          <c:showBubbleSize val="0"/>
          <c:showLeaderLines val="0"/>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autoTitleDeleted val="1"/>
    <c:plotArea>
      <c:layout>
        <c:manualLayout>
          <c:layoutTarget val="inner"/>
          <c:xMode val="edge"/>
          <c:yMode val="edge"/>
          <c:x val="5.0000000000000001E-3"/>
          <c:y val="5.0000000000000001E-3"/>
          <c:w val="0.99"/>
          <c:h val="0.98750000000000004"/>
        </c:manualLayout>
      </c:layout>
      <c:pieChart>
        <c:varyColors val="0"/>
        <c:ser>
          <c:idx val="0"/>
          <c:order val="0"/>
          <c:tx>
            <c:strRef>
              <c:f>Sheet1!$A$2</c:f>
              <c:strCache>
                <c:ptCount val="1"/>
                <c:pt idx="0">
                  <c:v>Sales</c:v>
                </c:pt>
              </c:strCache>
            </c:strRef>
          </c:tx>
          <c:spPr>
            <a:solidFill>
              <a:srgbClr val="858685"/>
            </a:solidFill>
            <a:ln w="19050" cap="flat">
              <a:solidFill>
                <a:schemeClr val="accent4">
                  <a:lumOff val="58054"/>
                </a:schemeClr>
              </a:solidFill>
              <a:prstDash val="solid"/>
              <a:bevel/>
            </a:ln>
            <a:effectLst/>
          </c:spPr>
          <c:dPt>
            <c:idx val="0"/>
            <c:bubble3D val="0"/>
            <c:extLst>
              <c:ext xmlns:c16="http://schemas.microsoft.com/office/drawing/2014/chart" uri="{C3380CC4-5D6E-409C-BE32-E72D297353CC}">
                <c16:uniqueId val="{00000000-A5F7-C745-8DC2-2D9B144901CC}"/>
              </c:ext>
            </c:extLst>
          </c:dPt>
          <c:dPt>
            <c:idx val="1"/>
            <c:bubble3D val="0"/>
            <c:spPr>
              <a:solidFill>
                <a:srgbClr val="CCCDCB"/>
              </a:solidFill>
              <a:ln w="19050" cap="flat">
                <a:solidFill>
                  <a:schemeClr val="accent4">
                    <a:lumOff val="58054"/>
                  </a:schemeClr>
                </a:solidFill>
                <a:prstDash val="solid"/>
                <a:bevel/>
              </a:ln>
              <a:effectLst/>
            </c:spPr>
            <c:extLst>
              <c:ext xmlns:c16="http://schemas.microsoft.com/office/drawing/2014/chart" uri="{C3380CC4-5D6E-409C-BE32-E72D297353CC}">
                <c16:uniqueId val="{00000002-A5F7-C745-8DC2-2D9B144901CC}"/>
              </c:ext>
            </c:extLst>
          </c:dPt>
          <c:cat>
            <c:strRef>
              <c:f>Sheet1!$B$1:$C$1</c:f>
              <c:strCache>
                <c:ptCount val="2"/>
                <c:pt idx="0">
                  <c:v>1st Qtr</c:v>
                </c:pt>
                <c:pt idx="1">
                  <c:v>2nd Qtr</c:v>
                </c:pt>
              </c:strCache>
            </c:strRef>
          </c:cat>
          <c:val>
            <c:numRef>
              <c:f>Sheet1!$B$2:$C$2</c:f>
              <c:numCache>
                <c:formatCode>General</c:formatCode>
                <c:ptCount val="2"/>
                <c:pt idx="0">
                  <c:v>8</c:v>
                </c:pt>
                <c:pt idx="1">
                  <c:v>4.2</c:v>
                </c:pt>
              </c:numCache>
            </c:numRef>
          </c:val>
          <c:extLst>
            <c:ext xmlns:c16="http://schemas.microsoft.com/office/drawing/2014/chart" uri="{C3380CC4-5D6E-409C-BE32-E72D297353CC}">
              <c16:uniqueId val="{00000003-A5F7-C745-8DC2-2D9B144901CC}"/>
            </c:ext>
          </c:extLst>
        </c:ser>
        <c:dLbls>
          <c:showLegendKey val="0"/>
          <c:showVal val="0"/>
          <c:showCatName val="0"/>
          <c:showSerName val="0"/>
          <c:showPercent val="0"/>
          <c:showBubbleSize val="0"/>
          <c:showLeaderLines val="0"/>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18"/>
  <c:chart>
    <c:autoTitleDeleted val="1"/>
    <c:plotArea>
      <c:layout>
        <c:manualLayout>
          <c:layoutTarget val="inner"/>
          <c:xMode val="edge"/>
          <c:yMode val="edge"/>
          <c:x val="5.0000000000000001E-3"/>
          <c:y val="5.0000000000000001E-3"/>
          <c:w val="0.99"/>
          <c:h val="0.98750000000000004"/>
        </c:manualLayout>
      </c:layout>
      <c:pieChart>
        <c:varyColors val="0"/>
        <c:ser>
          <c:idx val="0"/>
          <c:order val="0"/>
          <c:tx>
            <c:strRef>
              <c:f>Sheet1!$A$2</c:f>
              <c:strCache>
                <c:ptCount val="1"/>
                <c:pt idx="0">
                  <c:v>Sales</c:v>
                </c:pt>
              </c:strCache>
            </c:strRef>
          </c:tx>
          <c:spPr>
            <a:solidFill>
              <a:srgbClr val="858685"/>
            </a:solidFill>
            <a:ln w="19050" cap="flat">
              <a:solidFill>
                <a:schemeClr val="accent4">
                  <a:lumOff val="58054"/>
                </a:schemeClr>
              </a:solidFill>
              <a:prstDash val="solid"/>
              <a:bevel/>
            </a:ln>
            <a:effectLst/>
          </c:spPr>
          <c:dPt>
            <c:idx val="0"/>
            <c:bubble3D val="0"/>
            <c:extLst>
              <c:ext xmlns:c16="http://schemas.microsoft.com/office/drawing/2014/chart" uri="{C3380CC4-5D6E-409C-BE32-E72D297353CC}">
                <c16:uniqueId val="{00000000-C1CF-F949-BD0D-FDF3C00764A5}"/>
              </c:ext>
            </c:extLst>
          </c:dPt>
          <c:dPt>
            <c:idx val="1"/>
            <c:bubble3D val="0"/>
            <c:spPr>
              <a:solidFill>
                <a:srgbClr val="CCCDCB"/>
              </a:solidFill>
              <a:ln w="19050" cap="flat">
                <a:solidFill>
                  <a:schemeClr val="accent4">
                    <a:lumOff val="58054"/>
                  </a:schemeClr>
                </a:solidFill>
                <a:prstDash val="solid"/>
                <a:bevel/>
              </a:ln>
              <a:effectLst/>
            </c:spPr>
            <c:extLst>
              <c:ext xmlns:c16="http://schemas.microsoft.com/office/drawing/2014/chart" uri="{C3380CC4-5D6E-409C-BE32-E72D297353CC}">
                <c16:uniqueId val="{00000002-C1CF-F949-BD0D-FDF3C00764A5}"/>
              </c:ext>
            </c:extLst>
          </c:dPt>
          <c:cat>
            <c:strRef>
              <c:f>Sheet1!$B$1:$C$1</c:f>
              <c:strCache>
                <c:ptCount val="2"/>
                <c:pt idx="0">
                  <c:v>1st Qtr</c:v>
                </c:pt>
                <c:pt idx="1">
                  <c:v>2nd Qtr</c:v>
                </c:pt>
              </c:strCache>
            </c:strRef>
          </c:cat>
          <c:val>
            <c:numRef>
              <c:f>Sheet1!$B$2:$C$2</c:f>
              <c:numCache>
                <c:formatCode>General</c:formatCode>
                <c:ptCount val="2"/>
                <c:pt idx="0">
                  <c:v>8</c:v>
                </c:pt>
                <c:pt idx="1">
                  <c:v>4.2</c:v>
                </c:pt>
              </c:numCache>
            </c:numRef>
          </c:val>
          <c:extLst>
            <c:ext xmlns:c16="http://schemas.microsoft.com/office/drawing/2014/chart" uri="{C3380CC4-5D6E-409C-BE32-E72D297353CC}">
              <c16:uniqueId val="{00000003-C1CF-F949-BD0D-FDF3C00764A5}"/>
            </c:ext>
          </c:extLst>
        </c:ser>
        <c:dLbls>
          <c:showLegendKey val="0"/>
          <c:showVal val="0"/>
          <c:showCatName val="0"/>
          <c:showSerName val="0"/>
          <c:showPercent val="0"/>
          <c:showBubbleSize val="0"/>
          <c:showLeaderLines val="0"/>
        </c:dLbls>
        <c:firstSliceAng val="0"/>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9" name="Shape 29"/>
          <p:cNvSpPr>
            <a:spLocks noGrp="1" noRot="1" noChangeAspect="1"/>
          </p:cNvSpPr>
          <p:nvPr>
            <p:ph type="sldImg"/>
          </p:nvPr>
        </p:nvSpPr>
        <p:spPr>
          <a:xfrm>
            <a:off x="1143000" y="685800"/>
            <a:ext cx="4572000" cy="3429000"/>
          </a:xfrm>
          <a:prstGeom prst="rect">
            <a:avLst/>
          </a:prstGeom>
        </p:spPr>
        <p:txBody>
          <a:bodyPr/>
          <a:lstStyle/>
          <a:p>
            <a:endParaRPr/>
          </a:p>
        </p:txBody>
      </p:sp>
      <p:sp>
        <p:nvSpPr>
          <p:cNvPr id="30" name="Shape 30"/>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976189024"/>
      </p:ext>
    </p:extLst>
  </p:cSld>
  <p:clrMap bg1="lt1" tx1="dk1" bg2="lt2" tx2="dk2" accent1="accent1" accent2="accent2" accent3="accent3" accent4="accent4" accent5="accent5" accent6="accent6" hlink="hlink" folHlink="folHlink"/>
  <p:notesStyle>
    <a:lvl1pPr defTabSz="457200" latinLnBrk="0">
      <a:lnSpc>
        <a:spcPct val="125000"/>
      </a:lnSpc>
      <a:defRPr sz="5600">
        <a:latin typeface="+mn-lt"/>
        <a:ea typeface="+mn-ea"/>
        <a:cs typeface="+mn-cs"/>
        <a:sym typeface="Avenir Roman"/>
      </a:defRPr>
    </a:lvl1pPr>
    <a:lvl2pPr indent="228600" defTabSz="457200" latinLnBrk="0">
      <a:lnSpc>
        <a:spcPct val="125000"/>
      </a:lnSpc>
      <a:defRPr sz="5600">
        <a:latin typeface="+mn-lt"/>
        <a:ea typeface="+mn-ea"/>
        <a:cs typeface="+mn-cs"/>
        <a:sym typeface="Avenir Roman"/>
      </a:defRPr>
    </a:lvl2pPr>
    <a:lvl3pPr indent="457200" defTabSz="457200" latinLnBrk="0">
      <a:lnSpc>
        <a:spcPct val="125000"/>
      </a:lnSpc>
      <a:defRPr sz="5600">
        <a:latin typeface="+mn-lt"/>
        <a:ea typeface="+mn-ea"/>
        <a:cs typeface="+mn-cs"/>
        <a:sym typeface="Avenir Roman"/>
      </a:defRPr>
    </a:lvl3pPr>
    <a:lvl4pPr indent="685800" defTabSz="457200" latinLnBrk="0">
      <a:lnSpc>
        <a:spcPct val="125000"/>
      </a:lnSpc>
      <a:defRPr sz="5600">
        <a:latin typeface="+mn-lt"/>
        <a:ea typeface="+mn-ea"/>
        <a:cs typeface="+mn-cs"/>
        <a:sym typeface="Avenir Roman"/>
      </a:defRPr>
    </a:lvl4pPr>
    <a:lvl5pPr indent="914400" defTabSz="457200" latinLnBrk="0">
      <a:lnSpc>
        <a:spcPct val="125000"/>
      </a:lnSpc>
      <a:defRPr sz="5600">
        <a:latin typeface="+mn-lt"/>
        <a:ea typeface="+mn-ea"/>
        <a:cs typeface="+mn-cs"/>
        <a:sym typeface="Avenir Roman"/>
      </a:defRPr>
    </a:lvl5pPr>
    <a:lvl6pPr indent="1143000" defTabSz="457200" latinLnBrk="0">
      <a:lnSpc>
        <a:spcPct val="125000"/>
      </a:lnSpc>
      <a:defRPr sz="5600">
        <a:latin typeface="+mn-lt"/>
        <a:ea typeface="+mn-ea"/>
        <a:cs typeface="+mn-cs"/>
        <a:sym typeface="Avenir Roman"/>
      </a:defRPr>
    </a:lvl6pPr>
    <a:lvl7pPr indent="1371600" defTabSz="457200" latinLnBrk="0">
      <a:lnSpc>
        <a:spcPct val="125000"/>
      </a:lnSpc>
      <a:defRPr sz="5600">
        <a:latin typeface="+mn-lt"/>
        <a:ea typeface="+mn-ea"/>
        <a:cs typeface="+mn-cs"/>
        <a:sym typeface="Avenir Roman"/>
      </a:defRPr>
    </a:lvl7pPr>
    <a:lvl8pPr indent="1600200" defTabSz="457200" latinLnBrk="0">
      <a:lnSpc>
        <a:spcPct val="125000"/>
      </a:lnSpc>
      <a:defRPr sz="5600">
        <a:latin typeface="+mn-lt"/>
        <a:ea typeface="+mn-ea"/>
        <a:cs typeface="+mn-cs"/>
        <a:sym typeface="Avenir Roman"/>
      </a:defRPr>
    </a:lvl8pPr>
    <a:lvl9pPr indent="1828800" defTabSz="457200" latinLnBrk="0">
      <a:lnSpc>
        <a:spcPct val="125000"/>
      </a:lnSpc>
      <a:defRPr sz="5600">
        <a:latin typeface="+mn-lt"/>
        <a:ea typeface="+mn-ea"/>
        <a:cs typeface="+mn-cs"/>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hape 40"/>
          <p:cNvSpPr>
            <a:spLocks noGrp="1" noRot="1" noChangeAspect="1"/>
          </p:cNvSpPr>
          <p:nvPr>
            <p:ph type="sldImg"/>
          </p:nvPr>
        </p:nvSpPr>
        <p:spPr>
          <a:xfrm>
            <a:off x="381000" y="685800"/>
            <a:ext cx="6096000" cy="3429000"/>
          </a:xfrm>
          <a:prstGeom prst="rect">
            <a:avLst/>
          </a:prstGeom>
        </p:spPr>
        <p:txBody>
          <a:bodyPr/>
          <a:lstStyle/>
          <a:p>
            <a:endParaRPr/>
          </a:p>
        </p:txBody>
      </p:sp>
      <p:sp>
        <p:nvSpPr>
          <p:cNvPr id="41" name="Shape 41"/>
          <p:cNvSpPr>
            <a:spLocks noGrp="1"/>
          </p:cNvSpPr>
          <p:nvPr>
            <p:ph type="body" sz="quarter" idx="1"/>
          </p:nvPr>
        </p:nvSpPr>
        <p:spPr>
          <a:prstGeom prst="rect">
            <a:avLst/>
          </a:prstGeom>
        </p:spPr>
        <p:txBody>
          <a:bodyPr/>
          <a:lstStyle/>
          <a:p>
            <a:pPr defTabSz="914400">
              <a:lnSpc>
                <a:spcPct val="100000"/>
              </a:lnSpc>
              <a:defRPr sz="2800">
                <a:latin typeface="Calibri"/>
                <a:ea typeface="Calibri"/>
                <a:cs typeface="Calibri"/>
                <a:sym typeface="Calibri"/>
              </a:defRPr>
            </a:pPr>
            <a:endParaRPr b="1" dirty="0">
              <a:latin typeface="+mj-lt"/>
              <a:ea typeface="+mj-ea"/>
              <a:cs typeface="+mj-cs"/>
              <a:sym typeface="Helvetica"/>
            </a:endParaRPr>
          </a:p>
        </p:txBody>
      </p:sp>
    </p:spTree>
    <p:extLst>
      <p:ext uri="{BB962C8B-B14F-4D97-AF65-F5344CB8AC3E}">
        <p14:creationId xmlns:p14="http://schemas.microsoft.com/office/powerpoint/2010/main" val="338632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10845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461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85013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17845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44913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83941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29935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280478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83737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Shape 473"/>
          <p:cNvSpPr>
            <a:spLocks noGrp="1" noRot="1" noChangeAspect="1"/>
          </p:cNvSpPr>
          <p:nvPr>
            <p:ph type="sldImg"/>
          </p:nvPr>
        </p:nvSpPr>
        <p:spPr>
          <a:xfrm>
            <a:off x="381000" y="685800"/>
            <a:ext cx="6096000" cy="3429000"/>
          </a:xfrm>
          <a:prstGeom prst="rect">
            <a:avLst/>
          </a:prstGeom>
        </p:spPr>
        <p:txBody>
          <a:bodyPr/>
          <a:lstStyle/>
          <a:p>
            <a:endParaRPr/>
          </a:p>
        </p:txBody>
      </p:sp>
      <p:sp>
        <p:nvSpPr>
          <p:cNvPr id="474" name="Shape 474"/>
          <p:cNvSpPr>
            <a:spLocks noGrp="1"/>
          </p:cNvSpPr>
          <p:nvPr>
            <p:ph type="body" sz="quarter" idx="1"/>
          </p:nvPr>
        </p:nvSpPr>
        <p:spPr>
          <a:prstGeom prst="rect">
            <a:avLst/>
          </a:prstGeom>
        </p:spPr>
        <p:txBody>
          <a:bodyPr/>
          <a:lstStyle/>
          <a:p>
            <a:pPr defTabSz="914400">
              <a:lnSpc>
                <a:spcPct val="100000"/>
              </a:lnSpc>
              <a:defRPr sz="2800">
                <a:latin typeface="Calibri"/>
                <a:ea typeface="Calibri"/>
                <a:cs typeface="Calibri"/>
                <a:sym typeface="Calibri"/>
              </a:defRPr>
            </a:pPr>
            <a:endParaRPr b="1" dirty="0">
              <a:latin typeface="+mj-lt"/>
              <a:ea typeface="+mj-ea"/>
              <a:cs typeface="+mj-cs"/>
              <a:sym typeface="Helvetica"/>
            </a:endParaRPr>
          </a:p>
        </p:txBody>
      </p:sp>
    </p:spTree>
    <p:extLst>
      <p:ext uri="{BB962C8B-B14F-4D97-AF65-F5344CB8AC3E}">
        <p14:creationId xmlns:p14="http://schemas.microsoft.com/office/powerpoint/2010/main" val="10921280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 name="Shape 718"/>
          <p:cNvSpPr>
            <a:spLocks noGrp="1" noRot="1" noChangeAspect="1"/>
          </p:cNvSpPr>
          <p:nvPr>
            <p:ph type="sldImg"/>
          </p:nvPr>
        </p:nvSpPr>
        <p:spPr>
          <a:prstGeom prst="rect">
            <a:avLst/>
          </a:prstGeom>
        </p:spPr>
        <p:txBody>
          <a:bodyPr/>
          <a:lstStyle/>
          <a:p>
            <a:endParaRPr/>
          </a:p>
        </p:txBody>
      </p:sp>
      <p:sp>
        <p:nvSpPr>
          <p:cNvPr id="719" name="Shape 719"/>
          <p:cNvSpPr>
            <a:spLocks noGrp="1"/>
          </p:cNvSpPr>
          <p:nvPr>
            <p:ph type="body" sz="quarter" idx="1"/>
          </p:nvPr>
        </p:nvSpPr>
        <p:spPr>
          <a:prstGeom prst="rect">
            <a:avLst/>
          </a:prstGeom>
        </p:spPr>
        <p:txBody>
          <a:bodyPr/>
          <a:lstStyle/>
          <a:p>
            <a:pPr defTabSz="914400">
              <a:lnSpc>
                <a:spcPct val="100000"/>
              </a:lnSpc>
              <a:defRPr sz="2800">
                <a:latin typeface="Calibri"/>
                <a:ea typeface="Calibri"/>
                <a:cs typeface="Calibri"/>
                <a:sym typeface="Calibri"/>
              </a:defRPr>
            </a:pPr>
            <a:endParaRPr b="1" dirty="0">
              <a:latin typeface="+mj-lt"/>
              <a:ea typeface="+mj-ea"/>
              <a:cs typeface="+mj-cs"/>
              <a:sym typeface="Helvetica"/>
            </a:endParaRPr>
          </a:p>
        </p:txBody>
      </p:sp>
    </p:spTree>
    <p:extLst>
      <p:ext uri="{BB962C8B-B14F-4D97-AF65-F5344CB8AC3E}">
        <p14:creationId xmlns:p14="http://schemas.microsoft.com/office/powerpoint/2010/main" val="8535230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Section Header">
    <p:spTree>
      <p:nvGrpSpPr>
        <p:cNvPr id="1" name=""/>
        <p:cNvGrpSpPr/>
        <p:nvPr/>
      </p:nvGrpSpPr>
      <p:grpSpPr>
        <a:xfrm>
          <a:off x="0" y="0"/>
          <a:ext cx="0" cy="0"/>
          <a:chOff x="0" y="0"/>
          <a:chExt cx="0" cy="0"/>
        </a:xfrm>
      </p:grpSpPr>
      <p:sp>
        <p:nvSpPr>
          <p:cNvPr id="11" name="Rectangle"/>
          <p:cNvSpPr/>
          <p:nvPr/>
        </p:nvSpPr>
        <p:spPr>
          <a:xfrm>
            <a:off x="1245926" y="12735286"/>
            <a:ext cx="934485" cy="453025"/>
          </a:xfrm>
          <a:prstGeom prst="rect">
            <a:avLst/>
          </a:prstGeom>
          <a:solidFill>
            <a:srgbClr val="D9D9D9"/>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2" name="Title Text"/>
          <p:cNvSpPr txBox="1">
            <a:spLocks noGrp="1"/>
          </p:cNvSpPr>
          <p:nvPr>
            <p:ph type="title"/>
          </p:nvPr>
        </p:nvSpPr>
        <p:spPr>
          <a:xfrm>
            <a:off x="1088492" y="796543"/>
            <a:ext cx="19468034" cy="1354799"/>
          </a:xfrm>
          <a:prstGeom prst="rect">
            <a:avLst/>
          </a:prstGeom>
        </p:spPr>
        <p:txBody>
          <a:bodyPr anchor="b"/>
          <a:lstStyle>
            <a:lvl1pPr>
              <a:defRPr sz="7300">
                <a:solidFill>
                  <a:srgbClr val="545454"/>
                </a:solidFill>
                <a:latin typeface="Avenir Book"/>
                <a:ea typeface="Avenir Book"/>
                <a:cs typeface="Avenir Book"/>
                <a:sym typeface="Avenir Book"/>
              </a:defRPr>
            </a:lvl1pPr>
          </a:lstStyle>
          <a:p>
            <a:r>
              <a:t>Title Text</a:t>
            </a:r>
          </a:p>
        </p:txBody>
      </p:sp>
      <p:sp>
        <p:nvSpPr>
          <p:cNvPr id="13" name="Body Level One…"/>
          <p:cNvSpPr txBox="1">
            <a:spLocks noGrp="1"/>
          </p:cNvSpPr>
          <p:nvPr>
            <p:ph type="body" sz="quarter" idx="1"/>
          </p:nvPr>
        </p:nvSpPr>
        <p:spPr>
          <a:xfrm>
            <a:off x="1147013" y="2175760"/>
            <a:ext cx="19409513" cy="752040"/>
          </a:xfrm>
          <a:prstGeom prst="rect">
            <a:avLst/>
          </a:prstGeom>
        </p:spPr>
        <p:txBody>
          <a:bodyPr/>
          <a:lstStyle>
            <a:lvl1pPr marL="0" indent="0">
              <a:buSzTx/>
              <a:buFontTx/>
              <a:buNone/>
              <a:defRPr sz="3300">
                <a:solidFill>
                  <a:srgbClr val="545454"/>
                </a:solidFill>
                <a:latin typeface="Helvetica Light"/>
                <a:ea typeface="Helvetica Light"/>
                <a:cs typeface="Helvetica Light"/>
                <a:sym typeface="Helvetica Light"/>
              </a:defRPr>
            </a:lvl1pPr>
            <a:lvl2pPr marL="0" indent="457200">
              <a:buSzTx/>
              <a:buFontTx/>
              <a:buNone/>
              <a:defRPr sz="3300">
                <a:solidFill>
                  <a:srgbClr val="344555"/>
                </a:solidFill>
                <a:latin typeface="+mj-lt"/>
                <a:ea typeface="+mj-ea"/>
                <a:cs typeface="+mj-cs"/>
                <a:sym typeface="Helvetica"/>
              </a:defRPr>
            </a:lvl2pPr>
            <a:lvl3pPr marL="0" indent="914400">
              <a:buSzTx/>
              <a:buFontTx/>
              <a:buNone/>
              <a:defRPr sz="3300">
                <a:solidFill>
                  <a:srgbClr val="344555"/>
                </a:solidFill>
                <a:latin typeface="+mj-lt"/>
                <a:ea typeface="+mj-ea"/>
                <a:cs typeface="+mj-cs"/>
                <a:sym typeface="Helvetica"/>
              </a:defRPr>
            </a:lvl3pPr>
            <a:lvl4pPr marL="0" indent="1371600">
              <a:buSzTx/>
              <a:buFontTx/>
              <a:buNone/>
              <a:defRPr sz="3300">
                <a:solidFill>
                  <a:srgbClr val="344555"/>
                </a:solidFill>
                <a:latin typeface="+mj-lt"/>
                <a:ea typeface="+mj-ea"/>
                <a:cs typeface="+mj-cs"/>
                <a:sym typeface="Helvetica"/>
              </a:defRPr>
            </a:lvl4pPr>
            <a:lvl5pPr marL="0" indent="1828800">
              <a:buSzTx/>
              <a:buFontTx/>
              <a:buNone/>
              <a:defRPr sz="3300">
                <a:solidFill>
                  <a:srgbClr val="344555"/>
                </a:solidFill>
                <a:latin typeface="+mj-lt"/>
                <a:ea typeface="+mj-ea"/>
                <a:cs typeface="+mj-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xfrm>
            <a:off x="1238083" y="12680620"/>
            <a:ext cx="950171" cy="524257"/>
          </a:xfrm>
          <a:prstGeom prst="rect">
            <a:avLst/>
          </a:prstGeom>
        </p:spPr>
        <p:txBody>
          <a:bodyPr anchor="t"/>
          <a:lstStyle>
            <a:lvl1pPr algn="ctr">
              <a:defRPr sz="2000" b="1">
                <a:solidFill>
                  <a:schemeClr val="accent4">
                    <a:lumOff val="58054"/>
                  </a:schemeClr>
                </a:solidFill>
                <a:latin typeface="+mj-lt"/>
                <a:ea typeface="+mj-ea"/>
                <a:cs typeface="+mj-cs"/>
                <a:sym typeface="Helvetica"/>
              </a:defRPr>
            </a:lvl1pPr>
          </a:lstStyle>
          <a:p>
            <a:fld id="{86CB4B4D-7CA3-9044-876B-883B54F8677D}" type="slidenum">
              <a:t>‹#›</a:t>
            </a:fld>
            <a:endParaRPr/>
          </a:p>
        </p:txBody>
      </p:sp>
      <p:sp>
        <p:nvSpPr>
          <p:cNvPr id="15" name="Line"/>
          <p:cNvSpPr/>
          <p:nvPr/>
        </p:nvSpPr>
        <p:spPr>
          <a:xfrm>
            <a:off x="1267745" y="2168496"/>
            <a:ext cx="21848509" cy="1"/>
          </a:xfrm>
          <a:prstGeom prst="line">
            <a:avLst/>
          </a:prstGeom>
          <a:ln w="12700">
            <a:solidFill>
              <a:srgbClr val="D9D9D9"/>
            </a:solidFill>
            <a:miter/>
          </a:ln>
        </p:spPr>
        <p:txBody>
          <a:bodyPr lIns="109727" tIns="109727" rIns="109727" bIns="109727"/>
          <a:lstStyle/>
          <a:p>
            <a:pPr defTabSz="457200">
              <a:defRPr sz="2800">
                <a:solidFill>
                  <a:srgbClr val="000000"/>
                </a:solidFill>
                <a:latin typeface="+mj-lt"/>
                <a:ea typeface="+mj-ea"/>
                <a:cs typeface="+mj-cs"/>
                <a:sym typeface="Helvetica"/>
              </a:defRPr>
            </a:pPr>
            <a:endParaRPr/>
          </a:p>
        </p:txBody>
      </p:sp>
      <p:sp>
        <p:nvSpPr>
          <p:cNvPr id="16" name="Line"/>
          <p:cNvSpPr/>
          <p:nvPr/>
        </p:nvSpPr>
        <p:spPr>
          <a:xfrm>
            <a:off x="1385626" y="12741636"/>
            <a:ext cx="21279242" cy="1"/>
          </a:xfrm>
          <a:prstGeom prst="line">
            <a:avLst/>
          </a:prstGeom>
          <a:ln w="12700">
            <a:solidFill>
              <a:srgbClr val="D9D9D9"/>
            </a:solidFill>
            <a:miter/>
          </a:ln>
        </p:spPr>
        <p:txBody>
          <a:bodyPr lIns="109727" tIns="109727" rIns="109727" bIns="109727"/>
          <a:lstStyle/>
          <a:p>
            <a:pPr defTabSz="457200">
              <a:defRPr sz="2800">
                <a:solidFill>
                  <a:srgbClr val="000000"/>
                </a:solidFill>
                <a:latin typeface="+mj-lt"/>
                <a:ea typeface="+mj-ea"/>
                <a:cs typeface="+mj-cs"/>
                <a:sym typeface="Helvetica"/>
              </a:defRPr>
            </a:pPr>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Off val="58054"/>
          </a:schemeClr>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2316479" y="184149"/>
            <a:ext cx="19751042" cy="3016251"/>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ctr"/>
          <a:lstStyle/>
          <a:p>
            <a:r>
              <a:t>Title Text</a:t>
            </a:r>
          </a:p>
        </p:txBody>
      </p:sp>
      <p:sp>
        <p:nvSpPr>
          <p:cNvPr id="3" name="Body Level One…"/>
          <p:cNvSpPr txBox="1">
            <a:spLocks noGrp="1"/>
          </p:cNvSpPr>
          <p:nvPr>
            <p:ph type="body" idx="1"/>
          </p:nvPr>
        </p:nvSpPr>
        <p:spPr>
          <a:xfrm>
            <a:off x="2316479" y="3200399"/>
            <a:ext cx="19751042" cy="10515602"/>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16946880" y="12344400"/>
            <a:ext cx="5120641" cy="736601"/>
          </a:xfrm>
          <a:prstGeom prst="rect">
            <a:avLst/>
          </a:prstGeom>
          <a:ln w="25400">
            <a:miter lim="400000"/>
          </a:ln>
        </p:spPr>
        <p:txBody>
          <a:bodyPr lIns="109727" tIns="109727" rIns="109727" bIns="109727" anchor="ctr">
            <a:spAutoFit/>
          </a:bodyPr>
          <a:lstStyle>
            <a:lvl1pPr algn="r">
              <a:defRPr sz="28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p:titleStyle>
    <p:bodyStyle>
      <a:lvl1pPr marL="538842" marR="0" indent="-538842"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1pPr>
      <a:lvl2pPr marL="1085850" marR="0" indent="-62865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2pPr>
      <a:lvl3pPr marL="1668779" marR="0" indent="-754379"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3pPr>
      <a:lvl4pPr marL="22098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4pPr>
      <a:lvl5pPr marL="26670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5pPr>
      <a:lvl6pPr marL="31242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6pPr>
      <a:lvl7pPr marL="35814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7pPr>
      <a:lvl8pPr marL="40386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8pPr>
      <a:lvl9pPr marL="4495800" marR="0" indent="-838200" algn="l" defTabSz="914400" rtl="0" latinLnBrk="0">
        <a:lnSpc>
          <a:spcPct val="90000"/>
        </a:lnSpc>
        <a:spcBef>
          <a:spcPts val="1000"/>
        </a:spcBef>
        <a:spcAft>
          <a:spcPts val="0"/>
        </a:spcAft>
        <a:buClrTx/>
        <a:buSzPct val="100000"/>
        <a:buFont typeface="Arial"/>
        <a:buChar char="•"/>
        <a:tabLst/>
        <a:defRPr sz="6600" b="0" i="0" u="none" strike="noStrike" cap="none" spc="0" baseline="0">
          <a:ln>
            <a:noFill/>
          </a:ln>
          <a:solidFill>
            <a:srgbClr val="44546A"/>
          </a:solidFill>
          <a:uFillTx/>
          <a:latin typeface="Calibri"/>
          <a:ea typeface="Calibri"/>
          <a:cs typeface="Calibri"/>
          <a:sym typeface="Calibri"/>
        </a:defRPr>
      </a:lvl9pPr>
    </p:bodyStyle>
    <p:otherStyle>
      <a:lvl1pPr marL="0" marR="0" indent="0"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1pPr>
      <a:lvl2pPr marL="0" marR="0" indent="356615"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2pPr>
      <a:lvl3pPr marL="0" marR="0" indent="713231"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3pPr>
      <a:lvl4pPr marL="0" marR="0" indent="1069847"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4pPr>
      <a:lvl5pPr marL="0" marR="0" indent="1426463"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5pPr>
      <a:lvl6pPr marL="0" marR="0" indent="1783079"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6pPr>
      <a:lvl7pPr marL="0" marR="0" indent="2139695"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7pPr>
      <a:lvl8pPr marL="0" marR="0" indent="2496311"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8pPr>
      <a:lvl9pPr marL="0" marR="0" indent="2852927" algn="r" defTabSz="713231" rtl="0" latinLnBrk="0">
        <a:lnSpc>
          <a:spcPct val="100000"/>
        </a:lnSpc>
        <a:spcBef>
          <a:spcPts val="0"/>
        </a:spcBef>
        <a:spcAft>
          <a:spcPts val="0"/>
        </a:spcAft>
        <a:buClrTx/>
        <a:buSzTx/>
        <a:buFontTx/>
        <a:buNone/>
        <a:tabLst/>
        <a:defRPr sz="28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32" name="Shape"/>
          <p:cNvSpPr/>
          <p:nvPr/>
        </p:nvSpPr>
        <p:spPr>
          <a:xfrm rot="10800000" flipH="1">
            <a:off x="0" y="11821116"/>
            <a:ext cx="24384000" cy="18948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4152"/>
                  <a:pt x="0" y="14152"/>
                  <a:pt x="0" y="14152"/>
                </a:cubicBezTo>
                <a:cubicBezTo>
                  <a:pt x="4065" y="14152"/>
                  <a:pt x="4065" y="14152"/>
                  <a:pt x="4065" y="14152"/>
                </a:cubicBezTo>
                <a:cubicBezTo>
                  <a:pt x="7447" y="14152"/>
                  <a:pt x="8422" y="21600"/>
                  <a:pt x="10829" y="21600"/>
                </a:cubicBezTo>
                <a:cubicBezTo>
                  <a:pt x="13412" y="21600"/>
                  <a:pt x="14748" y="14152"/>
                  <a:pt x="17574" y="14152"/>
                </a:cubicBezTo>
                <a:cubicBezTo>
                  <a:pt x="21600" y="14152"/>
                  <a:pt x="21600" y="14152"/>
                  <a:pt x="21600" y="14152"/>
                </a:cubicBezTo>
                <a:cubicBezTo>
                  <a:pt x="21600" y="0"/>
                  <a:pt x="21600" y="0"/>
                  <a:pt x="21600" y="0"/>
                </a:cubicBezTo>
                <a:lnTo>
                  <a:pt x="0" y="0"/>
                </a:lnTo>
                <a:close/>
              </a:path>
            </a:pathLst>
          </a:custGeom>
          <a:solidFill>
            <a:srgbClr val="243646"/>
          </a:solidFill>
          <a:ln w="25400">
            <a:miter lim="400000"/>
          </a:ln>
        </p:spPr>
        <p:txBody>
          <a:bodyPr lIns="109727" tIns="109727" rIns="109727" bIns="109727"/>
          <a:lstStyle/>
          <a:p>
            <a:endParaRPr/>
          </a:p>
        </p:txBody>
      </p:sp>
      <p:sp>
        <p:nvSpPr>
          <p:cNvPr id="34" name="Product Roadmap Kit"/>
          <p:cNvSpPr txBox="1"/>
          <p:nvPr/>
        </p:nvSpPr>
        <p:spPr>
          <a:xfrm>
            <a:off x="9974224" y="8182239"/>
            <a:ext cx="4519248" cy="89870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latin typeface="Avenir Book"/>
                <a:ea typeface="Avenir Book"/>
                <a:cs typeface="Avenir Book"/>
                <a:sym typeface="Avenir Book"/>
              </a:defRPr>
            </a:pPr>
            <a:r>
              <a:rPr lang="en-US" sz="4400">
                <a:solidFill>
                  <a:schemeClr val="accent4">
                    <a:lumOff val="58054"/>
                  </a:schemeClr>
                </a:solidFill>
                <a:latin typeface="Helvetica Light" charset="0"/>
                <a:ea typeface="Helvetica Light" charset="0"/>
                <a:cs typeface="Helvetica Light" charset="0"/>
              </a:rPr>
              <a:t>Training Strategy</a:t>
            </a:r>
            <a:endParaRPr sz="4400" dirty="0">
              <a:solidFill>
                <a:schemeClr val="accent4">
                  <a:lumOff val="58054"/>
                </a:schemeClr>
              </a:solidFill>
              <a:latin typeface="Helvetica Light" charset="0"/>
              <a:ea typeface="Helvetica Light" charset="0"/>
              <a:cs typeface="Helvetica Light" charset="0"/>
              <a:sym typeface="Avenir Heavy"/>
            </a:endParaRPr>
          </a:p>
        </p:txBody>
      </p:sp>
      <p:sp>
        <p:nvSpPr>
          <p:cNvPr id="37" name="[Product Name]"/>
          <p:cNvSpPr txBox="1"/>
          <p:nvPr/>
        </p:nvSpPr>
        <p:spPr>
          <a:xfrm>
            <a:off x="8176322" y="6115892"/>
            <a:ext cx="8323174" cy="206825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sz="12000"/>
            </a:pPr>
            <a:r>
              <a:rPr dirty="0">
                <a:solidFill>
                  <a:schemeClr val="accent4">
                    <a:lumOff val="58054"/>
                  </a:schemeClr>
                </a:solidFill>
                <a:latin typeface="PT Sans Narrow" charset="-52"/>
                <a:ea typeface="PT Sans Narrow" charset="-52"/>
                <a:cs typeface="PT Sans Narrow" charset="-52"/>
                <a:sym typeface="Avenir Heavy"/>
              </a:rPr>
              <a:t>[</a:t>
            </a:r>
            <a:r>
              <a:rPr lang="en-US" dirty="0">
                <a:solidFill>
                  <a:schemeClr val="accent4">
                    <a:lumOff val="58054"/>
                  </a:schemeClr>
                </a:solidFill>
                <a:latin typeface="PT Sans Narrow" charset="-52"/>
                <a:ea typeface="PT Sans Narrow" charset="-52"/>
                <a:cs typeface="PT Sans Narrow" charset="-52"/>
                <a:sym typeface="Avenir Heavy"/>
              </a:rPr>
              <a:t>Course</a:t>
            </a:r>
            <a:r>
              <a:rPr dirty="0">
                <a:solidFill>
                  <a:schemeClr val="accent4">
                    <a:lumOff val="58054"/>
                  </a:schemeClr>
                </a:solidFill>
                <a:latin typeface="PT Sans Narrow" charset="-52"/>
                <a:ea typeface="PT Sans Narrow" charset="-52"/>
                <a:cs typeface="PT Sans Narrow" charset="-52"/>
                <a:sym typeface="Avenir Heavy"/>
              </a:rPr>
              <a:t> Name]</a:t>
            </a:r>
            <a:r>
              <a:rPr b="1" dirty="0">
                <a:solidFill>
                  <a:schemeClr val="accent4">
                    <a:lumOff val="58054"/>
                  </a:schemeClr>
                </a:solidFill>
                <a:latin typeface="PT Sans Narrow" charset="-52"/>
                <a:ea typeface="PT Sans Narrow" charset="-52"/>
                <a:cs typeface="PT Sans Narrow" charset="-52"/>
                <a:sym typeface="Helvetica"/>
              </a:rPr>
              <a:t> </a:t>
            </a:r>
          </a:p>
        </p:txBody>
      </p:sp>
      <p:sp>
        <p:nvSpPr>
          <p:cNvPr id="38" name="Circle"/>
          <p:cNvSpPr/>
          <p:nvPr/>
        </p:nvSpPr>
        <p:spPr>
          <a:xfrm>
            <a:off x="10679861" y="2736607"/>
            <a:ext cx="3185469" cy="3185475"/>
          </a:xfrm>
          <a:prstGeom prst="ellipse">
            <a:avLst/>
          </a:prstGeom>
          <a:solidFill>
            <a:schemeClr val="accent3">
              <a:lumOff val="25098"/>
            </a:schemeClr>
          </a:solidFill>
          <a:ln w="127000">
            <a:solidFill>
              <a:srgbClr val="949494"/>
            </a:solidFill>
            <a:miter lim="400000"/>
          </a:ln>
        </p:spPr>
        <p:txBody>
          <a:bodyPr lIns="109727" tIns="109727" rIns="109727" bIns="109727" anchor="ctr"/>
          <a:lstStyle/>
          <a:p>
            <a:pPr algn="ctr">
              <a:defRPr>
                <a:solidFill>
                  <a:schemeClr val="accent4">
                    <a:lumOff val="58054"/>
                  </a:schemeClr>
                </a:solidFill>
              </a:defRPr>
            </a:pPr>
            <a:endParaRPr/>
          </a:p>
        </p:txBody>
      </p:sp>
      <p:sp>
        <p:nvSpPr>
          <p:cNvPr id="39" name="Company…"/>
          <p:cNvSpPr txBox="1"/>
          <p:nvPr/>
        </p:nvSpPr>
        <p:spPr>
          <a:xfrm>
            <a:off x="10851203" y="3876515"/>
            <a:ext cx="2842786" cy="1191093"/>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sz="3500">
                <a:solidFill>
                  <a:schemeClr val="accent4">
                    <a:lumOff val="58054"/>
                  </a:schemeClr>
                </a:solidFill>
                <a:latin typeface="Avenir Heavy"/>
                <a:ea typeface="Avenir Heavy"/>
                <a:cs typeface="Avenir Heavy"/>
                <a:sym typeface="Avenir Heavy"/>
              </a:defRPr>
            </a:pPr>
            <a:r>
              <a:rPr b="1" dirty="0">
                <a:latin typeface="Helvetica Light" charset="0"/>
                <a:ea typeface="Helvetica Light" charset="0"/>
                <a:cs typeface="Helvetica Light" charset="0"/>
              </a:rPr>
              <a:t>Company</a:t>
            </a:r>
          </a:p>
          <a:p>
            <a:pPr algn="ctr">
              <a:lnSpc>
                <a:spcPct val="90000"/>
              </a:lnSpc>
              <a:defRPr sz="3500">
                <a:solidFill>
                  <a:schemeClr val="accent4">
                    <a:lumOff val="58054"/>
                  </a:schemeClr>
                </a:solidFill>
                <a:latin typeface="Avenir Heavy"/>
                <a:ea typeface="Avenir Heavy"/>
                <a:cs typeface="Avenir Heavy"/>
                <a:sym typeface="Avenir Heavy"/>
              </a:defRPr>
            </a:pPr>
            <a:r>
              <a:rPr b="1" dirty="0">
                <a:latin typeface="Helvetica Light" charset="0"/>
                <a:ea typeface="Helvetica Light" charset="0"/>
                <a:cs typeface="Helvetica Light" charset="0"/>
              </a:rPr>
              <a:t>Logo</a:t>
            </a:r>
          </a:p>
        </p:txBody>
      </p:sp>
      <p:sp>
        <p:nvSpPr>
          <p:cNvPr id="10" name="Shape"/>
          <p:cNvSpPr/>
          <p:nvPr/>
        </p:nvSpPr>
        <p:spPr>
          <a:xfrm rot="16200000">
            <a:off x="11928837" y="12200654"/>
            <a:ext cx="594901" cy="119311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781"/>
                </a:lnTo>
                <a:lnTo>
                  <a:pt x="10042" y="10800"/>
                </a:lnTo>
                <a:lnTo>
                  <a:pt x="0" y="15819"/>
                </a:lnTo>
                <a:lnTo>
                  <a:pt x="0" y="21600"/>
                </a:lnTo>
                <a:lnTo>
                  <a:pt x="21600" y="10800"/>
                </a:lnTo>
                <a:lnTo>
                  <a:pt x="0" y="0"/>
                </a:lnTo>
                <a:close/>
              </a:path>
            </a:pathLst>
          </a:custGeom>
          <a:solidFill>
            <a:schemeClr val="accent4">
              <a:lumOff val="58054"/>
            </a:schemeClr>
          </a:solidFill>
          <a:ln w="12700">
            <a:miter lim="400000"/>
          </a:ln>
        </p:spPr>
        <p:txBody>
          <a:bodyPr lIns="109727" tIns="109727" rIns="109727" bIns="109727"/>
          <a:lstStyle/>
          <a:p>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2</a:t>
            </a:fld>
            <a:endParaRPr/>
          </a:p>
        </p:txBody>
      </p:sp>
      <p:sp>
        <p:nvSpPr>
          <p:cNvPr id="90" name="Text"/>
          <p:cNvSpPr txBox="1"/>
          <p:nvPr/>
        </p:nvSpPr>
        <p:spPr>
          <a:xfrm>
            <a:off x="1238083" y="12680620"/>
            <a:ext cx="950171" cy="5242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defRPr sz="2000" b="1">
                <a:solidFill>
                  <a:schemeClr val="accent4">
                    <a:lumOff val="58054"/>
                  </a:schemeClr>
                </a:solidFill>
                <a:latin typeface="+mj-lt"/>
                <a:ea typeface="+mj-ea"/>
                <a:cs typeface="+mj-cs"/>
                <a:sym typeface="Helvetica"/>
              </a:defRPr>
            </a:pPr>
            <a:fld id="{86CB4B4D-7CA3-9044-876B-883B54F8677D}" type="slidenum">
              <a:t>2</a:t>
            </a:fld>
            <a:r>
              <a:t>￼</a:t>
            </a:r>
          </a:p>
        </p:txBody>
      </p:sp>
      <p:sp>
        <p:nvSpPr>
          <p:cNvPr id="94" name="Shape"/>
          <p:cNvSpPr/>
          <p:nvPr/>
        </p:nvSpPr>
        <p:spPr>
          <a:xfrm>
            <a:off x="9245019" y="4617626"/>
            <a:ext cx="5796666" cy="580321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9B9B9B"/>
          </a:solidFill>
          <a:ln w="381000">
            <a:solidFill>
              <a:srgbClr val="9B9B9B"/>
            </a:solidFill>
            <a:miter lim="400000"/>
          </a:ln>
        </p:spPr>
        <p:txBody>
          <a:bodyPr lIns="109727" tIns="109727" rIns="109727" bIns="109727"/>
          <a:lstStyle/>
          <a:p>
            <a:endParaRPr/>
          </a:p>
        </p:txBody>
      </p:sp>
      <p:sp>
        <p:nvSpPr>
          <p:cNvPr id="95" name="Circle"/>
          <p:cNvSpPr/>
          <p:nvPr/>
        </p:nvSpPr>
        <p:spPr>
          <a:xfrm>
            <a:off x="10766217" y="6074164"/>
            <a:ext cx="2841966" cy="2841970"/>
          </a:xfrm>
          <a:prstGeom prst="ellipse">
            <a:avLst/>
          </a:prstGeom>
          <a:solidFill>
            <a:srgbClr val="9B9B9B"/>
          </a:solidFill>
          <a:ln w="25400">
            <a:miter lim="400000"/>
          </a:ln>
        </p:spPr>
        <p:txBody>
          <a:bodyPr lIns="109727" tIns="109727" rIns="109727" bIns="109727" anchor="ctr"/>
          <a:lstStyle/>
          <a:p>
            <a:endParaRPr/>
          </a:p>
        </p:txBody>
      </p:sp>
      <p:sp>
        <p:nvSpPr>
          <p:cNvPr id="96" name="Circle"/>
          <p:cNvSpPr/>
          <p:nvPr/>
        </p:nvSpPr>
        <p:spPr>
          <a:xfrm>
            <a:off x="10924528" y="6232473"/>
            <a:ext cx="2525344" cy="2525348"/>
          </a:xfrm>
          <a:prstGeom prst="ellipse">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solidFill>
                <a:srgbClr val="243646"/>
              </a:solidFill>
            </a:endParaRPr>
          </a:p>
        </p:txBody>
      </p:sp>
      <p:sp>
        <p:nvSpPr>
          <p:cNvPr id="98" name="Rounded Rectangle"/>
          <p:cNvSpPr/>
          <p:nvPr/>
        </p:nvSpPr>
        <p:spPr>
          <a:xfrm>
            <a:off x="13257884" y="8794431"/>
            <a:ext cx="3977130" cy="827734"/>
          </a:xfrm>
          <a:prstGeom prst="roundRect">
            <a:avLst>
              <a:gd name="adj" fmla="val 50000"/>
            </a:avLst>
          </a:prstGeom>
          <a:solidFill>
            <a:srgbClr val="243646"/>
          </a:solidFill>
          <a:ln w="25400">
            <a:miter lim="400000"/>
          </a:ln>
        </p:spPr>
        <p:txBody>
          <a:bodyPr lIns="109727" tIns="109727" rIns="109727" bIns="109727" anchor="ctr"/>
          <a:lstStyle/>
          <a:p>
            <a:endParaRPr>
              <a:solidFill>
                <a:srgbClr val="243646"/>
              </a:solidFill>
            </a:endParaRPr>
          </a:p>
        </p:txBody>
      </p:sp>
      <p:sp>
        <p:nvSpPr>
          <p:cNvPr id="102" name="Rounded Rectangle"/>
          <p:cNvSpPr/>
          <p:nvPr/>
        </p:nvSpPr>
        <p:spPr>
          <a:xfrm>
            <a:off x="7197524" y="8766367"/>
            <a:ext cx="3977130" cy="827734"/>
          </a:xfrm>
          <a:prstGeom prst="roundRect">
            <a:avLst>
              <a:gd name="adj" fmla="val 50000"/>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solidFill>
                <a:srgbClr val="243646"/>
              </a:solidFill>
            </a:endParaRPr>
          </a:p>
        </p:txBody>
      </p:sp>
      <p:sp>
        <p:nvSpPr>
          <p:cNvPr id="105" name="Create Epics, User Stories, and Requirements"/>
          <p:cNvSpPr txBox="1"/>
          <p:nvPr/>
        </p:nvSpPr>
        <p:spPr>
          <a:xfrm>
            <a:off x="14893487" y="9885757"/>
            <a:ext cx="4004684"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Create and Organize Learner Stories</a:t>
            </a:r>
            <a:endParaRPr sz="1800" dirty="0"/>
          </a:p>
        </p:txBody>
      </p:sp>
      <p:sp>
        <p:nvSpPr>
          <p:cNvPr id="106" name="Build and Test"/>
          <p:cNvSpPr txBox="1"/>
          <p:nvPr/>
        </p:nvSpPr>
        <p:spPr>
          <a:xfrm>
            <a:off x="14893487" y="10819314"/>
            <a:ext cx="274793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dirty="0"/>
              <a:t>Build </a:t>
            </a:r>
            <a:r>
              <a:rPr lang="en-US" sz="1800" dirty="0"/>
              <a:t>and Test Prototype</a:t>
            </a:r>
            <a:endParaRPr sz="1800" dirty="0"/>
          </a:p>
        </p:txBody>
      </p:sp>
      <p:sp>
        <p:nvSpPr>
          <p:cNvPr id="107" name="Create Product Roadmap"/>
          <p:cNvSpPr txBox="1"/>
          <p:nvPr/>
        </p:nvSpPr>
        <p:spPr>
          <a:xfrm>
            <a:off x="14893487" y="10352536"/>
            <a:ext cx="300441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Gather and Create Content</a:t>
            </a:r>
            <a:endParaRPr sz="1800" dirty="0"/>
          </a:p>
        </p:txBody>
      </p:sp>
      <p:sp>
        <p:nvSpPr>
          <p:cNvPr id="108" name="Shape"/>
          <p:cNvSpPr/>
          <p:nvPr/>
        </p:nvSpPr>
        <p:spPr>
          <a:xfrm>
            <a:off x="14664230" y="10096194"/>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09" name="Shape"/>
          <p:cNvSpPr/>
          <p:nvPr/>
        </p:nvSpPr>
        <p:spPr>
          <a:xfrm>
            <a:off x="14664230" y="10560835"/>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10" name="Shape"/>
          <p:cNvSpPr/>
          <p:nvPr/>
        </p:nvSpPr>
        <p:spPr>
          <a:xfrm>
            <a:off x="14664230" y="11006776"/>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17" name="Rounded Rectangle"/>
          <p:cNvSpPr/>
          <p:nvPr/>
        </p:nvSpPr>
        <p:spPr>
          <a:xfrm>
            <a:off x="10158654" y="3430605"/>
            <a:ext cx="3977130" cy="827734"/>
          </a:xfrm>
          <a:prstGeom prst="roundRect">
            <a:avLst>
              <a:gd name="adj" fmla="val 50000"/>
            </a:avLst>
          </a:prstGeom>
          <a:solidFill>
            <a:srgbClr val="243646"/>
          </a:solidFill>
          <a:ln w="25400">
            <a:miter lim="400000"/>
          </a:ln>
        </p:spPr>
        <p:txBody>
          <a:bodyPr lIns="109727" tIns="109727" rIns="109727" bIns="109727" anchor="ctr"/>
          <a:lstStyle/>
          <a:p>
            <a:endParaRPr>
              <a:solidFill>
                <a:srgbClr val="243646"/>
              </a:solidFill>
            </a:endParaRPr>
          </a:p>
        </p:txBody>
      </p:sp>
      <p:sp>
        <p:nvSpPr>
          <p:cNvPr id="118" name="Target"/>
          <p:cNvSpPr txBox="1"/>
          <p:nvPr/>
        </p:nvSpPr>
        <p:spPr>
          <a:xfrm>
            <a:off x="11478460" y="3421723"/>
            <a:ext cx="1362935"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sz="3800" dirty="0">
                <a:solidFill>
                  <a:schemeClr val="accent4">
                    <a:lumOff val="58054"/>
                  </a:schemeClr>
                </a:solidFill>
                <a:latin typeface="PT Sans Narrow" charset="-52"/>
                <a:ea typeface="PT Sans Narrow" charset="-52"/>
                <a:cs typeface="PT Sans Narrow" charset="-52"/>
              </a:rPr>
              <a:t>Target</a:t>
            </a:r>
          </a:p>
        </p:txBody>
      </p:sp>
      <p:sp>
        <p:nvSpPr>
          <p:cNvPr id="119" name="Create Product Vision"/>
          <p:cNvSpPr txBox="1"/>
          <p:nvPr/>
        </p:nvSpPr>
        <p:spPr>
          <a:xfrm>
            <a:off x="14705637" y="2876304"/>
            <a:ext cx="4030332"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Interview Learners and Stakeholders</a:t>
            </a:r>
            <a:endParaRPr sz="1800" dirty="0"/>
          </a:p>
        </p:txBody>
      </p:sp>
      <p:sp>
        <p:nvSpPr>
          <p:cNvPr id="120" name="Create Customer Personas and Goals"/>
          <p:cNvSpPr txBox="1"/>
          <p:nvPr/>
        </p:nvSpPr>
        <p:spPr>
          <a:xfrm>
            <a:off x="14705637" y="3809861"/>
            <a:ext cx="287617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dirty="0"/>
              <a:t>Create</a:t>
            </a:r>
            <a:r>
              <a:rPr lang="en-US" sz="1800" dirty="0"/>
              <a:t> Learner</a:t>
            </a:r>
            <a:r>
              <a:rPr sz="1800" dirty="0"/>
              <a:t> </a:t>
            </a:r>
            <a:r>
              <a:rPr lang="en-US" sz="1800" dirty="0"/>
              <a:t>P</a:t>
            </a:r>
            <a:r>
              <a:rPr sz="1800" dirty="0"/>
              <a:t>ersonas</a:t>
            </a:r>
          </a:p>
        </p:txBody>
      </p:sp>
      <p:sp>
        <p:nvSpPr>
          <p:cNvPr id="121" name="Identify Market Opportunity"/>
          <p:cNvSpPr txBox="1"/>
          <p:nvPr/>
        </p:nvSpPr>
        <p:spPr>
          <a:xfrm>
            <a:off x="14705637" y="3343083"/>
            <a:ext cx="2081081"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Define Problem(s)</a:t>
            </a:r>
            <a:endParaRPr sz="1800" dirty="0"/>
          </a:p>
        </p:txBody>
      </p:sp>
      <p:sp>
        <p:nvSpPr>
          <p:cNvPr id="122" name="Shape"/>
          <p:cNvSpPr/>
          <p:nvPr/>
        </p:nvSpPr>
        <p:spPr>
          <a:xfrm>
            <a:off x="14476380" y="3086741"/>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23" name="Shape"/>
          <p:cNvSpPr/>
          <p:nvPr/>
        </p:nvSpPr>
        <p:spPr>
          <a:xfrm>
            <a:off x="14476380" y="3551382"/>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24" name="Shape"/>
          <p:cNvSpPr/>
          <p:nvPr/>
        </p:nvSpPr>
        <p:spPr>
          <a:xfrm>
            <a:off x="14476380" y="3997323"/>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31" name="Shape"/>
          <p:cNvSpPr/>
          <p:nvPr/>
        </p:nvSpPr>
        <p:spPr>
          <a:xfrm rot="21503150">
            <a:off x="11830968" y="4539314"/>
            <a:ext cx="859183" cy="933074"/>
          </a:xfrm>
          <a:custGeom>
            <a:avLst/>
            <a:gdLst/>
            <a:ahLst/>
            <a:cxnLst>
              <a:cxn ang="0">
                <a:pos x="wd2" y="hd2"/>
              </a:cxn>
              <a:cxn ang="5400000">
                <a:pos x="wd2" y="hd2"/>
              </a:cxn>
              <a:cxn ang="10800000">
                <a:pos x="wd2" y="hd2"/>
              </a:cxn>
              <a:cxn ang="16200000">
                <a:pos x="wd2" y="hd2"/>
              </a:cxn>
            </a:cxnLst>
            <a:rect l="0" t="0" r="r" b="b"/>
            <a:pathLst>
              <a:path w="21600" h="21600" extrusionOk="0">
                <a:moveTo>
                  <a:pt x="9626" y="3355"/>
                </a:moveTo>
                <a:cubicBezTo>
                  <a:pt x="6574" y="3355"/>
                  <a:pt x="3991" y="5662"/>
                  <a:pt x="3991" y="8598"/>
                </a:cubicBezTo>
                <a:cubicBezTo>
                  <a:pt x="3991" y="11534"/>
                  <a:pt x="6574" y="13841"/>
                  <a:pt x="9626" y="13841"/>
                </a:cubicBezTo>
                <a:cubicBezTo>
                  <a:pt x="10330" y="13841"/>
                  <a:pt x="10800" y="13631"/>
                  <a:pt x="11270" y="13631"/>
                </a:cubicBezTo>
                <a:cubicBezTo>
                  <a:pt x="10800" y="11953"/>
                  <a:pt x="10800" y="11953"/>
                  <a:pt x="10800" y="11953"/>
                </a:cubicBezTo>
                <a:cubicBezTo>
                  <a:pt x="10565" y="11953"/>
                  <a:pt x="10096" y="12163"/>
                  <a:pt x="9626" y="12163"/>
                </a:cubicBezTo>
                <a:cubicBezTo>
                  <a:pt x="7513" y="12163"/>
                  <a:pt x="5870" y="10485"/>
                  <a:pt x="5870" y="8598"/>
                </a:cubicBezTo>
                <a:cubicBezTo>
                  <a:pt x="5870" y="6501"/>
                  <a:pt x="7513" y="5033"/>
                  <a:pt x="9626" y="5033"/>
                </a:cubicBezTo>
                <a:cubicBezTo>
                  <a:pt x="11974" y="5033"/>
                  <a:pt x="13617" y="6501"/>
                  <a:pt x="13617" y="8598"/>
                </a:cubicBezTo>
                <a:cubicBezTo>
                  <a:pt x="13617" y="9227"/>
                  <a:pt x="13617" y="9647"/>
                  <a:pt x="13148" y="10276"/>
                </a:cubicBezTo>
                <a:cubicBezTo>
                  <a:pt x="15026" y="10905"/>
                  <a:pt x="15026" y="10905"/>
                  <a:pt x="15026" y="10905"/>
                </a:cubicBezTo>
                <a:cubicBezTo>
                  <a:pt x="15261" y="10276"/>
                  <a:pt x="15496" y="9437"/>
                  <a:pt x="15496" y="8598"/>
                </a:cubicBezTo>
                <a:cubicBezTo>
                  <a:pt x="15496" y="5662"/>
                  <a:pt x="12913" y="3355"/>
                  <a:pt x="9626" y="3355"/>
                </a:cubicBezTo>
                <a:close/>
                <a:moveTo>
                  <a:pt x="11739" y="15309"/>
                </a:moveTo>
                <a:cubicBezTo>
                  <a:pt x="11035" y="15518"/>
                  <a:pt x="10330" y="15518"/>
                  <a:pt x="9626" y="15518"/>
                </a:cubicBezTo>
                <a:cubicBezTo>
                  <a:pt x="7748" y="15518"/>
                  <a:pt x="5635" y="14680"/>
                  <a:pt x="4226" y="13421"/>
                </a:cubicBezTo>
                <a:cubicBezTo>
                  <a:pt x="2817" y="12163"/>
                  <a:pt x="1878" y="10485"/>
                  <a:pt x="1878" y="8598"/>
                </a:cubicBezTo>
                <a:cubicBezTo>
                  <a:pt x="1878" y="6711"/>
                  <a:pt x="2817" y="5033"/>
                  <a:pt x="4226" y="3565"/>
                </a:cubicBezTo>
                <a:cubicBezTo>
                  <a:pt x="5635" y="2307"/>
                  <a:pt x="7748" y="1678"/>
                  <a:pt x="9626" y="1678"/>
                </a:cubicBezTo>
                <a:cubicBezTo>
                  <a:pt x="11739" y="1678"/>
                  <a:pt x="13852" y="2307"/>
                  <a:pt x="15261" y="3565"/>
                </a:cubicBezTo>
                <a:cubicBezTo>
                  <a:pt x="16670" y="5033"/>
                  <a:pt x="17609" y="6711"/>
                  <a:pt x="17609" y="8598"/>
                </a:cubicBezTo>
                <a:cubicBezTo>
                  <a:pt x="17609" y="9647"/>
                  <a:pt x="17139" y="10695"/>
                  <a:pt x="16670" y="11744"/>
                </a:cubicBezTo>
                <a:cubicBezTo>
                  <a:pt x="18313" y="12583"/>
                  <a:pt x="18313" y="12583"/>
                  <a:pt x="18313" y="12583"/>
                </a:cubicBezTo>
                <a:cubicBezTo>
                  <a:pt x="19017" y="11324"/>
                  <a:pt x="19487" y="10066"/>
                  <a:pt x="19487" y="8598"/>
                </a:cubicBezTo>
                <a:cubicBezTo>
                  <a:pt x="19487" y="3775"/>
                  <a:pt x="15026" y="0"/>
                  <a:pt x="9626" y="0"/>
                </a:cubicBezTo>
                <a:cubicBezTo>
                  <a:pt x="4461" y="0"/>
                  <a:pt x="0" y="3775"/>
                  <a:pt x="0" y="8598"/>
                </a:cubicBezTo>
                <a:cubicBezTo>
                  <a:pt x="0" y="13212"/>
                  <a:pt x="4461" y="17196"/>
                  <a:pt x="9626" y="17196"/>
                </a:cubicBezTo>
                <a:cubicBezTo>
                  <a:pt x="10565" y="17196"/>
                  <a:pt x="11270" y="16986"/>
                  <a:pt x="11974" y="16986"/>
                </a:cubicBezTo>
                <a:lnTo>
                  <a:pt x="11739" y="15309"/>
                </a:lnTo>
                <a:close/>
                <a:moveTo>
                  <a:pt x="9626" y="6711"/>
                </a:moveTo>
                <a:cubicBezTo>
                  <a:pt x="8687" y="6711"/>
                  <a:pt x="7748" y="7550"/>
                  <a:pt x="7748" y="8388"/>
                </a:cubicBezTo>
                <a:cubicBezTo>
                  <a:pt x="7748" y="9437"/>
                  <a:pt x="8687" y="10276"/>
                  <a:pt x="9626" y="10276"/>
                </a:cubicBezTo>
                <a:cubicBezTo>
                  <a:pt x="10800" y="10276"/>
                  <a:pt x="11739" y="9437"/>
                  <a:pt x="11739" y="8388"/>
                </a:cubicBezTo>
                <a:cubicBezTo>
                  <a:pt x="11739" y="7550"/>
                  <a:pt x="10800" y="6711"/>
                  <a:pt x="9626" y="6711"/>
                </a:cubicBezTo>
                <a:close/>
                <a:moveTo>
                  <a:pt x="12209" y="11324"/>
                </a:moveTo>
                <a:cubicBezTo>
                  <a:pt x="21600" y="15309"/>
                  <a:pt x="21600" y="15309"/>
                  <a:pt x="21600" y="15309"/>
                </a:cubicBezTo>
                <a:cubicBezTo>
                  <a:pt x="18313" y="16567"/>
                  <a:pt x="18313" y="16567"/>
                  <a:pt x="18313" y="16567"/>
                </a:cubicBezTo>
                <a:cubicBezTo>
                  <a:pt x="21365" y="20132"/>
                  <a:pt x="21365" y="20132"/>
                  <a:pt x="21365" y="20132"/>
                </a:cubicBezTo>
                <a:cubicBezTo>
                  <a:pt x="19487" y="21600"/>
                  <a:pt x="19487" y="21600"/>
                  <a:pt x="19487" y="21600"/>
                </a:cubicBezTo>
                <a:cubicBezTo>
                  <a:pt x="16435" y="17825"/>
                  <a:pt x="16435" y="17825"/>
                  <a:pt x="16435" y="17825"/>
                </a:cubicBezTo>
                <a:cubicBezTo>
                  <a:pt x="14322" y="20342"/>
                  <a:pt x="14322" y="20342"/>
                  <a:pt x="14322" y="20342"/>
                </a:cubicBezTo>
                <a:lnTo>
                  <a:pt x="12209" y="11324"/>
                </a:lnTo>
                <a:close/>
              </a:path>
            </a:pathLst>
          </a:custGeom>
          <a:solidFill>
            <a:srgbClr val="F86A37"/>
          </a:solidFill>
          <a:ln w="25400">
            <a:miter lim="400000"/>
          </a:ln>
        </p:spPr>
        <p:txBody>
          <a:bodyPr lIns="45719" rIns="45719" anchor="ctr"/>
          <a:lstStyle/>
          <a:p>
            <a:pPr>
              <a:defRPr sz="1400"/>
            </a:pPr>
            <a:endParaRPr/>
          </a:p>
        </p:txBody>
      </p:sp>
      <p:sp>
        <p:nvSpPr>
          <p:cNvPr id="134" name="Shape"/>
          <p:cNvSpPr/>
          <p:nvPr/>
        </p:nvSpPr>
        <p:spPr>
          <a:xfrm>
            <a:off x="14797914" y="7862189"/>
            <a:ext cx="774825" cy="731436"/>
          </a:xfrm>
          <a:custGeom>
            <a:avLst/>
            <a:gdLst/>
            <a:ahLst/>
            <a:cxnLst>
              <a:cxn ang="0">
                <a:pos x="wd2" y="hd2"/>
              </a:cxn>
              <a:cxn ang="5400000">
                <a:pos x="wd2" y="hd2"/>
              </a:cxn>
              <a:cxn ang="10800000">
                <a:pos x="wd2" y="hd2"/>
              </a:cxn>
              <a:cxn ang="16200000">
                <a:pos x="wd2" y="hd2"/>
              </a:cxn>
            </a:cxnLst>
            <a:rect l="0" t="0" r="r" b="b"/>
            <a:pathLst>
              <a:path w="21124" h="21150" extrusionOk="0">
                <a:moveTo>
                  <a:pt x="9038" y="15041"/>
                </a:moveTo>
                <a:cubicBezTo>
                  <a:pt x="5335" y="18968"/>
                  <a:pt x="5335" y="18968"/>
                  <a:pt x="5335" y="18968"/>
                </a:cubicBezTo>
                <a:cubicBezTo>
                  <a:pt x="5130" y="19186"/>
                  <a:pt x="4924" y="19404"/>
                  <a:pt x="4718" y="19623"/>
                </a:cubicBezTo>
                <a:cubicBezTo>
                  <a:pt x="4512" y="20277"/>
                  <a:pt x="4512" y="20277"/>
                  <a:pt x="4512" y="20277"/>
                </a:cubicBezTo>
                <a:cubicBezTo>
                  <a:pt x="2661" y="21150"/>
                  <a:pt x="2661" y="21150"/>
                  <a:pt x="2661" y="21150"/>
                </a:cubicBezTo>
                <a:cubicBezTo>
                  <a:pt x="1838" y="20495"/>
                  <a:pt x="1838" y="20495"/>
                  <a:pt x="1838" y="20495"/>
                </a:cubicBezTo>
                <a:cubicBezTo>
                  <a:pt x="2867" y="18532"/>
                  <a:pt x="2867" y="18532"/>
                  <a:pt x="2867" y="18532"/>
                </a:cubicBezTo>
                <a:cubicBezTo>
                  <a:pt x="3278" y="18095"/>
                  <a:pt x="3278" y="18095"/>
                  <a:pt x="3278" y="18095"/>
                </a:cubicBezTo>
                <a:cubicBezTo>
                  <a:pt x="3690" y="18095"/>
                  <a:pt x="3895" y="17877"/>
                  <a:pt x="4101" y="17659"/>
                </a:cubicBezTo>
                <a:cubicBezTo>
                  <a:pt x="7804" y="13732"/>
                  <a:pt x="7804" y="13732"/>
                  <a:pt x="7804" y="13732"/>
                </a:cubicBezTo>
                <a:lnTo>
                  <a:pt x="9038" y="15041"/>
                </a:lnTo>
                <a:close/>
                <a:moveTo>
                  <a:pt x="11712" y="6968"/>
                </a:moveTo>
                <a:cubicBezTo>
                  <a:pt x="16650" y="1513"/>
                  <a:pt x="16650" y="1513"/>
                  <a:pt x="16650" y="1513"/>
                </a:cubicBezTo>
                <a:cubicBezTo>
                  <a:pt x="17678" y="423"/>
                  <a:pt x="19324" y="423"/>
                  <a:pt x="20352" y="1513"/>
                </a:cubicBezTo>
                <a:cubicBezTo>
                  <a:pt x="21381" y="2604"/>
                  <a:pt x="21381" y="4350"/>
                  <a:pt x="20352" y="5441"/>
                </a:cubicBezTo>
                <a:cubicBezTo>
                  <a:pt x="15415" y="10895"/>
                  <a:pt x="15415" y="10895"/>
                  <a:pt x="15415" y="10895"/>
                </a:cubicBezTo>
                <a:cubicBezTo>
                  <a:pt x="14387" y="9804"/>
                  <a:pt x="14387" y="9804"/>
                  <a:pt x="14387" y="9804"/>
                </a:cubicBezTo>
                <a:cubicBezTo>
                  <a:pt x="19324" y="4786"/>
                  <a:pt x="19324" y="4786"/>
                  <a:pt x="19324" y="4786"/>
                </a:cubicBezTo>
                <a:cubicBezTo>
                  <a:pt x="19530" y="4568"/>
                  <a:pt x="19530" y="4350"/>
                  <a:pt x="19324" y="4132"/>
                </a:cubicBezTo>
                <a:cubicBezTo>
                  <a:pt x="19118" y="4132"/>
                  <a:pt x="18912" y="4132"/>
                  <a:pt x="18707" y="4132"/>
                </a:cubicBezTo>
                <a:cubicBezTo>
                  <a:pt x="13975" y="9368"/>
                  <a:pt x="13975" y="9368"/>
                  <a:pt x="13975" y="9368"/>
                </a:cubicBezTo>
                <a:cubicBezTo>
                  <a:pt x="13152" y="8495"/>
                  <a:pt x="13152" y="8495"/>
                  <a:pt x="13152" y="8495"/>
                </a:cubicBezTo>
                <a:cubicBezTo>
                  <a:pt x="17884" y="3477"/>
                  <a:pt x="17884" y="3477"/>
                  <a:pt x="17884" y="3477"/>
                </a:cubicBezTo>
                <a:cubicBezTo>
                  <a:pt x="18090" y="3259"/>
                  <a:pt x="18090" y="3041"/>
                  <a:pt x="17884" y="2823"/>
                </a:cubicBezTo>
                <a:cubicBezTo>
                  <a:pt x="17884" y="2604"/>
                  <a:pt x="17678" y="2604"/>
                  <a:pt x="17472" y="2823"/>
                </a:cubicBezTo>
                <a:cubicBezTo>
                  <a:pt x="12535" y="7841"/>
                  <a:pt x="12535" y="7841"/>
                  <a:pt x="12535" y="7841"/>
                </a:cubicBezTo>
                <a:lnTo>
                  <a:pt x="11712" y="6968"/>
                </a:lnTo>
                <a:close/>
                <a:moveTo>
                  <a:pt x="17678" y="19841"/>
                </a:moveTo>
                <a:cubicBezTo>
                  <a:pt x="17267" y="19841"/>
                  <a:pt x="16855" y="19404"/>
                  <a:pt x="16855" y="18750"/>
                </a:cubicBezTo>
                <a:cubicBezTo>
                  <a:pt x="16855" y="18313"/>
                  <a:pt x="17267" y="17877"/>
                  <a:pt x="17678" y="17877"/>
                </a:cubicBezTo>
                <a:cubicBezTo>
                  <a:pt x="18295" y="17877"/>
                  <a:pt x="18707" y="18313"/>
                  <a:pt x="18707" y="18750"/>
                </a:cubicBezTo>
                <a:cubicBezTo>
                  <a:pt x="18707" y="19404"/>
                  <a:pt x="18295" y="19841"/>
                  <a:pt x="17678" y="19841"/>
                </a:cubicBezTo>
                <a:close/>
                <a:moveTo>
                  <a:pt x="19324" y="17441"/>
                </a:moveTo>
                <a:cubicBezTo>
                  <a:pt x="9655" y="6968"/>
                  <a:pt x="9655" y="6968"/>
                  <a:pt x="9655" y="6968"/>
                </a:cubicBezTo>
                <a:cubicBezTo>
                  <a:pt x="9038" y="6532"/>
                  <a:pt x="8832" y="5877"/>
                  <a:pt x="8832" y="5223"/>
                </a:cubicBezTo>
                <a:cubicBezTo>
                  <a:pt x="9038" y="3695"/>
                  <a:pt x="8627" y="2386"/>
                  <a:pt x="7598" y="1295"/>
                </a:cubicBezTo>
                <a:cubicBezTo>
                  <a:pt x="6364" y="-14"/>
                  <a:pt x="4512" y="-232"/>
                  <a:pt x="3072" y="204"/>
                </a:cubicBezTo>
                <a:cubicBezTo>
                  <a:pt x="5952" y="3259"/>
                  <a:pt x="5952" y="3259"/>
                  <a:pt x="5952" y="3259"/>
                </a:cubicBezTo>
                <a:cubicBezTo>
                  <a:pt x="5952" y="4568"/>
                  <a:pt x="4307" y="6313"/>
                  <a:pt x="3072" y="6313"/>
                </a:cubicBezTo>
                <a:cubicBezTo>
                  <a:pt x="192" y="3259"/>
                  <a:pt x="192" y="3259"/>
                  <a:pt x="192" y="3259"/>
                </a:cubicBezTo>
                <a:cubicBezTo>
                  <a:pt x="-219" y="4786"/>
                  <a:pt x="-13" y="6750"/>
                  <a:pt x="1221" y="8059"/>
                </a:cubicBezTo>
                <a:cubicBezTo>
                  <a:pt x="2250" y="9150"/>
                  <a:pt x="3484" y="9586"/>
                  <a:pt x="4924" y="9368"/>
                </a:cubicBezTo>
                <a:cubicBezTo>
                  <a:pt x="5541" y="9368"/>
                  <a:pt x="6158" y="9586"/>
                  <a:pt x="6570" y="10241"/>
                </a:cubicBezTo>
                <a:cubicBezTo>
                  <a:pt x="16444" y="20495"/>
                  <a:pt x="16444" y="20495"/>
                  <a:pt x="16444" y="20495"/>
                </a:cubicBezTo>
                <a:cubicBezTo>
                  <a:pt x="17267" y="21368"/>
                  <a:pt x="18501" y="21368"/>
                  <a:pt x="19324" y="20495"/>
                </a:cubicBezTo>
                <a:cubicBezTo>
                  <a:pt x="20147" y="19623"/>
                  <a:pt x="20147" y="18313"/>
                  <a:pt x="19324" y="17441"/>
                </a:cubicBezTo>
                <a:close/>
              </a:path>
            </a:pathLst>
          </a:custGeom>
          <a:solidFill>
            <a:srgbClr val="F86A37"/>
          </a:solidFill>
          <a:ln w="25400">
            <a:miter lim="400000"/>
          </a:ln>
        </p:spPr>
        <p:txBody>
          <a:bodyPr lIns="45719" rIns="45719" anchor="ctr"/>
          <a:lstStyle/>
          <a:p>
            <a:pPr>
              <a:defRPr sz="1400"/>
            </a:pPr>
            <a:endParaRPr/>
          </a:p>
        </p:txBody>
      </p:sp>
      <p:sp>
        <p:nvSpPr>
          <p:cNvPr id="135" name="Shape"/>
          <p:cNvSpPr/>
          <p:nvPr/>
        </p:nvSpPr>
        <p:spPr>
          <a:xfrm rot="3392110">
            <a:off x="14256656" y="5484526"/>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dirty="0"/>
          </a:p>
        </p:txBody>
      </p:sp>
      <p:sp>
        <p:nvSpPr>
          <p:cNvPr id="136" name="Shape"/>
          <p:cNvSpPr/>
          <p:nvPr/>
        </p:nvSpPr>
        <p:spPr>
          <a:xfrm rot="17799286">
            <a:off x="9412884" y="5244355"/>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a:p>
        </p:txBody>
      </p:sp>
      <p:sp>
        <p:nvSpPr>
          <p:cNvPr id="137" name="Shape"/>
          <p:cNvSpPr/>
          <p:nvPr/>
        </p:nvSpPr>
        <p:spPr>
          <a:xfrm rot="10821691">
            <a:off x="11784563" y="9941043"/>
            <a:ext cx="756988" cy="1072392"/>
          </a:xfrm>
          <a:custGeom>
            <a:avLst/>
            <a:gdLst/>
            <a:ahLst/>
            <a:cxnLst>
              <a:cxn ang="0">
                <a:pos x="wd2" y="hd2"/>
              </a:cxn>
              <a:cxn ang="5400000">
                <a:pos x="wd2" y="hd2"/>
              </a:cxn>
              <a:cxn ang="10800000">
                <a:pos x="wd2" y="hd2"/>
              </a:cxn>
              <a:cxn ang="16200000">
                <a:pos x="wd2" y="hd2"/>
              </a:cxn>
            </a:cxnLst>
            <a:rect l="0" t="0" r="r" b="b"/>
            <a:pathLst>
              <a:path w="21600" h="21600" extrusionOk="0">
                <a:moveTo>
                  <a:pt x="5400" y="21600"/>
                </a:moveTo>
                <a:lnTo>
                  <a:pt x="0" y="17788"/>
                </a:lnTo>
                <a:lnTo>
                  <a:pt x="10800" y="10800"/>
                </a:lnTo>
                <a:lnTo>
                  <a:pt x="0" y="3812"/>
                </a:lnTo>
                <a:lnTo>
                  <a:pt x="5400" y="0"/>
                </a:lnTo>
                <a:lnTo>
                  <a:pt x="21600" y="10800"/>
                </a:lnTo>
                <a:lnTo>
                  <a:pt x="5400" y="21600"/>
                </a:lnTo>
                <a:close/>
              </a:path>
            </a:pathLst>
          </a:custGeom>
          <a:solidFill>
            <a:srgbClr val="243646"/>
          </a:solidFill>
          <a:ln w="25400">
            <a:miter lim="400000"/>
          </a:ln>
        </p:spPr>
        <p:txBody>
          <a:bodyPr lIns="45719" rIns="45719" anchor="ctr"/>
          <a:lstStyle/>
          <a:p>
            <a:pPr>
              <a:defRPr sz="1400"/>
            </a:pPr>
            <a:endParaRPr/>
          </a:p>
        </p:txBody>
      </p:sp>
      <p:sp>
        <p:nvSpPr>
          <p:cNvPr id="139" name="Identify Business Goals"/>
          <p:cNvSpPr txBox="1"/>
          <p:nvPr/>
        </p:nvSpPr>
        <p:spPr>
          <a:xfrm>
            <a:off x="14705637" y="4239940"/>
            <a:ext cx="2696634"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Define Success Criteria</a:t>
            </a:r>
            <a:endParaRPr sz="1800" dirty="0"/>
          </a:p>
        </p:txBody>
      </p:sp>
      <p:sp>
        <p:nvSpPr>
          <p:cNvPr id="140" name="Shape"/>
          <p:cNvSpPr/>
          <p:nvPr/>
        </p:nvSpPr>
        <p:spPr>
          <a:xfrm>
            <a:off x="14476380" y="4427401"/>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45" name="Gather Continual Feedback"/>
          <p:cNvSpPr txBox="1"/>
          <p:nvPr/>
        </p:nvSpPr>
        <p:spPr>
          <a:xfrm>
            <a:off x="14868087" y="11254294"/>
            <a:ext cx="2106729"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Build Final Course</a:t>
            </a:r>
            <a:endParaRPr sz="1800" dirty="0"/>
          </a:p>
        </p:txBody>
      </p:sp>
      <p:sp>
        <p:nvSpPr>
          <p:cNvPr id="146" name="Shape"/>
          <p:cNvSpPr/>
          <p:nvPr/>
        </p:nvSpPr>
        <p:spPr>
          <a:xfrm>
            <a:off x="14638830" y="11441755"/>
            <a:ext cx="261030"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149"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endParaRPr dirty="0"/>
          </a:p>
        </p:txBody>
      </p:sp>
      <p:sp>
        <p:nvSpPr>
          <p:cNvPr id="62" name="Product Team"/>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dirty="0">
                <a:solidFill>
                  <a:srgbClr val="243646"/>
                </a:solidFill>
                <a:latin typeface="PT Sans Narrow" charset="-52"/>
                <a:ea typeface="PT Sans Narrow" charset="-52"/>
                <a:cs typeface="PT Sans Narrow" charset="-52"/>
              </a:rPr>
              <a:t>The </a:t>
            </a:r>
            <a:r>
              <a:rPr lang="en-US" sz="6643" b="1" dirty="0">
                <a:solidFill>
                  <a:srgbClr val="243646"/>
                </a:solidFill>
                <a:latin typeface="PT Sans Narrow" charset="-52"/>
                <a:ea typeface="PT Sans Narrow" charset="-52"/>
                <a:cs typeface="PT Sans Narrow" charset="-52"/>
              </a:rPr>
              <a:t>Learning Circle </a:t>
            </a:r>
            <a:r>
              <a:rPr lang="en-US" sz="6643" dirty="0">
                <a:solidFill>
                  <a:srgbClr val="243646"/>
                </a:solidFill>
                <a:latin typeface="PT Sans Narrow" charset="-52"/>
                <a:ea typeface="PT Sans Narrow" charset="-52"/>
                <a:cs typeface="PT Sans Narrow" charset="-52"/>
                <a:sym typeface="Avenir Heavy"/>
              </a:rPr>
              <a:t>Framework™</a:t>
            </a:r>
          </a:p>
        </p:txBody>
      </p:sp>
      <p:sp>
        <p:nvSpPr>
          <p:cNvPr id="63" name="Product Team"/>
          <p:cNvSpPr txBox="1">
            <a:spLocks/>
          </p:cNvSpPr>
          <p:nvPr/>
        </p:nvSpPr>
        <p:spPr>
          <a:xfrm>
            <a:off x="10954669" y="6858097"/>
            <a:ext cx="246211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algn="ctr" defTabSz="832104" hangingPunct="1">
              <a:defRPr sz="6643"/>
            </a:pPr>
            <a:r>
              <a:rPr lang="en-US" sz="4500" dirty="0">
                <a:solidFill>
                  <a:schemeClr val="bg1"/>
                </a:solidFill>
                <a:latin typeface="PT Sans Narrow" charset="-52"/>
                <a:ea typeface="PT Sans Narrow" charset="-52"/>
                <a:cs typeface="PT Sans Narrow" charset="-52"/>
              </a:rPr>
              <a:t> </a:t>
            </a:r>
            <a:br>
              <a:rPr lang="en-US" sz="4500" dirty="0">
                <a:solidFill>
                  <a:schemeClr val="bg1"/>
                </a:solidFill>
                <a:latin typeface="PT Sans Narrow" charset="-52"/>
                <a:ea typeface="PT Sans Narrow" charset="-52"/>
                <a:cs typeface="PT Sans Narrow" charset="-52"/>
              </a:rPr>
            </a:br>
            <a:endParaRPr lang="en-US" sz="4500" dirty="0">
              <a:solidFill>
                <a:schemeClr val="bg1"/>
              </a:solidFill>
              <a:latin typeface="PT Sans Narrow" charset="-52"/>
              <a:ea typeface="PT Sans Narrow" charset="-52"/>
              <a:cs typeface="PT Sans Narrow" charset="-52"/>
            </a:endParaRPr>
          </a:p>
          <a:p>
            <a:pPr algn="ctr" defTabSz="832104" hangingPunct="1">
              <a:defRPr sz="6643"/>
            </a:pPr>
            <a:r>
              <a:rPr lang="en-US" sz="4000" b="1" dirty="0">
                <a:solidFill>
                  <a:schemeClr val="bg1"/>
                </a:solidFill>
                <a:latin typeface="PT Sans Narrow" charset="-52"/>
                <a:ea typeface="PT Sans Narrow" charset="-52"/>
                <a:cs typeface="PT Sans Narrow" charset="-52"/>
              </a:rPr>
              <a:t>Learning</a:t>
            </a:r>
            <a:r>
              <a:rPr lang="en-US" sz="4000" dirty="0">
                <a:solidFill>
                  <a:schemeClr val="bg1"/>
                </a:solidFill>
                <a:latin typeface="PT Sans Narrow" charset="-52"/>
                <a:ea typeface="PT Sans Narrow" charset="-52"/>
                <a:cs typeface="PT Sans Narrow" charset="-52"/>
              </a:rPr>
              <a:t> </a:t>
            </a:r>
            <a:br>
              <a:rPr lang="en-US" sz="4000" dirty="0">
                <a:solidFill>
                  <a:schemeClr val="bg1"/>
                </a:solidFill>
                <a:latin typeface="PT Sans Narrow" charset="-52"/>
                <a:ea typeface="PT Sans Narrow" charset="-52"/>
                <a:cs typeface="PT Sans Narrow" charset="-52"/>
              </a:rPr>
            </a:br>
            <a:r>
              <a:rPr lang="en-US" sz="4000" dirty="0">
                <a:solidFill>
                  <a:schemeClr val="bg1"/>
                </a:solidFill>
                <a:latin typeface="PT Sans Narrow" charset="-52"/>
                <a:ea typeface="PT Sans Narrow" charset="-52"/>
                <a:cs typeface="PT Sans Narrow" charset="-52"/>
              </a:rPr>
              <a:t>Circle</a:t>
            </a:r>
            <a:endParaRPr lang="en-US" sz="4000" b="1" dirty="0">
              <a:solidFill>
                <a:schemeClr val="bg1"/>
              </a:solidFill>
              <a:latin typeface="PT Sans Narrow" charset="-52"/>
              <a:ea typeface="PT Sans Narrow" charset="-52"/>
              <a:cs typeface="PT Sans Narrow" charset="-52"/>
              <a:sym typeface="Avenir Heavy"/>
            </a:endParaRPr>
          </a:p>
        </p:txBody>
      </p:sp>
      <p:sp>
        <p:nvSpPr>
          <p:cNvPr id="64" name="Deploy Product"/>
          <p:cNvSpPr txBox="1"/>
          <p:nvPr/>
        </p:nvSpPr>
        <p:spPr>
          <a:xfrm>
            <a:off x="6479697" y="9934185"/>
            <a:ext cx="2786402"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Create Course Roadmap</a:t>
            </a:r>
            <a:endParaRPr sz="1800" dirty="0"/>
          </a:p>
        </p:txBody>
      </p:sp>
      <p:sp>
        <p:nvSpPr>
          <p:cNvPr id="65" name="Create Communications Plan"/>
          <p:cNvSpPr txBox="1"/>
          <p:nvPr/>
        </p:nvSpPr>
        <p:spPr>
          <a:xfrm>
            <a:off x="6479697" y="10893620"/>
            <a:ext cx="3205296"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sz="1800"/>
              <a:t>Create Communications Plan</a:t>
            </a:r>
          </a:p>
        </p:txBody>
      </p:sp>
      <p:sp>
        <p:nvSpPr>
          <p:cNvPr id="66" name="Create Training Plan"/>
          <p:cNvSpPr txBox="1"/>
          <p:nvPr/>
        </p:nvSpPr>
        <p:spPr>
          <a:xfrm>
            <a:off x="6479697" y="10400963"/>
            <a:ext cx="3799500"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Identify Training Delivery Channels</a:t>
            </a:r>
            <a:endParaRPr sz="1800" dirty="0"/>
          </a:p>
        </p:txBody>
      </p:sp>
      <p:sp>
        <p:nvSpPr>
          <p:cNvPr id="67" name="Shape"/>
          <p:cNvSpPr/>
          <p:nvPr/>
        </p:nvSpPr>
        <p:spPr>
          <a:xfrm>
            <a:off x="6250440" y="10144622"/>
            <a:ext cx="261029" cy="201365"/>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68" name="Shape"/>
          <p:cNvSpPr/>
          <p:nvPr/>
        </p:nvSpPr>
        <p:spPr>
          <a:xfrm>
            <a:off x="6250440" y="10609262"/>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69" name="Shape"/>
          <p:cNvSpPr/>
          <p:nvPr/>
        </p:nvSpPr>
        <p:spPr>
          <a:xfrm>
            <a:off x="6250440" y="11055203"/>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70" name="Create Product Launch Checklist"/>
          <p:cNvSpPr txBox="1"/>
          <p:nvPr/>
        </p:nvSpPr>
        <p:spPr>
          <a:xfrm>
            <a:off x="6492397" y="11308604"/>
            <a:ext cx="1747656" cy="49859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1800" dirty="0"/>
              <a:t>Deploy Course</a:t>
            </a:r>
            <a:endParaRPr sz="1800" dirty="0"/>
          </a:p>
        </p:txBody>
      </p:sp>
      <p:sp>
        <p:nvSpPr>
          <p:cNvPr id="71" name="Shape"/>
          <p:cNvSpPr/>
          <p:nvPr/>
        </p:nvSpPr>
        <p:spPr>
          <a:xfrm>
            <a:off x="6263140" y="11496065"/>
            <a:ext cx="261029" cy="201366"/>
          </a:xfrm>
          <a:custGeom>
            <a:avLst/>
            <a:gdLst/>
            <a:ahLst/>
            <a:cxnLst>
              <a:cxn ang="0">
                <a:pos x="wd2" y="hd2"/>
              </a:cxn>
              <a:cxn ang="5400000">
                <a:pos x="wd2" y="hd2"/>
              </a:cxn>
              <a:cxn ang="10800000">
                <a:pos x="wd2" y="hd2"/>
              </a:cxn>
              <a:cxn ang="16200000">
                <a:pos x="wd2" y="hd2"/>
              </a:cxn>
            </a:cxnLst>
            <a:rect l="0" t="0" r="r" b="b"/>
            <a:pathLst>
              <a:path w="21600" h="21600" extrusionOk="0">
                <a:moveTo>
                  <a:pt x="17897" y="0"/>
                </a:moveTo>
                <a:lnTo>
                  <a:pt x="7406" y="13600"/>
                </a:lnTo>
                <a:lnTo>
                  <a:pt x="3086" y="7200"/>
                </a:lnTo>
                <a:lnTo>
                  <a:pt x="0" y="12000"/>
                </a:lnTo>
                <a:lnTo>
                  <a:pt x="7406" y="21600"/>
                </a:lnTo>
                <a:lnTo>
                  <a:pt x="21600" y="4000"/>
                </a:lnTo>
                <a:lnTo>
                  <a:pt x="17897" y="0"/>
                </a:lnTo>
                <a:close/>
              </a:path>
            </a:pathLst>
          </a:custGeom>
          <a:solidFill>
            <a:srgbClr val="535353"/>
          </a:solidFill>
          <a:ln w="12700">
            <a:miter lim="400000"/>
          </a:ln>
        </p:spPr>
        <p:txBody>
          <a:bodyPr lIns="109727" tIns="109727" rIns="109727" bIns="109727"/>
          <a:lstStyle/>
          <a:p>
            <a:endParaRPr/>
          </a:p>
        </p:txBody>
      </p:sp>
      <p:sp>
        <p:nvSpPr>
          <p:cNvPr id="73" name="Target"/>
          <p:cNvSpPr txBox="1"/>
          <p:nvPr/>
        </p:nvSpPr>
        <p:spPr>
          <a:xfrm>
            <a:off x="8397703" y="8806308"/>
            <a:ext cx="1431864"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lang="en-US" sz="3800">
                <a:solidFill>
                  <a:schemeClr val="accent4">
                    <a:lumOff val="58054"/>
                  </a:schemeClr>
                </a:solidFill>
                <a:latin typeface="PT Sans Narrow" charset="-52"/>
                <a:ea typeface="PT Sans Narrow" charset="-52"/>
                <a:cs typeface="PT Sans Narrow" charset="-52"/>
              </a:rPr>
              <a:t>Launch</a:t>
            </a:r>
            <a:endParaRPr sz="3800" dirty="0">
              <a:solidFill>
                <a:schemeClr val="accent4">
                  <a:lumOff val="58054"/>
                </a:schemeClr>
              </a:solidFill>
              <a:latin typeface="PT Sans Narrow" charset="-52"/>
              <a:ea typeface="PT Sans Narrow" charset="-52"/>
              <a:cs typeface="PT Sans Narrow" charset="-52"/>
            </a:endParaRPr>
          </a:p>
        </p:txBody>
      </p:sp>
      <p:sp>
        <p:nvSpPr>
          <p:cNvPr id="74" name="Target"/>
          <p:cNvSpPr txBox="1"/>
          <p:nvPr/>
        </p:nvSpPr>
        <p:spPr>
          <a:xfrm>
            <a:off x="14526618" y="8802157"/>
            <a:ext cx="1311639"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chemeClr val="accent4">
                    <a:lumOff val="58054"/>
                  </a:schemeClr>
                </a:solidFill>
                <a:latin typeface="Helvetica Light"/>
                <a:ea typeface="Helvetica Light"/>
                <a:cs typeface="Helvetica Light"/>
                <a:sym typeface="Helvetica Light"/>
              </a:defRPr>
            </a:lvl1pPr>
          </a:lstStyle>
          <a:p>
            <a:pPr>
              <a:defRPr sz="3200">
                <a:solidFill>
                  <a:srgbClr val="44546A"/>
                </a:solidFill>
              </a:defRPr>
            </a:pPr>
            <a:r>
              <a:rPr lang="en-US" sz="3800" dirty="0">
                <a:solidFill>
                  <a:schemeClr val="accent4">
                    <a:lumOff val="58054"/>
                  </a:schemeClr>
                </a:solidFill>
                <a:latin typeface="PT Sans Narrow" charset="-52"/>
                <a:ea typeface="PT Sans Narrow" charset="-52"/>
                <a:cs typeface="PT Sans Narrow" charset="-52"/>
              </a:rPr>
              <a:t>Create</a:t>
            </a:r>
            <a:endParaRPr sz="3800" dirty="0">
              <a:solidFill>
                <a:schemeClr val="accent4">
                  <a:lumOff val="58054"/>
                </a:schemeClr>
              </a:solidFill>
              <a:latin typeface="PT Sans Narrow" charset="-52"/>
              <a:ea typeface="PT Sans Narrow" charset="-52"/>
              <a:cs typeface="PT Sans Narrow" charset="-52"/>
            </a:endParaRPr>
          </a:p>
        </p:txBody>
      </p:sp>
      <p:sp>
        <p:nvSpPr>
          <p:cNvPr id="75" name="Identify Business Goals"/>
          <p:cNvSpPr txBox="1"/>
          <p:nvPr/>
        </p:nvSpPr>
        <p:spPr>
          <a:xfrm>
            <a:off x="15001460" y="5634346"/>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77" name="Identify Business Goals"/>
          <p:cNvSpPr txBox="1"/>
          <p:nvPr/>
        </p:nvSpPr>
        <p:spPr>
          <a:xfrm>
            <a:off x="11621777" y="11107735"/>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78" name="Identify Business Goals"/>
          <p:cNvSpPr txBox="1"/>
          <p:nvPr/>
        </p:nvSpPr>
        <p:spPr>
          <a:xfrm>
            <a:off x="8268967" y="5119942"/>
            <a:ext cx="1318051" cy="52937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800">
                <a:solidFill>
                  <a:srgbClr val="535353"/>
                </a:solidFill>
                <a:latin typeface="+mj-lt"/>
                <a:ea typeface="+mj-ea"/>
                <a:cs typeface="+mj-cs"/>
                <a:sym typeface="Helvetica"/>
              </a:defRPr>
            </a:lvl1pPr>
          </a:lstStyle>
          <a:p>
            <a:pPr>
              <a:defRPr sz="3200"/>
            </a:pPr>
            <a:r>
              <a:rPr lang="en-US" sz="2000" b="1" dirty="0">
                <a:solidFill>
                  <a:schemeClr val="bg2"/>
                </a:solidFill>
                <a:latin typeface="PT Sans Narrow" charset="-52"/>
                <a:ea typeface="PT Sans Narrow" charset="-52"/>
                <a:cs typeface="PT Sans Narrow" charset="-52"/>
              </a:rPr>
              <a:t>Test/Iterate</a:t>
            </a:r>
            <a:endParaRPr sz="2000" b="1" dirty="0">
              <a:solidFill>
                <a:schemeClr val="bg2"/>
              </a:solidFill>
              <a:latin typeface="PT Sans Narrow" charset="-52"/>
              <a:ea typeface="PT Sans Narrow" charset="-52"/>
              <a:cs typeface="PT Sans Narrow" charset="-52"/>
            </a:endParaRPr>
          </a:p>
        </p:txBody>
      </p:sp>
      <p:sp>
        <p:nvSpPr>
          <p:cNvPr id="83" name="Oval 82"/>
          <p:cNvSpPr/>
          <p:nvPr/>
        </p:nvSpPr>
        <p:spPr>
          <a:xfrm>
            <a:off x="17947435" y="6660078"/>
            <a:ext cx="1084071" cy="1103203"/>
          </a:xfrm>
          <a:prstGeom prst="ellipse">
            <a:avLst/>
          </a:prstGeom>
          <a:solidFill>
            <a:schemeClr val="accent4">
              <a:lumOff val="58054"/>
            </a:schemeClr>
          </a:solidFill>
          <a:ln w="254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9727" tIns="109727" rIns="109727" bIns="109727" numCol="1" spcCol="38100" rtlCol="0" anchor="ctr">
            <a:spAutoFit/>
          </a:bodyPr>
          <a:lstStyle/>
          <a:p>
            <a:pPr marL="0" marR="0" indent="0" algn="l" defTabSz="713231"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44546A"/>
              </a:solidFill>
              <a:effectLst/>
              <a:uFillTx/>
              <a:latin typeface="Calibri"/>
              <a:ea typeface="Calibri"/>
              <a:cs typeface="Calibri"/>
              <a:sym typeface="Calibri"/>
            </a:endParaRPr>
          </a:p>
        </p:txBody>
      </p:sp>
      <p:sp>
        <p:nvSpPr>
          <p:cNvPr id="87" name="Shape"/>
          <p:cNvSpPr/>
          <p:nvPr/>
        </p:nvSpPr>
        <p:spPr>
          <a:xfrm rot="3025671">
            <a:off x="9013581" y="7554626"/>
            <a:ext cx="727344" cy="953648"/>
          </a:xfrm>
          <a:custGeom>
            <a:avLst/>
            <a:gdLst/>
            <a:ahLst/>
            <a:cxnLst>
              <a:cxn ang="0">
                <a:pos x="wd2" y="hd2"/>
              </a:cxn>
              <a:cxn ang="5400000">
                <a:pos x="wd2" y="hd2"/>
              </a:cxn>
              <a:cxn ang="10800000">
                <a:pos x="wd2" y="hd2"/>
              </a:cxn>
              <a:cxn ang="16200000">
                <a:pos x="wd2" y="hd2"/>
              </a:cxn>
            </a:cxnLst>
            <a:rect l="0" t="0" r="r" b="b"/>
            <a:pathLst>
              <a:path w="21355" h="21600" extrusionOk="0">
                <a:moveTo>
                  <a:pt x="10710" y="1887"/>
                </a:moveTo>
                <a:cubicBezTo>
                  <a:pt x="12027" y="2726"/>
                  <a:pt x="12817" y="3565"/>
                  <a:pt x="13344" y="4614"/>
                </a:cubicBezTo>
                <a:cubicBezTo>
                  <a:pt x="12027" y="5033"/>
                  <a:pt x="9393" y="5033"/>
                  <a:pt x="8076" y="4614"/>
                </a:cubicBezTo>
                <a:cubicBezTo>
                  <a:pt x="8603" y="3565"/>
                  <a:pt x="9393" y="2726"/>
                  <a:pt x="10710" y="1887"/>
                </a:cubicBezTo>
                <a:close/>
                <a:moveTo>
                  <a:pt x="10710" y="0"/>
                </a:moveTo>
                <a:cubicBezTo>
                  <a:pt x="2808" y="4194"/>
                  <a:pt x="4915" y="10066"/>
                  <a:pt x="7549" y="18874"/>
                </a:cubicBezTo>
                <a:cubicBezTo>
                  <a:pt x="13871" y="18874"/>
                  <a:pt x="13871" y="18874"/>
                  <a:pt x="13871" y="18874"/>
                </a:cubicBezTo>
                <a:cubicBezTo>
                  <a:pt x="16505" y="9647"/>
                  <a:pt x="18612" y="4194"/>
                  <a:pt x="10710" y="0"/>
                </a:cubicBezTo>
                <a:close/>
                <a:moveTo>
                  <a:pt x="12817" y="19922"/>
                </a:moveTo>
                <a:cubicBezTo>
                  <a:pt x="8603" y="19922"/>
                  <a:pt x="8603" y="19922"/>
                  <a:pt x="8603" y="19922"/>
                </a:cubicBezTo>
                <a:cubicBezTo>
                  <a:pt x="9130" y="21600"/>
                  <a:pt x="9130" y="21600"/>
                  <a:pt x="9130" y="21600"/>
                </a:cubicBezTo>
                <a:cubicBezTo>
                  <a:pt x="12554" y="21600"/>
                  <a:pt x="12554" y="21600"/>
                  <a:pt x="12554" y="21600"/>
                </a:cubicBezTo>
                <a:lnTo>
                  <a:pt x="12817" y="19922"/>
                </a:lnTo>
                <a:close/>
                <a:moveTo>
                  <a:pt x="20983" y="18664"/>
                </a:moveTo>
                <a:cubicBezTo>
                  <a:pt x="17295" y="13631"/>
                  <a:pt x="17295" y="13631"/>
                  <a:pt x="17295" y="13631"/>
                </a:cubicBezTo>
                <a:cubicBezTo>
                  <a:pt x="17032" y="14889"/>
                  <a:pt x="15978" y="18664"/>
                  <a:pt x="15715" y="19083"/>
                </a:cubicBezTo>
                <a:cubicBezTo>
                  <a:pt x="20983" y="21600"/>
                  <a:pt x="20983" y="21600"/>
                  <a:pt x="20983" y="21600"/>
                </a:cubicBezTo>
                <a:cubicBezTo>
                  <a:pt x="21247" y="20551"/>
                  <a:pt x="21247" y="20551"/>
                  <a:pt x="21247" y="20551"/>
                </a:cubicBezTo>
                <a:cubicBezTo>
                  <a:pt x="21510" y="19922"/>
                  <a:pt x="21247" y="19293"/>
                  <a:pt x="20983" y="18664"/>
                </a:cubicBezTo>
                <a:close/>
                <a:moveTo>
                  <a:pt x="5442" y="19083"/>
                </a:moveTo>
                <a:cubicBezTo>
                  <a:pt x="437" y="21600"/>
                  <a:pt x="437" y="21600"/>
                  <a:pt x="437" y="21600"/>
                </a:cubicBezTo>
                <a:cubicBezTo>
                  <a:pt x="173" y="20551"/>
                  <a:pt x="173" y="20551"/>
                  <a:pt x="173" y="20551"/>
                </a:cubicBezTo>
                <a:cubicBezTo>
                  <a:pt x="-90" y="19922"/>
                  <a:pt x="-90" y="19293"/>
                  <a:pt x="437" y="18664"/>
                </a:cubicBezTo>
                <a:cubicBezTo>
                  <a:pt x="4125" y="13631"/>
                  <a:pt x="4125" y="13631"/>
                  <a:pt x="4125" y="13631"/>
                </a:cubicBezTo>
                <a:cubicBezTo>
                  <a:pt x="4388" y="15309"/>
                  <a:pt x="5442" y="18874"/>
                  <a:pt x="5442" y="19083"/>
                </a:cubicBezTo>
                <a:close/>
              </a:path>
            </a:pathLst>
          </a:custGeom>
          <a:solidFill>
            <a:srgbClr val="F86A37"/>
          </a:solidFill>
          <a:ln w="12700">
            <a:miter lim="400000"/>
          </a:ln>
        </p:spPr>
        <p:txBody>
          <a:bodyPr lIns="109727" tIns="109727" rIns="109727" bIns="109727"/>
          <a:lstStyle/>
          <a:p>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420437796"/>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Product Team"/>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Training Development </a:t>
            </a:r>
            <a:r>
              <a:rPr b="1" dirty="0">
                <a:solidFill>
                  <a:srgbClr val="243646"/>
                </a:solidFill>
                <a:latin typeface="PT Sans Narrow" charset="-52"/>
                <a:ea typeface="PT Sans Narrow" charset="-52"/>
                <a:cs typeface="PT Sans Narrow" charset="-52"/>
                <a:sym typeface="Avenir Heavy"/>
              </a:rPr>
              <a:t>Team</a:t>
            </a:r>
          </a:p>
        </p:txBody>
      </p:sp>
      <p:sp>
        <p:nvSpPr>
          <p:cNvPr id="44"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3</a:t>
            </a:fld>
            <a:endParaRPr/>
          </a:p>
        </p:txBody>
      </p:sp>
      <p:sp>
        <p:nvSpPr>
          <p:cNvPr id="45" name="Rectangle"/>
          <p:cNvSpPr/>
          <p:nvPr/>
        </p:nvSpPr>
        <p:spPr>
          <a:xfrm flipH="1">
            <a:off x="8887452" y="5353118"/>
            <a:ext cx="6499071" cy="105011"/>
          </a:xfrm>
          <a:prstGeom prst="rect">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6" name="Shape"/>
          <p:cNvSpPr/>
          <p:nvPr/>
        </p:nvSpPr>
        <p:spPr>
          <a:xfrm rot="16200000" flipH="1">
            <a:off x="8610727" y="5352638"/>
            <a:ext cx="284240" cy="295824"/>
          </a:xfrm>
          <a:custGeom>
            <a:avLst/>
            <a:gdLst/>
            <a:ahLst/>
            <a:cxnLst>
              <a:cxn ang="0">
                <a:pos x="wd2" y="hd2"/>
              </a:cxn>
              <a:cxn ang="5400000">
                <a:pos x="wd2" y="hd2"/>
              </a:cxn>
              <a:cxn ang="10800000">
                <a:pos x="wd2" y="hd2"/>
              </a:cxn>
              <a:cxn ang="16200000">
                <a:pos x="wd2" y="hd2"/>
              </a:cxn>
            </a:cxnLst>
            <a:rect l="0" t="0" r="r" b="b"/>
            <a:pathLst>
              <a:path w="21269" h="21600" extrusionOk="0">
                <a:moveTo>
                  <a:pt x="9" y="21600"/>
                </a:moveTo>
                <a:lnTo>
                  <a:pt x="9" y="21600"/>
                </a:lnTo>
                <a:cubicBezTo>
                  <a:pt x="-331" y="10005"/>
                  <a:pt x="9025" y="337"/>
                  <a:pt x="20907" y="5"/>
                </a:cubicBezTo>
                <a:cubicBezTo>
                  <a:pt x="20978" y="3"/>
                  <a:pt x="21049" y="1"/>
                  <a:pt x="21120" y="0"/>
                </a:cubicBezTo>
                <a:lnTo>
                  <a:pt x="21269" y="7756"/>
                </a:lnTo>
                <a:lnTo>
                  <a:pt x="21269" y="7756"/>
                </a:lnTo>
                <a:cubicBezTo>
                  <a:pt x="13774" y="7893"/>
                  <a:pt x="7812" y="13933"/>
                  <a:pt x="7952" y="21247"/>
                </a:cubicBezTo>
                <a:cubicBezTo>
                  <a:pt x="7953" y="21291"/>
                  <a:pt x="7954" y="21334"/>
                  <a:pt x="7955" y="21378"/>
                </a:cubicBezTo>
                <a:close/>
              </a:path>
            </a:pathLst>
          </a:custGeom>
          <a:solidFill>
            <a:schemeClr val="accent3">
              <a:lumOff val="25098"/>
            </a:schemeClr>
          </a:solidFill>
          <a:ln w="12700">
            <a:miter lim="400000"/>
          </a:ln>
        </p:spPr>
        <p:txBody>
          <a:bodyPr lIns="109727" tIns="109727" rIns="109727" bIns="109727" anchor="ctr"/>
          <a:lstStyle/>
          <a:p>
            <a:pPr algn="ctr"/>
            <a:endParaRPr/>
          </a:p>
        </p:txBody>
      </p:sp>
      <p:sp>
        <p:nvSpPr>
          <p:cNvPr id="47" name="Shape"/>
          <p:cNvSpPr/>
          <p:nvPr/>
        </p:nvSpPr>
        <p:spPr>
          <a:xfrm flipH="1">
            <a:off x="15357081" y="5355321"/>
            <a:ext cx="284240" cy="295824"/>
          </a:xfrm>
          <a:custGeom>
            <a:avLst/>
            <a:gdLst/>
            <a:ahLst/>
            <a:cxnLst>
              <a:cxn ang="0">
                <a:pos x="wd2" y="hd2"/>
              </a:cxn>
              <a:cxn ang="5400000">
                <a:pos x="wd2" y="hd2"/>
              </a:cxn>
              <a:cxn ang="10800000">
                <a:pos x="wd2" y="hd2"/>
              </a:cxn>
              <a:cxn ang="16200000">
                <a:pos x="wd2" y="hd2"/>
              </a:cxn>
            </a:cxnLst>
            <a:rect l="0" t="0" r="r" b="b"/>
            <a:pathLst>
              <a:path w="21269" h="21600" extrusionOk="0">
                <a:moveTo>
                  <a:pt x="9" y="21600"/>
                </a:moveTo>
                <a:lnTo>
                  <a:pt x="9" y="21600"/>
                </a:lnTo>
                <a:cubicBezTo>
                  <a:pt x="-331" y="10005"/>
                  <a:pt x="9025" y="337"/>
                  <a:pt x="20907" y="5"/>
                </a:cubicBezTo>
                <a:cubicBezTo>
                  <a:pt x="20978" y="3"/>
                  <a:pt x="21049" y="1"/>
                  <a:pt x="21120" y="0"/>
                </a:cubicBezTo>
                <a:lnTo>
                  <a:pt x="21269" y="7756"/>
                </a:lnTo>
                <a:lnTo>
                  <a:pt x="21269" y="7756"/>
                </a:lnTo>
                <a:cubicBezTo>
                  <a:pt x="13774" y="7893"/>
                  <a:pt x="7812" y="13933"/>
                  <a:pt x="7952" y="21247"/>
                </a:cubicBezTo>
                <a:cubicBezTo>
                  <a:pt x="7953" y="21291"/>
                  <a:pt x="7954" y="21334"/>
                  <a:pt x="7955" y="21378"/>
                </a:cubicBezTo>
                <a:close/>
              </a:path>
            </a:pathLst>
          </a:custGeom>
          <a:solidFill>
            <a:schemeClr val="accent3">
              <a:lumOff val="25098"/>
            </a:schemeClr>
          </a:solidFill>
          <a:ln w="12700">
            <a:miter lim="400000"/>
          </a:ln>
        </p:spPr>
        <p:txBody>
          <a:bodyPr lIns="109727" tIns="109727" rIns="109727" bIns="109727" anchor="ctr"/>
          <a:lstStyle/>
          <a:p>
            <a:pPr algn="ctr"/>
            <a:endParaRPr/>
          </a:p>
        </p:txBody>
      </p:sp>
      <p:sp>
        <p:nvSpPr>
          <p:cNvPr id="48" name="Rectangle"/>
          <p:cNvSpPr/>
          <p:nvPr/>
        </p:nvSpPr>
        <p:spPr>
          <a:xfrm rot="5400000" flipH="1">
            <a:off x="11985835" y="5458387"/>
            <a:ext cx="286169" cy="109726"/>
          </a:xfrm>
          <a:prstGeom prst="rect">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9" name="Shape"/>
          <p:cNvSpPr/>
          <p:nvPr/>
        </p:nvSpPr>
        <p:spPr>
          <a:xfrm>
            <a:off x="8641460" y="5946950"/>
            <a:ext cx="720093" cy="720090"/>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243646"/>
          </a:solidFill>
          <a:ln w="12700">
            <a:miter lim="400000"/>
          </a:ln>
        </p:spPr>
        <p:txBody>
          <a:bodyPr lIns="109727" tIns="109727" rIns="109727" bIns="109727"/>
          <a:lstStyle/>
          <a:p>
            <a:endParaRPr/>
          </a:p>
        </p:txBody>
      </p:sp>
      <p:sp>
        <p:nvSpPr>
          <p:cNvPr id="50" name="Shape"/>
          <p:cNvSpPr/>
          <p:nvPr/>
        </p:nvSpPr>
        <p:spPr>
          <a:xfrm>
            <a:off x="14896282" y="5946945"/>
            <a:ext cx="720093" cy="720090"/>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chemeClr val="accent3">
              <a:lumOff val="25098"/>
            </a:schemeClr>
          </a:solidFill>
          <a:ln w="12700">
            <a:miter lim="400000"/>
          </a:ln>
        </p:spPr>
        <p:txBody>
          <a:bodyPr lIns="109727" tIns="109727" rIns="109727" bIns="109727"/>
          <a:lstStyle/>
          <a:p>
            <a:endParaRPr/>
          </a:p>
        </p:txBody>
      </p:sp>
      <p:sp>
        <p:nvSpPr>
          <p:cNvPr id="51" name="Shape"/>
          <p:cNvSpPr/>
          <p:nvPr/>
        </p:nvSpPr>
        <p:spPr>
          <a:xfrm>
            <a:off x="9587646" y="9190232"/>
            <a:ext cx="525880"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243646"/>
          </a:solidFill>
          <a:ln w="25400">
            <a:miter lim="400000"/>
          </a:ln>
        </p:spPr>
        <p:txBody>
          <a:bodyPr lIns="109727" tIns="109727" rIns="109727" bIns="109727"/>
          <a:lstStyle/>
          <a:p>
            <a:endParaRPr/>
          </a:p>
        </p:txBody>
      </p:sp>
      <p:sp>
        <p:nvSpPr>
          <p:cNvPr id="52" name="Shape"/>
          <p:cNvSpPr/>
          <p:nvPr/>
        </p:nvSpPr>
        <p:spPr>
          <a:xfrm>
            <a:off x="7913958" y="9190237"/>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243646"/>
          </a:solidFill>
          <a:ln w="25400">
            <a:miter lim="400000"/>
          </a:ln>
        </p:spPr>
        <p:txBody>
          <a:bodyPr lIns="109727" tIns="109727" rIns="109727" bIns="109727"/>
          <a:lstStyle/>
          <a:p>
            <a:endParaRPr/>
          </a:p>
        </p:txBody>
      </p:sp>
      <p:sp>
        <p:nvSpPr>
          <p:cNvPr id="53" name="Shape"/>
          <p:cNvSpPr/>
          <p:nvPr/>
        </p:nvSpPr>
        <p:spPr>
          <a:xfrm>
            <a:off x="8750802" y="9190235"/>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243646"/>
          </a:solidFill>
          <a:ln w="25400">
            <a:miter lim="400000"/>
          </a:ln>
        </p:spPr>
        <p:txBody>
          <a:bodyPr lIns="109727" tIns="109727" rIns="109727" bIns="109727"/>
          <a:lstStyle/>
          <a:p>
            <a:endParaRPr/>
          </a:p>
        </p:txBody>
      </p:sp>
      <p:sp>
        <p:nvSpPr>
          <p:cNvPr id="54" name="Shape"/>
          <p:cNvSpPr/>
          <p:nvPr/>
        </p:nvSpPr>
        <p:spPr>
          <a:xfrm>
            <a:off x="11768872" y="5946950"/>
            <a:ext cx="720092" cy="720090"/>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F86A37"/>
          </a:solidFill>
          <a:ln w="25400">
            <a:miter lim="400000"/>
          </a:ln>
        </p:spPr>
        <p:txBody>
          <a:bodyPr lIns="109727" tIns="109727" rIns="109727" bIns="109727"/>
          <a:lstStyle/>
          <a:p>
            <a:endParaRPr/>
          </a:p>
        </p:txBody>
      </p:sp>
      <p:sp>
        <p:nvSpPr>
          <p:cNvPr id="55" name="Shape"/>
          <p:cNvSpPr/>
          <p:nvPr/>
        </p:nvSpPr>
        <p:spPr>
          <a:xfrm>
            <a:off x="11318649" y="11271097"/>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F86A37"/>
          </a:solidFill>
          <a:ln w="12700">
            <a:miter lim="400000"/>
          </a:ln>
        </p:spPr>
        <p:txBody>
          <a:bodyPr lIns="109727" tIns="109727" rIns="109727" bIns="109727"/>
          <a:lstStyle/>
          <a:p>
            <a:endParaRPr/>
          </a:p>
        </p:txBody>
      </p:sp>
      <p:sp>
        <p:nvSpPr>
          <p:cNvPr id="56" name="Shape"/>
          <p:cNvSpPr/>
          <p:nvPr/>
        </p:nvSpPr>
        <p:spPr>
          <a:xfrm>
            <a:off x="14213512" y="9190232"/>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chemeClr val="accent3">
              <a:lumOff val="25098"/>
            </a:schemeClr>
          </a:solidFill>
          <a:ln w="12700">
            <a:miter lim="400000"/>
          </a:ln>
        </p:spPr>
        <p:txBody>
          <a:bodyPr lIns="109727" tIns="109727" rIns="109727" bIns="109727"/>
          <a:lstStyle/>
          <a:p>
            <a:endParaRPr/>
          </a:p>
        </p:txBody>
      </p:sp>
      <p:sp>
        <p:nvSpPr>
          <p:cNvPr id="57" name="Shape"/>
          <p:cNvSpPr/>
          <p:nvPr/>
        </p:nvSpPr>
        <p:spPr>
          <a:xfrm>
            <a:off x="11945087" y="11271100"/>
            <a:ext cx="525880"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F86A37"/>
          </a:solidFill>
          <a:ln w="12700">
            <a:miter lim="400000"/>
          </a:ln>
        </p:spPr>
        <p:txBody>
          <a:bodyPr lIns="109727" tIns="109727" rIns="109727" bIns="109727"/>
          <a:lstStyle/>
          <a:p>
            <a:endParaRPr/>
          </a:p>
        </p:txBody>
      </p:sp>
      <p:sp>
        <p:nvSpPr>
          <p:cNvPr id="58" name="Shape"/>
          <p:cNvSpPr/>
          <p:nvPr/>
        </p:nvSpPr>
        <p:spPr>
          <a:xfrm>
            <a:off x="15020430" y="9190232"/>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chemeClr val="accent3">
              <a:lumOff val="25098"/>
            </a:schemeClr>
          </a:solidFill>
          <a:ln w="12700">
            <a:miter lim="400000"/>
          </a:ln>
        </p:spPr>
        <p:txBody>
          <a:bodyPr lIns="109727" tIns="109727" rIns="109727" bIns="109727"/>
          <a:lstStyle/>
          <a:p>
            <a:endParaRPr/>
          </a:p>
        </p:txBody>
      </p:sp>
      <p:sp>
        <p:nvSpPr>
          <p:cNvPr id="59" name="Shape"/>
          <p:cNvSpPr/>
          <p:nvPr/>
        </p:nvSpPr>
        <p:spPr>
          <a:xfrm>
            <a:off x="15827348" y="9190232"/>
            <a:ext cx="525880"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chemeClr val="accent3">
              <a:lumOff val="25098"/>
            </a:schemeClr>
          </a:solidFill>
          <a:ln w="12700">
            <a:miter lim="400000"/>
          </a:ln>
        </p:spPr>
        <p:txBody>
          <a:bodyPr lIns="109727" tIns="109727" rIns="109727" bIns="109727"/>
          <a:lstStyle/>
          <a:p>
            <a:endParaRPr/>
          </a:p>
        </p:txBody>
      </p:sp>
      <p:sp>
        <p:nvSpPr>
          <p:cNvPr id="60" name="Arrow"/>
          <p:cNvSpPr/>
          <p:nvPr/>
        </p:nvSpPr>
        <p:spPr>
          <a:xfrm rot="5400000">
            <a:off x="8254317" y="8077688"/>
            <a:ext cx="1505739" cy="221334"/>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1" name="Arrow"/>
          <p:cNvSpPr/>
          <p:nvPr/>
        </p:nvSpPr>
        <p:spPr>
          <a:xfrm rot="5400000">
            <a:off x="14530499" y="8077690"/>
            <a:ext cx="1505739" cy="221334"/>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2" name="Name"/>
          <p:cNvSpPr txBox="1"/>
          <p:nvPr/>
        </p:nvSpPr>
        <p:spPr>
          <a:xfrm>
            <a:off x="11602126" y="6672260"/>
            <a:ext cx="1045205" cy="5877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Name</a:t>
            </a:r>
          </a:p>
        </p:txBody>
      </p:sp>
      <p:sp>
        <p:nvSpPr>
          <p:cNvPr id="63" name="Design Team"/>
          <p:cNvSpPr txBox="1"/>
          <p:nvPr/>
        </p:nvSpPr>
        <p:spPr>
          <a:xfrm>
            <a:off x="7956302" y="9716108"/>
            <a:ext cx="2053830"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Design Team</a:t>
            </a:r>
          </a:p>
        </p:txBody>
      </p:sp>
      <p:sp>
        <p:nvSpPr>
          <p:cNvPr id="64" name="Engineering Team"/>
          <p:cNvSpPr txBox="1"/>
          <p:nvPr/>
        </p:nvSpPr>
        <p:spPr>
          <a:xfrm>
            <a:off x="13914212" y="9728900"/>
            <a:ext cx="2738313"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Engineering Team</a:t>
            </a:r>
          </a:p>
        </p:txBody>
      </p:sp>
      <p:sp>
        <p:nvSpPr>
          <p:cNvPr id="65" name="Name"/>
          <p:cNvSpPr txBox="1"/>
          <p:nvPr/>
        </p:nvSpPr>
        <p:spPr>
          <a:xfrm>
            <a:off x="8460616" y="6684888"/>
            <a:ext cx="1045205" cy="5877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r>
              <a:rPr>
                <a:latin typeface="Helvetica Light" charset="0"/>
                <a:ea typeface="Helvetica Light" charset="0"/>
                <a:cs typeface="Helvetica Light" charset="0"/>
              </a:rPr>
              <a:t>Name</a:t>
            </a:r>
          </a:p>
        </p:txBody>
      </p:sp>
      <p:sp>
        <p:nvSpPr>
          <p:cNvPr id="66" name="Name"/>
          <p:cNvSpPr txBox="1"/>
          <p:nvPr/>
        </p:nvSpPr>
        <p:spPr>
          <a:xfrm>
            <a:off x="14760764" y="6693220"/>
            <a:ext cx="1045205" cy="5877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Name</a:t>
            </a:r>
          </a:p>
        </p:txBody>
      </p:sp>
      <p:sp>
        <p:nvSpPr>
          <p:cNvPr id="67" name="Product Team"/>
          <p:cNvSpPr txBox="1"/>
          <p:nvPr/>
        </p:nvSpPr>
        <p:spPr>
          <a:xfrm>
            <a:off x="11143422" y="11832913"/>
            <a:ext cx="2207718"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r>
              <a:rPr lang="en-US" dirty="0">
                <a:latin typeface="Helvetica Light" charset="0"/>
                <a:ea typeface="Helvetica Light" charset="0"/>
                <a:cs typeface="Helvetica Light" charset="0"/>
              </a:rPr>
              <a:t>Training</a:t>
            </a:r>
            <a:r>
              <a:rPr dirty="0">
                <a:latin typeface="Helvetica Light" charset="0"/>
                <a:ea typeface="Helvetica Light" charset="0"/>
                <a:cs typeface="Helvetica Light" charset="0"/>
              </a:rPr>
              <a:t> Team</a:t>
            </a:r>
          </a:p>
        </p:txBody>
      </p:sp>
      <p:sp>
        <p:nvSpPr>
          <p:cNvPr id="68"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sp>
        <p:nvSpPr>
          <p:cNvPr id="69" name="Product  Manager"/>
          <p:cNvSpPr txBox="1"/>
          <p:nvPr/>
        </p:nvSpPr>
        <p:spPr>
          <a:xfrm>
            <a:off x="10164634" y="3734402"/>
            <a:ext cx="3975225"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p>
            <a:pPr algn="ctr" defTabSz="786384">
              <a:lnSpc>
                <a:spcPct val="90000"/>
              </a:lnSpc>
              <a:defRPr sz="3440">
                <a:solidFill>
                  <a:srgbClr val="535353"/>
                </a:solidFill>
                <a:latin typeface="Avenir Book"/>
                <a:ea typeface="Avenir Book"/>
                <a:cs typeface="Avenir Book"/>
                <a:sym typeface="Avenir Book"/>
              </a:defRPr>
            </a:pPr>
            <a:r>
              <a:rPr lang="en-US" dirty="0">
                <a:latin typeface="Helvetica Light" charset="0"/>
                <a:ea typeface="Helvetica Light" charset="0"/>
                <a:cs typeface="Helvetica Light" charset="0"/>
              </a:rPr>
              <a:t>Instructional</a:t>
            </a:r>
          </a:p>
          <a:p>
            <a:pPr algn="ctr" defTabSz="786384">
              <a:lnSpc>
                <a:spcPct val="90000"/>
              </a:lnSpc>
              <a:defRPr sz="3440">
                <a:solidFill>
                  <a:srgbClr val="535353"/>
                </a:solidFill>
                <a:latin typeface="Avenir Book"/>
                <a:ea typeface="Avenir Book"/>
                <a:cs typeface="Avenir Book"/>
                <a:sym typeface="Avenir Book"/>
              </a:defRPr>
            </a:pPr>
            <a:r>
              <a:rPr lang="en-US" dirty="0">
                <a:latin typeface="Helvetica Light" charset="0"/>
                <a:ea typeface="Helvetica Light" charset="0"/>
                <a:cs typeface="Helvetica Light" charset="0"/>
              </a:rPr>
              <a:t>Designer</a:t>
            </a:r>
            <a:endParaRPr dirty="0">
              <a:latin typeface="Helvetica Light" charset="0"/>
              <a:ea typeface="Helvetica Light" charset="0"/>
              <a:cs typeface="Helvetica Light" charset="0"/>
            </a:endParaRPr>
          </a:p>
        </p:txBody>
      </p:sp>
      <p:sp>
        <p:nvSpPr>
          <p:cNvPr id="70" name="Lead  UX Designer"/>
          <p:cNvSpPr txBox="1"/>
          <p:nvPr/>
        </p:nvSpPr>
        <p:spPr>
          <a:xfrm>
            <a:off x="6975330" y="3697573"/>
            <a:ext cx="3975225"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p>
            <a:pPr algn="ctr" defTabSz="786384">
              <a:lnSpc>
                <a:spcPct val="90000"/>
              </a:lnSpc>
              <a:defRPr sz="3440">
                <a:solidFill>
                  <a:srgbClr val="535353"/>
                </a:solidFill>
                <a:latin typeface="Avenir Book"/>
                <a:ea typeface="Avenir Book"/>
                <a:cs typeface="Avenir Book"/>
                <a:sym typeface="Avenir Book"/>
              </a:defRPr>
            </a:pPr>
            <a:r>
              <a:rPr dirty="0">
                <a:latin typeface="Helvetica Light" charset="0"/>
                <a:ea typeface="Helvetica Light" charset="0"/>
                <a:cs typeface="Helvetica Light" charset="0"/>
              </a:rPr>
              <a:t>Lead </a:t>
            </a:r>
            <a:br>
              <a:rPr dirty="0">
                <a:latin typeface="Helvetica Light" charset="0"/>
                <a:ea typeface="Helvetica Light" charset="0"/>
                <a:cs typeface="Helvetica Light" charset="0"/>
              </a:rPr>
            </a:br>
            <a:r>
              <a:rPr dirty="0">
                <a:latin typeface="Helvetica Light" charset="0"/>
                <a:ea typeface="Helvetica Light" charset="0"/>
                <a:cs typeface="Helvetica Light" charset="0"/>
              </a:rPr>
              <a:t>UX Designer</a:t>
            </a:r>
          </a:p>
        </p:txBody>
      </p:sp>
      <p:sp>
        <p:nvSpPr>
          <p:cNvPr id="71" name="Lead Engineer"/>
          <p:cNvSpPr txBox="1"/>
          <p:nvPr/>
        </p:nvSpPr>
        <p:spPr>
          <a:xfrm>
            <a:off x="13283057" y="3755523"/>
            <a:ext cx="3975225"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p>
            <a:pPr algn="ctr" defTabSz="786384">
              <a:lnSpc>
                <a:spcPct val="90000"/>
              </a:lnSpc>
              <a:defRPr sz="3440">
                <a:solidFill>
                  <a:srgbClr val="535353"/>
                </a:solidFill>
                <a:latin typeface="Avenir Book"/>
                <a:ea typeface="Avenir Book"/>
                <a:cs typeface="Avenir Book"/>
                <a:sym typeface="Avenir Book"/>
              </a:defRPr>
            </a:pPr>
            <a:r>
              <a:rPr dirty="0">
                <a:latin typeface="Helvetica Light" charset="0"/>
                <a:ea typeface="Helvetica Light" charset="0"/>
                <a:cs typeface="Helvetica Light" charset="0"/>
              </a:rPr>
              <a:t>Lead</a:t>
            </a:r>
            <a:br>
              <a:rPr dirty="0">
                <a:latin typeface="Helvetica Light" charset="0"/>
                <a:ea typeface="Helvetica Light" charset="0"/>
                <a:cs typeface="Helvetica Light" charset="0"/>
              </a:rPr>
            </a:br>
            <a:r>
              <a:rPr lang="en-US" dirty="0">
                <a:latin typeface="Helvetica Light" charset="0"/>
                <a:ea typeface="Helvetica Light" charset="0"/>
                <a:cs typeface="Helvetica Light" charset="0"/>
              </a:rPr>
              <a:t>Developer</a:t>
            </a:r>
            <a:endParaRPr dirty="0">
              <a:latin typeface="Helvetica Light" charset="0"/>
              <a:ea typeface="Helvetica Light" charset="0"/>
              <a:cs typeface="Helvetica Light" charset="0"/>
            </a:endParaRPr>
          </a:p>
        </p:txBody>
      </p:sp>
      <p:sp>
        <p:nvSpPr>
          <p:cNvPr id="72" name="Shape"/>
          <p:cNvSpPr/>
          <p:nvPr/>
        </p:nvSpPr>
        <p:spPr>
          <a:xfrm>
            <a:off x="12571526" y="11272375"/>
            <a:ext cx="525879" cy="525877"/>
          </a:xfrm>
          <a:custGeom>
            <a:avLst/>
            <a:gdLst/>
            <a:ahLst/>
            <a:cxnLst>
              <a:cxn ang="0">
                <a:pos x="wd2" y="hd2"/>
              </a:cxn>
              <a:cxn ang="5400000">
                <a:pos x="wd2" y="hd2"/>
              </a:cxn>
              <a:cxn ang="10800000">
                <a:pos x="wd2" y="hd2"/>
              </a:cxn>
              <a:cxn ang="16200000">
                <a:pos x="wd2" y="hd2"/>
              </a:cxn>
            </a:cxnLst>
            <a:rect l="0" t="0" r="r" b="b"/>
            <a:pathLst>
              <a:path w="21600" h="21600" extrusionOk="0">
                <a:moveTo>
                  <a:pt x="17144" y="6314"/>
                </a:moveTo>
                <a:cubicBezTo>
                  <a:pt x="17144" y="9800"/>
                  <a:pt x="14326" y="12629"/>
                  <a:pt x="10852" y="12629"/>
                </a:cubicBezTo>
                <a:cubicBezTo>
                  <a:pt x="7379" y="12629"/>
                  <a:pt x="4561" y="9800"/>
                  <a:pt x="4561" y="6314"/>
                </a:cubicBezTo>
                <a:cubicBezTo>
                  <a:pt x="4561" y="2828"/>
                  <a:pt x="7379" y="0"/>
                  <a:pt x="10852" y="0"/>
                </a:cubicBezTo>
                <a:cubicBezTo>
                  <a:pt x="14326" y="0"/>
                  <a:pt x="17144" y="2828"/>
                  <a:pt x="17144" y="6314"/>
                </a:cubicBezTo>
                <a:close/>
                <a:moveTo>
                  <a:pt x="16043" y="12931"/>
                </a:moveTo>
                <a:cubicBezTo>
                  <a:pt x="14588" y="14089"/>
                  <a:pt x="12766" y="14733"/>
                  <a:pt x="10852" y="14733"/>
                </a:cubicBezTo>
                <a:cubicBezTo>
                  <a:pt x="8926" y="14733"/>
                  <a:pt x="7091" y="14076"/>
                  <a:pt x="5610" y="12892"/>
                </a:cubicBezTo>
                <a:cubicBezTo>
                  <a:pt x="1730" y="14312"/>
                  <a:pt x="0" y="19324"/>
                  <a:pt x="0" y="21600"/>
                </a:cubicBezTo>
                <a:cubicBezTo>
                  <a:pt x="21600" y="21600"/>
                  <a:pt x="21600" y="21600"/>
                  <a:pt x="21600" y="21600"/>
                </a:cubicBezTo>
                <a:cubicBezTo>
                  <a:pt x="21600" y="19337"/>
                  <a:pt x="19857" y="14378"/>
                  <a:pt x="16043" y="12931"/>
                </a:cubicBezTo>
                <a:close/>
              </a:path>
            </a:pathLst>
          </a:custGeom>
          <a:solidFill>
            <a:srgbClr val="F86A37"/>
          </a:solidFill>
          <a:ln w="12700">
            <a:miter lim="400000"/>
          </a:ln>
        </p:spPr>
        <p:txBody>
          <a:bodyPr lIns="109727" tIns="109727" rIns="109727" bIns="109727"/>
          <a:lstStyle/>
          <a:p>
            <a:endParaRPr/>
          </a:p>
        </p:txBody>
      </p:sp>
      <p:sp>
        <p:nvSpPr>
          <p:cNvPr id="73" name="Arrow"/>
          <p:cNvSpPr/>
          <p:nvPr/>
        </p:nvSpPr>
        <p:spPr>
          <a:xfrm rot="5400000">
            <a:off x="10469499" y="9143228"/>
            <a:ext cx="3351308" cy="207146"/>
          </a:xfrm>
          <a:prstGeom prst="rightArrow">
            <a:avLst>
              <a:gd name="adj1" fmla="val 50000"/>
              <a:gd name="adj2" fmla="val 22260"/>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74"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a:t>Instructional Design Central</a:t>
            </a:r>
            <a:r>
              <a:t>, </a:t>
            </a:r>
            <a:r>
              <a:rPr dirty="0"/>
              <a:t>LLC</a:t>
            </a:r>
          </a:p>
        </p:txBody>
      </p:sp>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Create"/>
          <p:cNvSpPr txBox="1"/>
          <p:nvPr/>
        </p:nvSpPr>
        <p:spPr>
          <a:xfrm>
            <a:off x="10204979" y="8267376"/>
            <a:ext cx="3669657" cy="206825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2000">
                <a:solidFill>
                  <a:schemeClr val="accent4">
                    <a:lumOff val="58054"/>
                  </a:schemeClr>
                </a:solidFill>
                <a:latin typeface="Avenir Book"/>
                <a:ea typeface="Avenir Book"/>
                <a:cs typeface="Avenir Book"/>
                <a:sym typeface="Avenir Book"/>
              </a:defRPr>
            </a:lvl1pPr>
          </a:lstStyle>
          <a:p>
            <a:pPr>
              <a:defRPr>
                <a:solidFill>
                  <a:srgbClr val="44546A"/>
                </a:solidFill>
                <a:latin typeface="Calibri"/>
                <a:ea typeface="Calibri"/>
                <a:cs typeface="Calibri"/>
                <a:sym typeface="Calibri"/>
              </a:defRPr>
            </a:pPr>
            <a:r>
              <a:rPr lang="en-US" dirty="0">
                <a:solidFill>
                  <a:schemeClr val="accent4">
                    <a:lumOff val="58054"/>
                  </a:schemeClr>
                </a:solidFill>
                <a:latin typeface="PT Sans Narrow" charset="-52"/>
                <a:ea typeface="PT Sans Narrow" charset="-52"/>
                <a:cs typeface="PT Sans Narrow" charset="-52"/>
                <a:sym typeface="Avenir Book"/>
              </a:rPr>
              <a:t>Target</a:t>
            </a:r>
            <a:endParaRPr dirty="0">
              <a:solidFill>
                <a:schemeClr val="accent4">
                  <a:lumOff val="58054"/>
                </a:schemeClr>
              </a:solidFill>
              <a:latin typeface="PT Sans Narrow" charset="-52"/>
              <a:ea typeface="PT Sans Narrow" charset="-52"/>
              <a:cs typeface="PT Sans Narrow" charset="-52"/>
              <a:sym typeface="Avenir Book"/>
            </a:endParaRPr>
          </a:p>
        </p:txBody>
      </p:sp>
      <p:sp>
        <p:nvSpPr>
          <p:cNvPr id="4" name="Shape"/>
          <p:cNvSpPr/>
          <p:nvPr/>
        </p:nvSpPr>
        <p:spPr>
          <a:xfrm rot="21503150">
            <a:off x="9660146" y="3257665"/>
            <a:ext cx="5079289" cy="5516120"/>
          </a:xfrm>
          <a:custGeom>
            <a:avLst/>
            <a:gdLst/>
            <a:ahLst/>
            <a:cxnLst>
              <a:cxn ang="0">
                <a:pos x="wd2" y="hd2"/>
              </a:cxn>
              <a:cxn ang="5400000">
                <a:pos x="wd2" y="hd2"/>
              </a:cxn>
              <a:cxn ang="10800000">
                <a:pos x="wd2" y="hd2"/>
              </a:cxn>
              <a:cxn ang="16200000">
                <a:pos x="wd2" y="hd2"/>
              </a:cxn>
            </a:cxnLst>
            <a:rect l="0" t="0" r="r" b="b"/>
            <a:pathLst>
              <a:path w="21600" h="21600" extrusionOk="0">
                <a:moveTo>
                  <a:pt x="9626" y="3355"/>
                </a:moveTo>
                <a:cubicBezTo>
                  <a:pt x="6574" y="3355"/>
                  <a:pt x="3991" y="5662"/>
                  <a:pt x="3991" y="8598"/>
                </a:cubicBezTo>
                <a:cubicBezTo>
                  <a:pt x="3991" y="11534"/>
                  <a:pt x="6574" y="13841"/>
                  <a:pt x="9626" y="13841"/>
                </a:cubicBezTo>
                <a:cubicBezTo>
                  <a:pt x="10330" y="13841"/>
                  <a:pt x="10800" y="13631"/>
                  <a:pt x="11270" y="13631"/>
                </a:cubicBezTo>
                <a:cubicBezTo>
                  <a:pt x="10800" y="11953"/>
                  <a:pt x="10800" y="11953"/>
                  <a:pt x="10800" y="11953"/>
                </a:cubicBezTo>
                <a:cubicBezTo>
                  <a:pt x="10565" y="11953"/>
                  <a:pt x="10096" y="12163"/>
                  <a:pt x="9626" y="12163"/>
                </a:cubicBezTo>
                <a:cubicBezTo>
                  <a:pt x="7513" y="12163"/>
                  <a:pt x="5870" y="10485"/>
                  <a:pt x="5870" y="8598"/>
                </a:cubicBezTo>
                <a:cubicBezTo>
                  <a:pt x="5870" y="6501"/>
                  <a:pt x="7513" y="5033"/>
                  <a:pt x="9626" y="5033"/>
                </a:cubicBezTo>
                <a:cubicBezTo>
                  <a:pt x="11974" y="5033"/>
                  <a:pt x="13617" y="6501"/>
                  <a:pt x="13617" y="8598"/>
                </a:cubicBezTo>
                <a:cubicBezTo>
                  <a:pt x="13617" y="9227"/>
                  <a:pt x="13617" y="9647"/>
                  <a:pt x="13148" y="10276"/>
                </a:cubicBezTo>
                <a:cubicBezTo>
                  <a:pt x="15026" y="10905"/>
                  <a:pt x="15026" y="10905"/>
                  <a:pt x="15026" y="10905"/>
                </a:cubicBezTo>
                <a:cubicBezTo>
                  <a:pt x="15261" y="10276"/>
                  <a:pt x="15496" y="9437"/>
                  <a:pt x="15496" y="8598"/>
                </a:cubicBezTo>
                <a:cubicBezTo>
                  <a:pt x="15496" y="5662"/>
                  <a:pt x="12913" y="3355"/>
                  <a:pt x="9626" y="3355"/>
                </a:cubicBezTo>
                <a:close/>
                <a:moveTo>
                  <a:pt x="11739" y="15309"/>
                </a:moveTo>
                <a:cubicBezTo>
                  <a:pt x="11035" y="15518"/>
                  <a:pt x="10330" y="15518"/>
                  <a:pt x="9626" y="15518"/>
                </a:cubicBezTo>
                <a:cubicBezTo>
                  <a:pt x="7748" y="15518"/>
                  <a:pt x="5635" y="14680"/>
                  <a:pt x="4226" y="13421"/>
                </a:cubicBezTo>
                <a:cubicBezTo>
                  <a:pt x="2817" y="12163"/>
                  <a:pt x="1878" y="10485"/>
                  <a:pt x="1878" y="8598"/>
                </a:cubicBezTo>
                <a:cubicBezTo>
                  <a:pt x="1878" y="6711"/>
                  <a:pt x="2817" y="5033"/>
                  <a:pt x="4226" y="3565"/>
                </a:cubicBezTo>
                <a:cubicBezTo>
                  <a:pt x="5635" y="2307"/>
                  <a:pt x="7748" y="1678"/>
                  <a:pt x="9626" y="1678"/>
                </a:cubicBezTo>
                <a:cubicBezTo>
                  <a:pt x="11739" y="1678"/>
                  <a:pt x="13852" y="2307"/>
                  <a:pt x="15261" y="3565"/>
                </a:cubicBezTo>
                <a:cubicBezTo>
                  <a:pt x="16670" y="5033"/>
                  <a:pt x="17609" y="6711"/>
                  <a:pt x="17609" y="8598"/>
                </a:cubicBezTo>
                <a:cubicBezTo>
                  <a:pt x="17609" y="9647"/>
                  <a:pt x="17139" y="10695"/>
                  <a:pt x="16670" y="11744"/>
                </a:cubicBezTo>
                <a:cubicBezTo>
                  <a:pt x="18313" y="12583"/>
                  <a:pt x="18313" y="12583"/>
                  <a:pt x="18313" y="12583"/>
                </a:cubicBezTo>
                <a:cubicBezTo>
                  <a:pt x="19017" y="11324"/>
                  <a:pt x="19487" y="10066"/>
                  <a:pt x="19487" y="8598"/>
                </a:cubicBezTo>
                <a:cubicBezTo>
                  <a:pt x="19487" y="3775"/>
                  <a:pt x="15026" y="0"/>
                  <a:pt x="9626" y="0"/>
                </a:cubicBezTo>
                <a:cubicBezTo>
                  <a:pt x="4461" y="0"/>
                  <a:pt x="0" y="3775"/>
                  <a:pt x="0" y="8598"/>
                </a:cubicBezTo>
                <a:cubicBezTo>
                  <a:pt x="0" y="13212"/>
                  <a:pt x="4461" y="17196"/>
                  <a:pt x="9626" y="17196"/>
                </a:cubicBezTo>
                <a:cubicBezTo>
                  <a:pt x="10565" y="17196"/>
                  <a:pt x="11270" y="16986"/>
                  <a:pt x="11974" y="16986"/>
                </a:cubicBezTo>
                <a:lnTo>
                  <a:pt x="11739" y="15309"/>
                </a:lnTo>
                <a:close/>
                <a:moveTo>
                  <a:pt x="9626" y="6711"/>
                </a:moveTo>
                <a:cubicBezTo>
                  <a:pt x="8687" y="6711"/>
                  <a:pt x="7748" y="7550"/>
                  <a:pt x="7748" y="8388"/>
                </a:cubicBezTo>
                <a:cubicBezTo>
                  <a:pt x="7748" y="9437"/>
                  <a:pt x="8687" y="10276"/>
                  <a:pt x="9626" y="10276"/>
                </a:cubicBezTo>
                <a:cubicBezTo>
                  <a:pt x="10800" y="10276"/>
                  <a:pt x="11739" y="9437"/>
                  <a:pt x="11739" y="8388"/>
                </a:cubicBezTo>
                <a:cubicBezTo>
                  <a:pt x="11739" y="7550"/>
                  <a:pt x="10800" y="6711"/>
                  <a:pt x="9626" y="6711"/>
                </a:cubicBezTo>
                <a:close/>
                <a:moveTo>
                  <a:pt x="12209" y="11324"/>
                </a:moveTo>
                <a:cubicBezTo>
                  <a:pt x="21600" y="15309"/>
                  <a:pt x="21600" y="15309"/>
                  <a:pt x="21600" y="15309"/>
                </a:cubicBezTo>
                <a:cubicBezTo>
                  <a:pt x="18313" y="16567"/>
                  <a:pt x="18313" y="16567"/>
                  <a:pt x="18313" y="16567"/>
                </a:cubicBezTo>
                <a:cubicBezTo>
                  <a:pt x="21365" y="20132"/>
                  <a:pt x="21365" y="20132"/>
                  <a:pt x="21365" y="20132"/>
                </a:cubicBezTo>
                <a:cubicBezTo>
                  <a:pt x="19487" y="21600"/>
                  <a:pt x="19487" y="21600"/>
                  <a:pt x="19487" y="21600"/>
                </a:cubicBezTo>
                <a:cubicBezTo>
                  <a:pt x="16435" y="17825"/>
                  <a:pt x="16435" y="17825"/>
                  <a:pt x="16435" y="17825"/>
                </a:cubicBezTo>
                <a:cubicBezTo>
                  <a:pt x="14322" y="20342"/>
                  <a:pt x="14322" y="20342"/>
                  <a:pt x="14322" y="20342"/>
                </a:cubicBezTo>
                <a:lnTo>
                  <a:pt x="12209" y="11324"/>
                </a:lnTo>
                <a:close/>
              </a:path>
            </a:pathLst>
          </a:custGeom>
          <a:solidFill>
            <a:srgbClr val="243646"/>
          </a:solidFill>
          <a:ln w="25400">
            <a:miter lim="400000"/>
          </a:ln>
        </p:spPr>
        <p:txBody>
          <a:bodyPr lIns="45719" rIns="45719" anchor="ctr"/>
          <a:lstStyle/>
          <a:p>
            <a:pPr>
              <a:defRPr sz="1400"/>
            </a:pPr>
            <a:endParaRPr/>
          </a:p>
        </p:txBody>
      </p:sp>
    </p:spTree>
    <p:extLst>
      <p:ext uri="{BB962C8B-B14F-4D97-AF65-F5344CB8AC3E}">
        <p14:creationId xmlns:p14="http://schemas.microsoft.com/office/powerpoint/2010/main" val="64171171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er Persona &amp; Goals (Primary)"/>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Learner and Stakeholder </a:t>
            </a:r>
            <a:r>
              <a:rPr lang="en-US" b="1" dirty="0">
                <a:solidFill>
                  <a:srgbClr val="243646"/>
                </a:solidFill>
                <a:latin typeface="PT Sans Narrow" charset="-52"/>
                <a:ea typeface="PT Sans Narrow" charset="-52"/>
                <a:cs typeface="PT Sans Narrow" charset="-52"/>
              </a:rPr>
              <a:t>Interviews</a:t>
            </a:r>
            <a:endParaRPr b="1" dirty="0">
              <a:solidFill>
                <a:srgbClr val="243646"/>
              </a:solidFill>
              <a:latin typeface="PT Sans Narrow" charset="-52"/>
              <a:ea typeface="PT Sans Narrow" charset="-52"/>
              <a:cs typeface="PT Sans Narrow" charset="-52"/>
            </a:endParaRPr>
          </a:p>
        </p:txBody>
      </p:sp>
      <p:sp>
        <p:nvSpPr>
          <p:cNvPr id="241"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sp>
        <p:nvSpPr>
          <p:cNvPr id="79" name="Slide Number"/>
          <p:cNvSpPr txBox="1">
            <a:spLocks noGrp="1"/>
          </p:cNvSpPr>
          <p:nvPr>
            <p:ph type="sldNum" sz="quarter" idx="2"/>
          </p:nvPr>
        </p:nvSpPr>
        <p:spPr>
          <a:xfrm>
            <a:off x="1238083" y="12680620"/>
            <a:ext cx="950171" cy="524257"/>
          </a:xfrm>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5</a:t>
            </a:fld>
            <a:endParaRPr/>
          </a:p>
        </p:txBody>
      </p:sp>
      <p:grpSp>
        <p:nvGrpSpPr>
          <p:cNvPr id="80" name="Group"/>
          <p:cNvGrpSpPr/>
          <p:nvPr/>
        </p:nvGrpSpPr>
        <p:grpSpPr>
          <a:xfrm>
            <a:off x="14333376" y="5199621"/>
            <a:ext cx="1889762" cy="5151123"/>
            <a:chOff x="0" y="0"/>
            <a:chExt cx="1889761" cy="5151121"/>
          </a:xfrm>
        </p:grpSpPr>
        <p:sp>
          <p:nvSpPr>
            <p:cNvPr id="81" name="Circle"/>
            <p:cNvSpPr/>
            <p:nvPr/>
          </p:nvSpPr>
          <p:spPr>
            <a:xfrm>
              <a:off x="567690" y="0"/>
              <a:ext cx="777241" cy="777241"/>
            </a:xfrm>
            <a:prstGeom prst="ellipse">
              <a:avLst/>
            </a:prstGeom>
            <a:solidFill>
              <a:srgbClr val="BFBFBF"/>
            </a:solidFill>
            <a:ln w="25400" cap="flat">
              <a:noFill/>
              <a:miter lim="400000"/>
            </a:ln>
            <a:effectLst/>
          </p:spPr>
          <p:txBody>
            <a:bodyPr wrap="square" lIns="109727" tIns="109727" rIns="109727" bIns="109727" numCol="1" anchor="t">
              <a:noAutofit/>
            </a:bodyPr>
            <a:lstStyle/>
            <a:p>
              <a:endParaRPr/>
            </a:p>
          </p:txBody>
        </p:sp>
        <p:sp>
          <p:nvSpPr>
            <p:cNvPr id="82" name="Rectangle"/>
            <p:cNvSpPr/>
            <p:nvPr/>
          </p:nvSpPr>
          <p:spPr>
            <a:xfrm>
              <a:off x="1524000" y="1691640"/>
              <a:ext cx="365761" cy="1078230"/>
            </a:xfrm>
            <a:prstGeom prst="rect">
              <a:avLst/>
            </a:pr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83" name="Shape"/>
            <p:cNvSpPr/>
            <p:nvPr/>
          </p:nvSpPr>
          <p:spPr>
            <a:xfrm>
              <a:off x="1535430" y="2849880"/>
              <a:ext cx="354331" cy="228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54" y="14688"/>
                    <a:pt x="4985" y="21600"/>
                    <a:pt x="10523" y="21600"/>
                  </a:cubicBezTo>
                  <a:cubicBezTo>
                    <a:pt x="16062" y="21600"/>
                    <a:pt x="20492" y="14688"/>
                    <a:pt x="21600" y="0"/>
                  </a:cubicBezTo>
                  <a:cubicBezTo>
                    <a:pt x="0" y="0"/>
                    <a:pt x="0" y="0"/>
                    <a:pt x="0" y="0"/>
                  </a:cubicBezTo>
                </a:path>
              </a:pathLst>
            </a:cu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84" name="Shape"/>
            <p:cNvSpPr/>
            <p:nvPr/>
          </p:nvSpPr>
          <p:spPr>
            <a:xfrm>
              <a:off x="0" y="895350"/>
              <a:ext cx="1889761" cy="716281"/>
            </a:xfrm>
            <a:custGeom>
              <a:avLst/>
              <a:gdLst/>
              <a:ahLst/>
              <a:cxnLst>
                <a:cxn ang="0">
                  <a:pos x="wd2" y="hd2"/>
                </a:cxn>
                <a:cxn ang="5400000">
                  <a:pos x="wd2" y="hd2"/>
                </a:cxn>
                <a:cxn ang="10800000">
                  <a:pos x="wd2" y="hd2"/>
                </a:cxn>
                <a:cxn ang="16200000">
                  <a:pos x="wd2" y="hd2"/>
                </a:cxn>
              </a:cxnLst>
              <a:rect l="0" t="0" r="r" b="b"/>
              <a:pathLst>
                <a:path w="21600" h="21600" extrusionOk="0">
                  <a:moveTo>
                    <a:pt x="4174" y="21600"/>
                  </a:moveTo>
                  <a:cubicBezTo>
                    <a:pt x="4174" y="16952"/>
                    <a:pt x="4174" y="16952"/>
                    <a:pt x="4174" y="16952"/>
                  </a:cubicBezTo>
                  <a:cubicBezTo>
                    <a:pt x="5113" y="16952"/>
                    <a:pt x="5113" y="16952"/>
                    <a:pt x="5113" y="16952"/>
                  </a:cubicBezTo>
                  <a:cubicBezTo>
                    <a:pt x="5113" y="21600"/>
                    <a:pt x="5113" y="21600"/>
                    <a:pt x="5113" y="21600"/>
                  </a:cubicBezTo>
                  <a:cubicBezTo>
                    <a:pt x="16696" y="21600"/>
                    <a:pt x="16696" y="21600"/>
                    <a:pt x="16696" y="21600"/>
                  </a:cubicBezTo>
                  <a:cubicBezTo>
                    <a:pt x="16696" y="16952"/>
                    <a:pt x="16696" y="16952"/>
                    <a:pt x="16696" y="16952"/>
                  </a:cubicBezTo>
                  <a:cubicBezTo>
                    <a:pt x="17426" y="16952"/>
                    <a:pt x="17426" y="16952"/>
                    <a:pt x="17426" y="16952"/>
                  </a:cubicBezTo>
                  <a:cubicBezTo>
                    <a:pt x="17426" y="21600"/>
                    <a:pt x="17426" y="21600"/>
                    <a:pt x="17426" y="21600"/>
                  </a:cubicBezTo>
                  <a:cubicBezTo>
                    <a:pt x="21600" y="21600"/>
                    <a:pt x="21600" y="21600"/>
                    <a:pt x="21600" y="21600"/>
                  </a:cubicBezTo>
                  <a:cubicBezTo>
                    <a:pt x="21600" y="7382"/>
                    <a:pt x="21600" y="7382"/>
                    <a:pt x="21600" y="7382"/>
                  </a:cubicBezTo>
                  <a:cubicBezTo>
                    <a:pt x="21600" y="7109"/>
                    <a:pt x="21600" y="7109"/>
                    <a:pt x="21600" y="7109"/>
                  </a:cubicBezTo>
                  <a:cubicBezTo>
                    <a:pt x="21496" y="3281"/>
                    <a:pt x="20348" y="0"/>
                    <a:pt x="18991" y="0"/>
                  </a:cubicBezTo>
                  <a:cubicBezTo>
                    <a:pt x="2713" y="0"/>
                    <a:pt x="2713" y="0"/>
                    <a:pt x="2713" y="0"/>
                  </a:cubicBezTo>
                  <a:cubicBezTo>
                    <a:pt x="1252" y="0"/>
                    <a:pt x="104" y="3281"/>
                    <a:pt x="104" y="7109"/>
                  </a:cubicBezTo>
                  <a:cubicBezTo>
                    <a:pt x="0" y="7382"/>
                    <a:pt x="0" y="7382"/>
                    <a:pt x="0" y="7382"/>
                  </a:cubicBezTo>
                  <a:cubicBezTo>
                    <a:pt x="0" y="21600"/>
                    <a:pt x="0" y="21600"/>
                    <a:pt x="0" y="21600"/>
                  </a:cubicBezTo>
                  <a:cubicBezTo>
                    <a:pt x="4174" y="21600"/>
                    <a:pt x="4174" y="21600"/>
                    <a:pt x="4174" y="21600"/>
                  </a:cubicBezTo>
                </a:path>
              </a:pathLst>
            </a:custGeom>
            <a:solidFill>
              <a:srgbClr val="F86A37"/>
            </a:solidFill>
            <a:ln w="12700" cap="flat">
              <a:noFill/>
              <a:miter lim="400000"/>
            </a:ln>
            <a:effectLst/>
          </p:spPr>
          <p:txBody>
            <a:bodyPr wrap="square" lIns="109727" tIns="109727" rIns="109727" bIns="109727" numCol="1" anchor="t">
              <a:noAutofit/>
            </a:bodyPr>
            <a:lstStyle/>
            <a:p>
              <a:endParaRPr/>
            </a:p>
          </p:txBody>
        </p:sp>
        <p:sp>
          <p:nvSpPr>
            <p:cNvPr id="85" name="Rectangle"/>
            <p:cNvSpPr/>
            <p:nvPr/>
          </p:nvSpPr>
          <p:spPr>
            <a:xfrm>
              <a:off x="0" y="1691640"/>
              <a:ext cx="365761" cy="1078230"/>
            </a:xfrm>
            <a:prstGeom prst="rect">
              <a:avLst/>
            </a:pr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86" name="Shape"/>
            <p:cNvSpPr/>
            <p:nvPr/>
          </p:nvSpPr>
          <p:spPr>
            <a:xfrm>
              <a:off x="11429" y="2849880"/>
              <a:ext cx="354332" cy="228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54" y="14688"/>
                    <a:pt x="4985" y="21600"/>
                    <a:pt x="10523" y="21600"/>
                  </a:cubicBezTo>
                  <a:cubicBezTo>
                    <a:pt x="16062" y="21600"/>
                    <a:pt x="20492" y="14688"/>
                    <a:pt x="21600" y="0"/>
                  </a:cubicBezTo>
                  <a:lnTo>
                    <a:pt x="0" y="0"/>
                  </a:lnTo>
                  <a:close/>
                </a:path>
              </a:pathLst>
            </a:cu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87" name="Rectangle"/>
            <p:cNvSpPr/>
            <p:nvPr/>
          </p:nvSpPr>
          <p:spPr>
            <a:xfrm>
              <a:off x="449580" y="1691640"/>
              <a:ext cx="1013461" cy="1078230"/>
            </a:xfrm>
            <a:prstGeom prst="rect">
              <a:avLst/>
            </a:pr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88" name="Shape"/>
            <p:cNvSpPr/>
            <p:nvPr/>
          </p:nvSpPr>
          <p:spPr>
            <a:xfrm>
              <a:off x="449580" y="2849880"/>
              <a:ext cx="1013461" cy="14020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338" y="21600"/>
                  </a:lnTo>
                  <a:lnTo>
                    <a:pt x="9338" y="5752"/>
                  </a:lnTo>
                  <a:lnTo>
                    <a:pt x="12424" y="5752"/>
                  </a:lnTo>
                  <a:lnTo>
                    <a:pt x="12424" y="21600"/>
                  </a:lnTo>
                  <a:lnTo>
                    <a:pt x="21600" y="21600"/>
                  </a:lnTo>
                  <a:lnTo>
                    <a:pt x="21600" y="0"/>
                  </a:lnTo>
                  <a:lnTo>
                    <a:pt x="0" y="0"/>
                  </a:lnTo>
                  <a:lnTo>
                    <a:pt x="0" y="21600"/>
                  </a:lnTo>
                  <a:close/>
                </a:path>
              </a:pathLst>
            </a:custGeom>
            <a:solidFill>
              <a:srgbClr val="F86A37"/>
            </a:solidFill>
            <a:ln w="12700" cap="flat">
              <a:noFill/>
              <a:miter lim="400000"/>
            </a:ln>
            <a:effectLst/>
          </p:spPr>
          <p:txBody>
            <a:bodyPr wrap="square" lIns="109727" tIns="109727" rIns="109727" bIns="109727" numCol="1" anchor="t">
              <a:noAutofit/>
            </a:bodyPr>
            <a:lstStyle/>
            <a:p>
              <a:endParaRPr/>
            </a:p>
          </p:txBody>
        </p:sp>
        <p:sp>
          <p:nvSpPr>
            <p:cNvPr id="89" name="Shape"/>
            <p:cNvSpPr/>
            <p:nvPr/>
          </p:nvSpPr>
          <p:spPr>
            <a:xfrm>
              <a:off x="1032510" y="4335780"/>
              <a:ext cx="430531" cy="8153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6320"/>
                    <a:pt x="0" y="16320"/>
                    <a:pt x="0" y="16320"/>
                  </a:cubicBezTo>
                  <a:cubicBezTo>
                    <a:pt x="0" y="19200"/>
                    <a:pt x="4596" y="21600"/>
                    <a:pt x="10570" y="21600"/>
                  </a:cubicBezTo>
                  <a:cubicBezTo>
                    <a:pt x="16545" y="21600"/>
                    <a:pt x="21600" y="19200"/>
                    <a:pt x="21600" y="16320"/>
                  </a:cubicBezTo>
                  <a:cubicBezTo>
                    <a:pt x="21600" y="0"/>
                    <a:pt x="21600" y="0"/>
                    <a:pt x="21600" y="0"/>
                  </a:cubicBezTo>
                  <a:cubicBezTo>
                    <a:pt x="0" y="0"/>
                    <a:pt x="0" y="0"/>
                    <a:pt x="0" y="0"/>
                  </a:cubicBezTo>
                </a:path>
              </a:pathLst>
            </a:custGeom>
            <a:solidFill>
              <a:srgbClr val="BFBFBF"/>
            </a:solidFill>
            <a:ln w="25400" cap="flat">
              <a:noFill/>
              <a:miter lim="400000"/>
            </a:ln>
            <a:effectLst/>
          </p:spPr>
          <p:txBody>
            <a:bodyPr wrap="square" lIns="109727" tIns="109727" rIns="109727" bIns="109727" numCol="1" anchor="t">
              <a:noAutofit/>
            </a:bodyPr>
            <a:lstStyle/>
            <a:p>
              <a:endParaRPr/>
            </a:p>
          </p:txBody>
        </p:sp>
        <p:sp>
          <p:nvSpPr>
            <p:cNvPr id="90" name="Shape"/>
            <p:cNvSpPr/>
            <p:nvPr/>
          </p:nvSpPr>
          <p:spPr>
            <a:xfrm>
              <a:off x="449580" y="4335780"/>
              <a:ext cx="438151" cy="8153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6320"/>
                    <a:pt x="0" y="16320"/>
                    <a:pt x="0" y="16320"/>
                  </a:cubicBezTo>
                  <a:cubicBezTo>
                    <a:pt x="0" y="19200"/>
                    <a:pt x="4950" y="21600"/>
                    <a:pt x="10800" y="21600"/>
                  </a:cubicBezTo>
                  <a:cubicBezTo>
                    <a:pt x="16650" y="21600"/>
                    <a:pt x="21600" y="19200"/>
                    <a:pt x="21600" y="16320"/>
                  </a:cubicBezTo>
                  <a:cubicBezTo>
                    <a:pt x="21600" y="0"/>
                    <a:pt x="21600" y="0"/>
                    <a:pt x="21600" y="0"/>
                  </a:cubicBezTo>
                  <a:lnTo>
                    <a:pt x="0" y="0"/>
                  </a:lnTo>
                  <a:close/>
                </a:path>
              </a:pathLst>
            </a:custGeom>
            <a:solidFill>
              <a:srgbClr val="BFBFBF"/>
            </a:solidFill>
            <a:ln w="25400" cap="flat">
              <a:noFill/>
              <a:miter lim="400000"/>
            </a:ln>
            <a:effectLst/>
          </p:spPr>
          <p:txBody>
            <a:bodyPr wrap="square" lIns="109727" tIns="109727" rIns="109727" bIns="109727" numCol="1" anchor="t">
              <a:noAutofit/>
            </a:bodyPr>
            <a:lstStyle/>
            <a:p>
              <a:endParaRPr/>
            </a:p>
          </p:txBody>
        </p:sp>
        <p:sp>
          <p:nvSpPr>
            <p:cNvPr id="91" name="Oval"/>
            <p:cNvSpPr/>
            <p:nvPr/>
          </p:nvSpPr>
          <p:spPr>
            <a:xfrm>
              <a:off x="1341120" y="369570"/>
              <a:ext cx="3049" cy="45721"/>
            </a:xfrm>
            <a:prstGeom prst="ellipse">
              <a:avLst/>
            </a:prstGeom>
            <a:noFill/>
            <a:ln w="12700" cap="flat">
              <a:noFill/>
              <a:miter lim="400000"/>
            </a:ln>
            <a:effectLst/>
          </p:spPr>
          <p:txBody>
            <a:bodyPr wrap="square" lIns="109727" tIns="109727" rIns="109727" bIns="109727" numCol="1" anchor="t">
              <a:noAutofit/>
            </a:bodyPr>
            <a:lstStyle/>
            <a:p>
              <a:endParaRPr/>
            </a:p>
          </p:txBody>
        </p:sp>
        <p:sp>
          <p:nvSpPr>
            <p:cNvPr id="92" name="Shape"/>
            <p:cNvSpPr/>
            <p:nvPr/>
          </p:nvSpPr>
          <p:spPr>
            <a:xfrm>
              <a:off x="967740" y="0"/>
              <a:ext cx="377191" cy="7772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21600"/>
                    <a:pt x="0" y="21600"/>
                    <a:pt x="0" y="21600"/>
                  </a:cubicBezTo>
                  <a:cubicBezTo>
                    <a:pt x="11590" y="21600"/>
                    <a:pt x="21073" y="17079"/>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073" y="4772"/>
                    <a:pt x="11590" y="251"/>
                    <a:pt x="0" y="0"/>
                  </a:cubicBezTo>
                </a:path>
              </a:pathLst>
            </a:custGeom>
            <a:solidFill>
              <a:srgbClr val="BFBFBF"/>
            </a:solidFill>
            <a:ln w="25400" cap="flat">
              <a:noFill/>
              <a:miter lim="400000"/>
            </a:ln>
            <a:effectLst/>
          </p:spPr>
          <p:txBody>
            <a:bodyPr wrap="square" lIns="109727" tIns="109727" rIns="109727" bIns="109727" numCol="1" anchor="t">
              <a:noAutofit/>
            </a:bodyPr>
            <a:lstStyle/>
            <a:p>
              <a:endParaRPr/>
            </a:p>
          </p:txBody>
        </p:sp>
      </p:grpSp>
      <p:sp>
        <p:nvSpPr>
          <p:cNvPr id="93" name="Shape"/>
          <p:cNvSpPr/>
          <p:nvPr/>
        </p:nvSpPr>
        <p:spPr>
          <a:xfrm>
            <a:off x="16767326" y="4881581"/>
            <a:ext cx="5936550" cy="1207530"/>
          </a:xfrm>
          <a:custGeom>
            <a:avLst/>
            <a:gdLst/>
            <a:ahLst/>
            <a:cxnLst>
              <a:cxn ang="0">
                <a:pos x="wd2" y="hd2"/>
              </a:cxn>
              <a:cxn ang="5400000">
                <a:pos x="wd2" y="hd2"/>
              </a:cxn>
              <a:cxn ang="10800000">
                <a:pos x="wd2" y="hd2"/>
              </a:cxn>
              <a:cxn ang="16200000">
                <a:pos x="wd2" y="hd2"/>
              </a:cxn>
            </a:cxnLst>
            <a:rect l="0" t="0" r="r" b="b"/>
            <a:pathLst>
              <a:path w="21600" h="21600" extrusionOk="0">
                <a:moveTo>
                  <a:pt x="1819" y="3600"/>
                </a:moveTo>
                <a:cubicBezTo>
                  <a:pt x="1819" y="1612"/>
                  <a:pt x="2146" y="0"/>
                  <a:pt x="2551" y="0"/>
                </a:cubicBezTo>
                <a:lnTo>
                  <a:pt x="5115" y="0"/>
                </a:lnTo>
                <a:lnTo>
                  <a:pt x="20868" y="0"/>
                </a:lnTo>
                <a:cubicBezTo>
                  <a:pt x="21272" y="0"/>
                  <a:pt x="21600" y="1612"/>
                  <a:pt x="21600" y="3600"/>
                </a:cubicBezTo>
                <a:lnTo>
                  <a:pt x="21600" y="18000"/>
                </a:lnTo>
                <a:cubicBezTo>
                  <a:pt x="21600" y="19988"/>
                  <a:pt x="21272" y="21600"/>
                  <a:pt x="20868" y="21600"/>
                </a:cubicBezTo>
                <a:lnTo>
                  <a:pt x="2551" y="21600"/>
                </a:lnTo>
                <a:cubicBezTo>
                  <a:pt x="2146" y="21600"/>
                  <a:pt x="1819" y="19988"/>
                  <a:pt x="1819" y="18000"/>
                </a:cubicBezTo>
                <a:lnTo>
                  <a:pt x="1819" y="18000"/>
                </a:lnTo>
                <a:lnTo>
                  <a:pt x="0" y="18817"/>
                </a:lnTo>
                <a:lnTo>
                  <a:pt x="1819" y="12600"/>
                </a:lnTo>
                <a:close/>
              </a:path>
            </a:pathLst>
          </a:custGeom>
          <a:solidFill>
            <a:srgbClr val="243646"/>
          </a:solidFill>
          <a:ln w="25400">
            <a:miter lim="400000"/>
          </a:ln>
        </p:spPr>
        <p:txBody>
          <a:bodyPr lIns="109727" tIns="109727" rIns="109727" bIns="109727" anchor="ctr"/>
          <a:lstStyle/>
          <a:p>
            <a:endParaRPr/>
          </a:p>
        </p:txBody>
      </p:sp>
      <p:sp>
        <p:nvSpPr>
          <p:cNvPr id="94" name="Shape"/>
          <p:cNvSpPr/>
          <p:nvPr/>
        </p:nvSpPr>
        <p:spPr>
          <a:xfrm>
            <a:off x="16761130" y="6808217"/>
            <a:ext cx="4958235" cy="1207530"/>
          </a:xfrm>
          <a:custGeom>
            <a:avLst/>
            <a:gdLst/>
            <a:ahLst/>
            <a:cxnLst>
              <a:cxn ang="0">
                <a:pos x="wd2" y="hd2"/>
              </a:cxn>
              <a:cxn ang="5400000">
                <a:pos x="wd2" y="hd2"/>
              </a:cxn>
              <a:cxn ang="10800000">
                <a:pos x="wd2" y="hd2"/>
              </a:cxn>
              <a:cxn ang="16200000">
                <a:pos x="wd2" y="hd2"/>
              </a:cxn>
            </a:cxnLst>
            <a:rect l="0" t="0" r="r" b="b"/>
            <a:pathLst>
              <a:path w="21600" h="21600" extrusionOk="0">
                <a:moveTo>
                  <a:pt x="2131" y="3600"/>
                </a:moveTo>
                <a:cubicBezTo>
                  <a:pt x="2131" y="1612"/>
                  <a:pt x="2523" y="0"/>
                  <a:pt x="3007" y="0"/>
                </a:cubicBezTo>
                <a:lnTo>
                  <a:pt x="5375" y="0"/>
                </a:lnTo>
                <a:lnTo>
                  <a:pt x="20723" y="0"/>
                </a:lnTo>
                <a:cubicBezTo>
                  <a:pt x="21207" y="0"/>
                  <a:pt x="21600" y="1612"/>
                  <a:pt x="21600" y="3600"/>
                </a:cubicBezTo>
                <a:lnTo>
                  <a:pt x="21600" y="3600"/>
                </a:lnTo>
                <a:lnTo>
                  <a:pt x="21600" y="18000"/>
                </a:lnTo>
                <a:cubicBezTo>
                  <a:pt x="21600" y="19988"/>
                  <a:pt x="21207" y="21600"/>
                  <a:pt x="20723" y="21600"/>
                </a:cubicBezTo>
                <a:lnTo>
                  <a:pt x="3007" y="21600"/>
                </a:lnTo>
                <a:cubicBezTo>
                  <a:pt x="2523" y="21600"/>
                  <a:pt x="2131" y="19988"/>
                  <a:pt x="2131" y="18000"/>
                </a:cubicBezTo>
                <a:lnTo>
                  <a:pt x="2131" y="9000"/>
                </a:lnTo>
                <a:lnTo>
                  <a:pt x="0" y="10103"/>
                </a:lnTo>
                <a:lnTo>
                  <a:pt x="2131" y="3600"/>
                </a:lnTo>
                <a:close/>
              </a:path>
            </a:pathLst>
          </a:cu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95" name="Hevo eos et accusamus et iusto odio dignissimos ducimus."/>
          <p:cNvSpPr txBox="1"/>
          <p:nvPr/>
        </p:nvSpPr>
        <p:spPr>
          <a:xfrm>
            <a:off x="17329536" y="5010519"/>
            <a:ext cx="5282667"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a:solidFill>
                  <a:schemeClr val="accent4">
                    <a:lumOff val="58054"/>
                  </a:schemeClr>
                </a:solidFill>
              </a:rPr>
              <a:t>Hevo eos et accusamus et iusto odio dignissimos ducimus.</a:t>
            </a:r>
          </a:p>
        </p:txBody>
      </p:sp>
      <p:sp>
        <p:nvSpPr>
          <p:cNvPr id="96" name="Yoero eos et accusamus dignissimos ducimus."/>
          <p:cNvSpPr txBox="1"/>
          <p:nvPr/>
        </p:nvSpPr>
        <p:spPr>
          <a:xfrm>
            <a:off x="17251391" y="6939615"/>
            <a:ext cx="4425442"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a:solidFill>
                  <a:schemeClr val="accent4">
                    <a:lumOff val="58054"/>
                  </a:schemeClr>
                </a:solidFill>
              </a:rPr>
              <a:t>Yoero eos et accusamus dignissimos ducimus.</a:t>
            </a:r>
          </a:p>
        </p:txBody>
      </p:sp>
      <p:sp>
        <p:nvSpPr>
          <p:cNvPr id="97" name="Shape"/>
          <p:cNvSpPr/>
          <p:nvPr/>
        </p:nvSpPr>
        <p:spPr>
          <a:xfrm>
            <a:off x="16782569" y="8704429"/>
            <a:ext cx="3978371" cy="1207530"/>
          </a:xfrm>
          <a:custGeom>
            <a:avLst/>
            <a:gdLst/>
            <a:ahLst/>
            <a:cxnLst>
              <a:cxn ang="0">
                <a:pos x="wd2" y="hd2"/>
              </a:cxn>
              <a:cxn ang="5400000">
                <a:pos x="wd2" y="hd2"/>
              </a:cxn>
              <a:cxn ang="10800000">
                <a:pos x="wd2" y="hd2"/>
              </a:cxn>
              <a:cxn ang="16200000">
                <a:pos x="wd2" y="hd2"/>
              </a:cxn>
            </a:cxnLst>
            <a:rect l="0" t="0" r="r" b="b"/>
            <a:pathLst>
              <a:path w="21600" h="21600" extrusionOk="0">
                <a:moveTo>
                  <a:pt x="2631" y="3600"/>
                </a:moveTo>
                <a:cubicBezTo>
                  <a:pt x="2631" y="1612"/>
                  <a:pt x="3120" y="0"/>
                  <a:pt x="3724" y="0"/>
                </a:cubicBezTo>
                <a:lnTo>
                  <a:pt x="5792" y="0"/>
                </a:lnTo>
                <a:lnTo>
                  <a:pt x="20507" y="0"/>
                </a:lnTo>
                <a:cubicBezTo>
                  <a:pt x="21111" y="0"/>
                  <a:pt x="21600" y="1612"/>
                  <a:pt x="21600" y="3600"/>
                </a:cubicBezTo>
                <a:lnTo>
                  <a:pt x="21600" y="18000"/>
                </a:lnTo>
                <a:cubicBezTo>
                  <a:pt x="21600" y="19988"/>
                  <a:pt x="21111" y="21600"/>
                  <a:pt x="20507" y="21600"/>
                </a:cubicBezTo>
                <a:lnTo>
                  <a:pt x="3724" y="21600"/>
                </a:lnTo>
                <a:cubicBezTo>
                  <a:pt x="3120" y="21600"/>
                  <a:pt x="2631" y="19988"/>
                  <a:pt x="2631" y="18000"/>
                </a:cubicBezTo>
                <a:lnTo>
                  <a:pt x="2631" y="18000"/>
                </a:lnTo>
                <a:lnTo>
                  <a:pt x="0" y="13695"/>
                </a:lnTo>
                <a:lnTo>
                  <a:pt x="2631" y="12600"/>
                </a:lnTo>
                <a:close/>
              </a:path>
            </a:pathLst>
          </a:cu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98" name="Emay vero eos et accusamus dignissim"/>
          <p:cNvSpPr txBox="1"/>
          <p:nvPr/>
        </p:nvSpPr>
        <p:spPr>
          <a:xfrm>
            <a:off x="17267125" y="8841178"/>
            <a:ext cx="3493814"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a:solidFill>
                  <a:schemeClr val="accent4">
                    <a:lumOff val="58054"/>
                  </a:schemeClr>
                </a:solidFill>
              </a:rPr>
              <a:t>Emay vero eos et accusamus dignissim</a:t>
            </a:r>
          </a:p>
        </p:txBody>
      </p:sp>
      <p:sp>
        <p:nvSpPr>
          <p:cNvPr id="99" name="Customer Values"/>
          <p:cNvSpPr txBox="1"/>
          <p:nvPr/>
        </p:nvSpPr>
        <p:spPr>
          <a:xfrm>
            <a:off x="17568420" y="3679936"/>
            <a:ext cx="4730845"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solidFill>
                  <a:srgbClr val="535353"/>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Stake Holder</a:t>
            </a:r>
            <a:r>
              <a:rPr lang="en-US" sz="4200" dirty="0">
                <a:solidFill>
                  <a:srgbClr val="243646"/>
                </a:solidFill>
                <a:latin typeface="PT Sans Narrow" charset="-52"/>
                <a:ea typeface="PT Sans Narrow" charset="-52"/>
                <a:cs typeface="PT Sans Narrow" charset="-52"/>
                <a:sym typeface="Avenir Heavy"/>
              </a:rPr>
              <a:t> Interviews</a:t>
            </a:r>
            <a:endParaRPr sz="4200" dirty="0">
              <a:solidFill>
                <a:srgbClr val="243646"/>
              </a:solidFill>
              <a:latin typeface="PT Sans Narrow" charset="-52"/>
              <a:ea typeface="PT Sans Narrow" charset="-52"/>
              <a:cs typeface="PT Sans Narrow" charset="-52"/>
            </a:endParaRPr>
          </a:p>
        </p:txBody>
      </p:sp>
      <p:sp>
        <p:nvSpPr>
          <p:cNvPr id="118"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a:t>
            </a:r>
            <a:r>
              <a:rPr dirty="0"/>
              <a:t> LLC</a:t>
            </a:r>
          </a:p>
        </p:txBody>
      </p:sp>
      <p:grpSp>
        <p:nvGrpSpPr>
          <p:cNvPr id="43" name="Group"/>
          <p:cNvGrpSpPr/>
          <p:nvPr/>
        </p:nvGrpSpPr>
        <p:grpSpPr>
          <a:xfrm>
            <a:off x="1888750" y="5191573"/>
            <a:ext cx="1889761" cy="5151122"/>
            <a:chOff x="0" y="0"/>
            <a:chExt cx="1889760" cy="5151120"/>
          </a:xfrm>
        </p:grpSpPr>
        <p:sp>
          <p:nvSpPr>
            <p:cNvPr id="44" name="Circle"/>
            <p:cNvSpPr/>
            <p:nvPr/>
          </p:nvSpPr>
          <p:spPr>
            <a:xfrm>
              <a:off x="567690" y="0"/>
              <a:ext cx="777241" cy="777241"/>
            </a:xfrm>
            <a:prstGeom prst="ellipse">
              <a:avLst/>
            </a:prstGeom>
            <a:solidFill>
              <a:srgbClr val="243646"/>
            </a:solidFill>
            <a:ln w="25400" cap="flat">
              <a:noFill/>
              <a:miter lim="400000"/>
            </a:ln>
            <a:effectLst/>
          </p:spPr>
          <p:txBody>
            <a:bodyPr wrap="square" lIns="109727" tIns="109727" rIns="109727" bIns="109727" numCol="1" anchor="t">
              <a:noAutofit/>
            </a:bodyPr>
            <a:lstStyle/>
            <a:p>
              <a:endParaRPr/>
            </a:p>
          </p:txBody>
        </p:sp>
        <p:sp>
          <p:nvSpPr>
            <p:cNvPr id="45" name="Rectangle"/>
            <p:cNvSpPr/>
            <p:nvPr/>
          </p:nvSpPr>
          <p:spPr>
            <a:xfrm>
              <a:off x="1524000" y="1691640"/>
              <a:ext cx="365761" cy="1078230"/>
            </a:xfrm>
            <a:prstGeom prst="rect">
              <a:avLst/>
            </a:prstGeom>
            <a:solidFill>
              <a:srgbClr val="243646"/>
            </a:solidFill>
            <a:ln w="12700" cap="flat">
              <a:noFill/>
              <a:miter lim="400000"/>
            </a:ln>
            <a:effectLst/>
          </p:spPr>
          <p:txBody>
            <a:bodyPr wrap="square" lIns="109727" tIns="109727" rIns="109727" bIns="109727" numCol="1" anchor="t">
              <a:noAutofit/>
            </a:bodyPr>
            <a:lstStyle/>
            <a:p>
              <a:endParaRPr/>
            </a:p>
          </p:txBody>
        </p:sp>
        <p:sp>
          <p:nvSpPr>
            <p:cNvPr id="46" name="Shape"/>
            <p:cNvSpPr/>
            <p:nvPr/>
          </p:nvSpPr>
          <p:spPr>
            <a:xfrm>
              <a:off x="1535430" y="2849880"/>
              <a:ext cx="354331" cy="228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54" y="14688"/>
                    <a:pt x="4985" y="21600"/>
                    <a:pt x="10523" y="21600"/>
                  </a:cubicBezTo>
                  <a:cubicBezTo>
                    <a:pt x="16062" y="21600"/>
                    <a:pt x="20492" y="14688"/>
                    <a:pt x="21600" y="0"/>
                  </a:cubicBezTo>
                  <a:cubicBezTo>
                    <a:pt x="0" y="0"/>
                    <a:pt x="0" y="0"/>
                    <a:pt x="0" y="0"/>
                  </a:cubicBezTo>
                </a:path>
              </a:pathLst>
            </a:custGeom>
            <a:solidFill>
              <a:srgbClr val="243646"/>
            </a:solidFill>
            <a:ln w="12700" cap="flat">
              <a:noFill/>
              <a:miter lim="400000"/>
            </a:ln>
            <a:effectLst/>
          </p:spPr>
          <p:txBody>
            <a:bodyPr wrap="square" lIns="109727" tIns="109727" rIns="109727" bIns="109727" numCol="1" anchor="t">
              <a:noAutofit/>
            </a:bodyPr>
            <a:lstStyle/>
            <a:p>
              <a:endParaRPr/>
            </a:p>
          </p:txBody>
        </p:sp>
        <p:sp>
          <p:nvSpPr>
            <p:cNvPr id="47" name="Shape"/>
            <p:cNvSpPr/>
            <p:nvPr/>
          </p:nvSpPr>
          <p:spPr>
            <a:xfrm>
              <a:off x="0" y="895350"/>
              <a:ext cx="1889761" cy="716281"/>
            </a:xfrm>
            <a:custGeom>
              <a:avLst/>
              <a:gdLst/>
              <a:ahLst/>
              <a:cxnLst>
                <a:cxn ang="0">
                  <a:pos x="wd2" y="hd2"/>
                </a:cxn>
                <a:cxn ang="5400000">
                  <a:pos x="wd2" y="hd2"/>
                </a:cxn>
                <a:cxn ang="10800000">
                  <a:pos x="wd2" y="hd2"/>
                </a:cxn>
                <a:cxn ang="16200000">
                  <a:pos x="wd2" y="hd2"/>
                </a:cxn>
              </a:cxnLst>
              <a:rect l="0" t="0" r="r" b="b"/>
              <a:pathLst>
                <a:path w="21600" h="21600" extrusionOk="0">
                  <a:moveTo>
                    <a:pt x="4174" y="21600"/>
                  </a:moveTo>
                  <a:cubicBezTo>
                    <a:pt x="4174" y="16952"/>
                    <a:pt x="4174" y="16952"/>
                    <a:pt x="4174" y="16952"/>
                  </a:cubicBezTo>
                  <a:cubicBezTo>
                    <a:pt x="5113" y="16952"/>
                    <a:pt x="5113" y="16952"/>
                    <a:pt x="5113" y="16952"/>
                  </a:cubicBezTo>
                  <a:cubicBezTo>
                    <a:pt x="5113" y="21600"/>
                    <a:pt x="5113" y="21600"/>
                    <a:pt x="5113" y="21600"/>
                  </a:cubicBezTo>
                  <a:cubicBezTo>
                    <a:pt x="16696" y="21600"/>
                    <a:pt x="16696" y="21600"/>
                    <a:pt x="16696" y="21600"/>
                  </a:cubicBezTo>
                  <a:cubicBezTo>
                    <a:pt x="16696" y="16952"/>
                    <a:pt x="16696" y="16952"/>
                    <a:pt x="16696" y="16952"/>
                  </a:cubicBezTo>
                  <a:cubicBezTo>
                    <a:pt x="17426" y="16952"/>
                    <a:pt x="17426" y="16952"/>
                    <a:pt x="17426" y="16952"/>
                  </a:cubicBezTo>
                  <a:cubicBezTo>
                    <a:pt x="17426" y="21600"/>
                    <a:pt x="17426" y="21600"/>
                    <a:pt x="17426" y="21600"/>
                  </a:cubicBezTo>
                  <a:cubicBezTo>
                    <a:pt x="21600" y="21600"/>
                    <a:pt x="21600" y="21600"/>
                    <a:pt x="21600" y="21600"/>
                  </a:cubicBezTo>
                  <a:cubicBezTo>
                    <a:pt x="21600" y="7382"/>
                    <a:pt x="21600" y="7382"/>
                    <a:pt x="21600" y="7382"/>
                  </a:cubicBezTo>
                  <a:cubicBezTo>
                    <a:pt x="21600" y="7109"/>
                    <a:pt x="21600" y="7109"/>
                    <a:pt x="21600" y="7109"/>
                  </a:cubicBezTo>
                  <a:cubicBezTo>
                    <a:pt x="21496" y="3281"/>
                    <a:pt x="20348" y="0"/>
                    <a:pt x="18991" y="0"/>
                  </a:cubicBezTo>
                  <a:cubicBezTo>
                    <a:pt x="2713" y="0"/>
                    <a:pt x="2713" y="0"/>
                    <a:pt x="2713" y="0"/>
                  </a:cubicBezTo>
                  <a:cubicBezTo>
                    <a:pt x="1252" y="0"/>
                    <a:pt x="104" y="3281"/>
                    <a:pt x="104" y="7109"/>
                  </a:cubicBezTo>
                  <a:cubicBezTo>
                    <a:pt x="0" y="7382"/>
                    <a:pt x="0" y="7382"/>
                    <a:pt x="0" y="7382"/>
                  </a:cubicBezTo>
                  <a:cubicBezTo>
                    <a:pt x="0" y="21600"/>
                    <a:pt x="0" y="21600"/>
                    <a:pt x="0" y="21600"/>
                  </a:cubicBezTo>
                  <a:cubicBezTo>
                    <a:pt x="4174" y="21600"/>
                    <a:pt x="4174" y="21600"/>
                    <a:pt x="4174" y="21600"/>
                  </a:cubicBezTo>
                </a:path>
              </a:pathLst>
            </a:cu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48" name="Rectangle"/>
            <p:cNvSpPr/>
            <p:nvPr/>
          </p:nvSpPr>
          <p:spPr>
            <a:xfrm>
              <a:off x="0" y="1691640"/>
              <a:ext cx="365761" cy="1078230"/>
            </a:xfrm>
            <a:prstGeom prst="rect">
              <a:avLst/>
            </a:prstGeom>
            <a:solidFill>
              <a:srgbClr val="243646"/>
            </a:solidFill>
            <a:ln w="12700" cap="flat">
              <a:noFill/>
              <a:miter lim="400000"/>
            </a:ln>
            <a:effectLst/>
          </p:spPr>
          <p:txBody>
            <a:bodyPr wrap="square" lIns="109727" tIns="109727" rIns="109727" bIns="109727" numCol="1" anchor="t">
              <a:noAutofit/>
            </a:bodyPr>
            <a:lstStyle/>
            <a:p>
              <a:endParaRPr/>
            </a:p>
          </p:txBody>
        </p:sp>
        <p:sp>
          <p:nvSpPr>
            <p:cNvPr id="49" name="Shape"/>
            <p:cNvSpPr/>
            <p:nvPr/>
          </p:nvSpPr>
          <p:spPr>
            <a:xfrm>
              <a:off x="11429" y="2849880"/>
              <a:ext cx="354332" cy="22860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554" y="14688"/>
                    <a:pt x="4985" y="21600"/>
                    <a:pt x="10523" y="21600"/>
                  </a:cubicBezTo>
                  <a:cubicBezTo>
                    <a:pt x="16062" y="21600"/>
                    <a:pt x="20492" y="14688"/>
                    <a:pt x="21600" y="0"/>
                  </a:cubicBezTo>
                  <a:lnTo>
                    <a:pt x="0" y="0"/>
                  </a:lnTo>
                  <a:close/>
                </a:path>
              </a:pathLst>
            </a:custGeom>
            <a:solidFill>
              <a:srgbClr val="243646"/>
            </a:solidFill>
            <a:ln w="12700" cap="flat">
              <a:noFill/>
              <a:miter lim="400000"/>
            </a:ln>
            <a:effectLst/>
          </p:spPr>
          <p:txBody>
            <a:bodyPr wrap="square" lIns="109727" tIns="109727" rIns="109727" bIns="109727" numCol="1" anchor="t">
              <a:noAutofit/>
            </a:bodyPr>
            <a:lstStyle/>
            <a:p>
              <a:endParaRPr/>
            </a:p>
          </p:txBody>
        </p:sp>
        <p:sp>
          <p:nvSpPr>
            <p:cNvPr id="50" name="Rectangle"/>
            <p:cNvSpPr/>
            <p:nvPr/>
          </p:nvSpPr>
          <p:spPr>
            <a:xfrm>
              <a:off x="449580" y="1691640"/>
              <a:ext cx="1013461" cy="1078230"/>
            </a:xfrm>
            <a:prstGeom prst="rect">
              <a:avLst/>
            </a:prstGeom>
            <a:solidFill>
              <a:srgbClr val="243646"/>
            </a:solidFill>
            <a:ln w="12700" cap="flat">
              <a:noFill/>
              <a:miter lim="400000"/>
            </a:ln>
            <a:effectLst/>
          </p:spPr>
          <p:txBody>
            <a:bodyPr wrap="square" lIns="109727" tIns="109727" rIns="109727" bIns="109727" numCol="1" anchor="t">
              <a:noAutofit/>
            </a:bodyPr>
            <a:lstStyle/>
            <a:p>
              <a:endParaRPr/>
            </a:p>
          </p:txBody>
        </p:sp>
        <p:sp>
          <p:nvSpPr>
            <p:cNvPr id="51" name="Shape"/>
            <p:cNvSpPr/>
            <p:nvPr/>
          </p:nvSpPr>
          <p:spPr>
            <a:xfrm>
              <a:off x="449580" y="2849880"/>
              <a:ext cx="1013461" cy="140208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9338" y="21600"/>
                  </a:lnTo>
                  <a:lnTo>
                    <a:pt x="9338" y="5752"/>
                  </a:lnTo>
                  <a:lnTo>
                    <a:pt x="12424" y="5752"/>
                  </a:lnTo>
                  <a:lnTo>
                    <a:pt x="12424" y="21600"/>
                  </a:lnTo>
                  <a:lnTo>
                    <a:pt x="21600" y="21600"/>
                  </a:lnTo>
                  <a:lnTo>
                    <a:pt x="21600" y="0"/>
                  </a:lnTo>
                  <a:lnTo>
                    <a:pt x="0" y="0"/>
                  </a:lnTo>
                  <a:lnTo>
                    <a:pt x="0" y="21600"/>
                  </a:lnTo>
                  <a:close/>
                </a:path>
              </a:pathLst>
            </a:custGeom>
            <a:solidFill>
              <a:srgbClr val="BFBFBF"/>
            </a:solidFill>
            <a:ln w="12700" cap="flat">
              <a:noFill/>
              <a:miter lim="400000"/>
            </a:ln>
            <a:effectLst/>
          </p:spPr>
          <p:txBody>
            <a:bodyPr wrap="square" lIns="109727" tIns="109727" rIns="109727" bIns="109727" numCol="1" anchor="t">
              <a:noAutofit/>
            </a:bodyPr>
            <a:lstStyle/>
            <a:p>
              <a:endParaRPr/>
            </a:p>
          </p:txBody>
        </p:sp>
        <p:sp>
          <p:nvSpPr>
            <p:cNvPr id="52" name="Shape"/>
            <p:cNvSpPr/>
            <p:nvPr/>
          </p:nvSpPr>
          <p:spPr>
            <a:xfrm>
              <a:off x="1032510" y="4335780"/>
              <a:ext cx="430531" cy="8153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6320"/>
                    <a:pt x="0" y="16320"/>
                    <a:pt x="0" y="16320"/>
                  </a:cubicBezTo>
                  <a:cubicBezTo>
                    <a:pt x="0" y="19200"/>
                    <a:pt x="4596" y="21600"/>
                    <a:pt x="10570" y="21600"/>
                  </a:cubicBezTo>
                  <a:cubicBezTo>
                    <a:pt x="16545" y="21600"/>
                    <a:pt x="21600" y="19200"/>
                    <a:pt x="21600" y="16320"/>
                  </a:cubicBezTo>
                  <a:cubicBezTo>
                    <a:pt x="21600" y="0"/>
                    <a:pt x="21600" y="0"/>
                    <a:pt x="21600" y="0"/>
                  </a:cubicBezTo>
                  <a:cubicBezTo>
                    <a:pt x="0" y="0"/>
                    <a:pt x="0" y="0"/>
                    <a:pt x="0" y="0"/>
                  </a:cubicBezTo>
                </a:path>
              </a:pathLst>
            </a:custGeom>
            <a:solidFill>
              <a:srgbClr val="243646"/>
            </a:solidFill>
            <a:ln w="25400" cap="flat">
              <a:noFill/>
              <a:miter lim="400000"/>
            </a:ln>
            <a:effectLst/>
          </p:spPr>
          <p:txBody>
            <a:bodyPr wrap="square" lIns="109727" tIns="109727" rIns="109727" bIns="109727" numCol="1" anchor="t">
              <a:noAutofit/>
            </a:bodyPr>
            <a:lstStyle/>
            <a:p>
              <a:endParaRPr/>
            </a:p>
          </p:txBody>
        </p:sp>
        <p:sp>
          <p:nvSpPr>
            <p:cNvPr id="53" name="Shape"/>
            <p:cNvSpPr/>
            <p:nvPr/>
          </p:nvSpPr>
          <p:spPr>
            <a:xfrm>
              <a:off x="449580" y="4335780"/>
              <a:ext cx="438151" cy="8153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6320"/>
                    <a:pt x="0" y="16320"/>
                    <a:pt x="0" y="16320"/>
                  </a:cubicBezTo>
                  <a:cubicBezTo>
                    <a:pt x="0" y="19200"/>
                    <a:pt x="4950" y="21600"/>
                    <a:pt x="10800" y="21600"/>
                  </a:cubicBezTo>
                  <a:cubicBezTo>
                    <a:pt x="16650" y="21600"/>
                    <a:pt x="21600" y="19200"/>
                    <a:pt x="21600" y="16320"/>
                  </a:cubicBezTo>
                  <a:cubicBezTo>
                    <a:pt x="21600" y="0"/>
                    <a:pt x="21600" y="0"/>
                    <a:pt x="21600" y="0"/>
                  </a:cubicBezTo>
                  <a:lnTo>
                    <a:pt x="0" y="0"/>
                  </a:lnTo>
                  <a:close/>
                </a:path>
              </a:pathLst>
            </a:custGeom>
            <a:solidFill>
              <a:srgbClr val="243646"/>
            </a:solidFill>
            <a:ln w="25400" cap="flat">
              <a:noFill/>
              <a:miter lim="400000"/>
            </a:ln>
            <a:effectLst/>
          </p:spPr>
          <p:txBody>
            <a:bodyPr wrap="square" lIns="109727" tIns="109727" rIns="109727" bIns="109727" numCol="1" anchor="t">
              <a:noAutofit/>
            </a:bodyPr>
            <a:lstStyle/>
            <a:p>
              <a:endParaRPr/>
            </a:p>
          </p:txBody>
        </p:sp>
        <p:sp>
          <p:nvSpPr>
            <p:cNvPr id="54" name="Oval"/>
            <p:cNvSpPr/>
            <p:nvPr/>
          </p:nvSpPr>
          <p:spPr>
            <a:xfrm>
              <a:off x="1341120" y="369570"/>
              <a:ext cx="3049" cy="45721"/>
            </a:xfrm>
            <a:prstGeom prst="ellipse">
              <a:avLst/>
            </a:prstGeom>
            <a:noFill/>
            <a:ln w="12700" cap="flat">
              <a:noFill/>
              <a:miter lim="400000"/>
            </a:ln>
            <a:effectLst/>
          </p:spPr>
          <p:txBody>
            <a:bodyPr wrap="square" lIns="109727" tIns="109727" rIns="109727" bIns="109727" numCol="1" anchor="t">
              <a:noAutofit/>
            </a:bodyPr>
            <a:lstStyle/>
            <a:p>
              <a:endParaRPr/>
            </a:p>
          </p:txBody>
        </p:sp>
        <p:sp>
          <p:nvSpPr>
            <p:cNvPr id="55" name="Shape"/>
            <p:cNvSpPr/>
            <p:nvPr/>
          </p:nvSpPr>
          <p:spPr>
            <a:xfrm>
              <a:off x="967740" y="0"/>
              <a:ext cx="377191" cy="77724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21600"/>
                    <a:pt x="0" y="21600"/>
                    <a:pt x="0" y="21600"/>
                  </a:cubicBezTo>
                  <a:cubicBezTo>
                    <a:pt x="11590" y="21600"/>
                    <a:pt x="21073" y="17079"/>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553"/>
                    <a:pt x="21600" y="11553"/>
                  </a:cubicBezTo>
                  <a:cubicBezTo>
                    <a:pt x="21600" y="11553"/>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302"/>
                  </a:cubicBezTo>
                  <a:cubicBezTo>
                    <a:pt x="21600" y="11302"/>
                    <a:pt x="21600" y="11302"/>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1051"/>
                    <a:pt x="21600" y="11051"/>
                  </a:cubicBezTo>
                  <a:cubicBezTo>
                    <a:pt x="21600" y="11051"/>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800"/>
                    <a:pt x="21600" y="10800"/>
                    <a:pt x="21600" y="10800"/>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549"/>
                  </a:cubicBezTo>
                  <a:cubicBezTo>
                    <a:pt x="21600" y="10549"/>
                    <a:pt x="21600" y="10549"/>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600" y="10298"/>
                    <a:pt x="21600" y="10298"/>
                    <a:pt x="21600" y="10298"/>
                  </a:cubicBezTo>
                  <a:cubicBezTo>
                    <a:pt x="21073" y="4772"/>
                    <a:pt x="11590" y="251"/>
                    <a:pt x="0" y="0"/>
                  </a:cubicBezTo>
                </a:path>
              </a:pathLst>
            </a:custGeom>
            <a:solidFill>
              <a:srgbClr val="243646"/>
            </a:solidFill>
            <a:ln w="25400" cap="flat">
              <a:noFill/>
              <a:miter lim="400000"/>
            </a:ln>
            <a:effectLst/>
          </p:spPr>
          <p:txBody>
            <a:bodyPr wrap="square" lIns="109727" tIns="109727" rIns="109727" bIns="109727" numCol="1" anchor="t">
              <a:noAutofit/>
            </a:bodyPr>
            <a:lstStyle/>
            <a:p>
              <a:endParaRPr/>
            </a:p>
          </p:txBody>
        </p:sp>
      </p:grpSp>
      <p:sp>
        <p:nvSpPr>
          <p:cNvPr id="56" name="Shape"/>
          <p:cNvSpPr/>
          <p:nvPr/>
        </p:nvSpPr>
        <p:spPr>
          <a:xfrm>
            <a:off x="4322700" y="4873533"/>
            <a:ext cx="5936550" cy="1207530"/>
          </a:xfrm>
          <a:custGeom>
            <a:avLst/>
            <a:gdLst/>
            <a:ahLst/>
            <a:cxnLst>
              <a:cxn ang="0">
                <a:pos x="wd2" y="hd2"/>
              </a:cxn>
              <a:cxn ang="5400000">
                <a:pos x="wd2" y="hd2"/>
              </a:cxn>
              <a:cxn ang="10800000">
                <a:pos x="wd2" y="hd2"/>
              </a:cxn>
              <a:cxn ang="16200000">
                <a:pos x="wd2" y="hd2"/>
              </a:cxn>
            </a:cxnLst>
            <a:rect l="0" t="0" r="r" b="b"/>
            <a:pathLst>
              <a:path w="21600" h="21600" extrusionOk="0">
                <a:moveTo>
                  <a:pt x="1819" y="3600"/>
                </a:moveTo>
                <a:cubicBezTo>
                  <a:pt x="1819" y="1612"/>
                  <a:pt x="2146" y="0"/>
                  <a:pt x="2551" y="0"/>
                </a:cubicBezTo>
                <a:lnTo>
                  <a:pt x="5115" y="0"/>
                </a:lnTo>
                <a:lnTo>
                  <a:pt x="20868" y="0"/>
                </a:lnTo>
                <a:cubicBezTo>
                  <a:pt x="21272" y="0"/>
                  <a:pt x="21600" y="1612"/>
                  <a:pt x="21600" y="3600"/>
                </a:cubicBezTo>
                <a:lnTo>
                  <a:pt x="21600" y="18000"/>
                </a:lnTo>
                <a:cubicBezTo>
                  <a:pt x="21600" y="19988"/>
                  <a:pt x="21272" y="21600"/>
                  <a:pt x="20868" y="21600"/>
                </a:cubicBezTo>
                <a:lnTo>
                  <a:pt x="2551" y="21600"/>
                </a:lnTo>
                <a:cubicBezTo>
                  <a:pt x="2146" y="21600"/>
                  <a:pt x="1819" y="19988"/>
                  <a:pt x="1819" y="18000"/>
                </a:cubicBezTo>
                <a:lnTo>
                  <a:pt x="1819" y="18000"/>
                </a:lnTo>
                <a:lnTo>
                  <a:pt x="0" y="18817"/>
                </a:lnTo>
                <a:lnTo>
                  <a:pt x="1819" y="12600"/>
                </a:lnTo>
                <a:close/>
              </a:path>
            </a:pathLst>
          </a:custGeom>
          <a:solidFill>
            <a:srgbClr val="243646"/>
          </a:solidFill>
          <a:ln w="25400">
            <a:miter lim="400000"/>
          </a:ln>
        </p:spPr>
        <p:txBody>
          <a:bodyPr lIns="109727" tIns="109727" rIns="109727" bIns="109727" anchor="ctr"/>
          <a:lstStyle/>
          <a:p>
            <a:endParaRPr/>
          </a:p>
        </p:txBody>
      </p:sp>
      <p:sp>
        <p:nvSpPr>
          <p:cNvPr id="57" name="Shape"/>
          <p:cNvSpPr/>
          <p:nvPr/>
        </p:nvSpPr>
        <p:spPr>
          <a:xfrm>
            <a:off x="4316504" y="6800169"/>
            <a:ext cx="4958235" cy="1207530"/>
          </a:xfrm>
          <a:custGeom>
            <a:avLst/>
            <a:gdLst/>
            <a:ahLst/>
            <a:cxnLst>
              <a:cxn ang="0">
                <a:pos x="wd2" y="hd2"/>
              </a:cxn>
              <a:cxn ang="5400000">
                <a:pos x="wd2" y="hd2"/>
              </a:cxn>
              <a:cxn ang="10800000">
                <a:pos x="wd2" y="hd2"/>
              </a:cxn>
              <a:cxn ang="16200000">
                <a:pos x="wd2" y="hd2"/>
              </a:cxn>
            </a:cxnLst>
            <a:rect l="0" t="0" r="r" b="b"/>
            <a:pathLst>
              <a:path w="21600" h="21600" extrusionOk="0">
                <a:moveTo>
                  <a:pt x="2131" y="3600"/>
                </a:moveTo>
                <a:cubicBezTo>
                  <a:pt x="2131" y="1612"/>
                  <a:pt x="2523" y="0"/>
                  <a:pt x="3007" y="0"/>
                </a:cubicBezTo>
                <a:lnTo>
                  <a:pt x="5375" y="0"/>
                </a:lnTo>
                <a:lnTo>
                  <a:pt x="20723" y="0"/>
                </a:lnTo>
                <a:cubicBezTo>
                  <a:pt x="21207" y="0"/>
                  <a:pt x="21600" y="1612"/>
                  <a:pt x="21600" y="3600"/>
                </a:cubicBezTo>
                <a:lnTo>
                  <a:pt x="21600" y="3600"/>
                </a:lnTo>
                <a:lnTo>
                  <a:pt x="21600" y="18000"/>
                </a:lnTo>
                <a:cubicBezTo>
                  <a:pt x="21600" y="19988"/>
                  <a:pt x="21207" y="21600"/>
                  <a:pt x="20723" y="21600"/>
                </a:cubicBezTo>
                <a:lnTo>
                  <a:pt x="3007" y="21600"/>
                </a:lnTo>
                <a:cubicBezTo>
                  <a:pt x="2523" y="21600"/>
                  <a:pt x="2131" y="19988"/>
                  <a:pt x="2131" y="18000"/>
                </a:cubicBezTo>
                <a:lnTo>
                  <a:pt x="2131" y="9000"/>
                </a:lnTo>
                <a:lnTo>
                  <a:pt x="0" y="10103"/>
                </a:lnTo>
                <a:lnTo>
                  <a:pt x="2131" y="3600"/>
                </a:lnTo>
                <a:close/>
              </a:path>
            </a:pathLst>
          </a:cu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8" name="Hevo eos et accusamus et iusto odio dignissimos ducimus."/>
          <p:cNvSpPr txBox="1"/>
          <p:nvPr/>
        </p:nvSpPr>
        <p:spPr>
          <a:xfrm>
            <a:off x="4884910" y="5002471"/>
            <a:ext cx="5282667"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dirty="0">
                <a:solidFill>
                  <a:schemeClr val="accent4">
                    <a:lumOff val="58054"/>
                  </a:schemeClr>
                </a:solidFill>
              </a:rPr>
              <a:t>Hevo eos et accusamus et iusto odio dignissimos ducimus.</a:t>
            </a:r>
          </a:p>
        </p:txBody>
      </p:sp>
      <p:sp>
        <p:nvSpPr>
          <p:cNvPr id="59" name="Yoero eos et accusamus dignissimos ducimus."/>
          <p:cNvSpPr txBox="1"/>
          <p:nvPr/>
        </p:nvSpPr>
        <p:spPr>
          <a:xfrm>
            <a:off x="4849295" y="6931567"/>
            <a:ext cx="4425442"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a:solidFill>
                  <a:schemeClr val="accent4">
                    <a:lumOff val="58054"/>
                  </a:schemeClr>
                </a:solidFill>
              </a:rPr>
              <a:t>Yoero eos et accusamus dignissimos ducimus.</a:t>
            </a:r>
          </a:p>
        </p:txBody>
      </p:sp>
      <p:sp>
        <p:nvSpPr>
          <p:cNvPr id="60" name="Shape"/>
          <p:cNvSpPr/>
          <p:nvPr/>
        </p:nvSpPr>
        <p:spPr>
          <a:xfrm>
            <a:off x="4337943" y="8696381"/>
            <a:ext cx="3978371" cy="1207530"/>
          </a:xfrm>
          <a:custGeom>
            <a:avLst/>
            <a:gdLst/>
            <a:ahLst/>
            <a:cxnLst>
              <a:cxn ang="0">
                <a:pos x="wd2" y="hd2"/>
              </a:cxn>
              <a:cxn ang="5400000">
                <a:pos x="wd2" y="hd2"/>
              </a:cxn>
              <a:cxn ang="10800000">
                <a:pos x="wd2" y="hd2"/>
              </a:cxn>
              <a:cxn ang="16200000">
                <a:pos x="wd2" y="hd2"/>
              </a:cxn>
            </a:cxnLst>
            <a:rect l="0" t="0" r="r" b="b"/>
            <a:pathLst>
              <a:path w="21600" h="21600" extrusionOk="0">
                <a:moveTo>
                  <a:pt x="2631" y="3600"/>
                </a:moveTo>
                <a:cubicBezTo>
                  <a:pt x="2631" y="1612"/>
                  <a:pt x="3120" y="0"/>
                  <a:pt x="3724" y="0"/>
                </a:cubicBezTo>
                <a:lnTo>
                  <a:pt x="5792" y="0"/>
                </a:lnTo>
                <a:lnTo>
                  <a:pt x="20507" y="0"/>
                </a:lnTo>
                <a:cubicBezTo>
                  <a:pt x="21111" y="0"/>
                  <a:pt x="21600" y="1612"/>
                  <a:pt x="21600" y="3600"/>
                </a:cubicBezTo>
                <a:lnTo>
                  <a:pt x="21600" y="18000"/>
                </a:lnTo>
                <a:cubicBezTo>
                  <a:pt x="21600" y="19988"/>
                  <a:pt x="21111" y="21600"/>
                  <a:pt x="20507" y="21600"/>
                </a:cubicBezTo>
                <a:lnTo>
                  <a:pt x="3724" y="21600"/>
                </a:lnTo>
                <a:cubicBezTo>
                  <a:pt x="3120" y="21600"/>
                  <a:pt x="2631" y="19988"/>
                  <a:pt x="2631" y="18000"/>
                </a:cubicBezTo>
                <a:lnTo>
                  <a:pt x="2631" y="18000"/>
                </a:lnTo>
                <a:lnTo>
                  <a:pt x="0" y="13695"/>
                </a:lnTo>
                <a:lnTo>
                  <a:pt x="2631" y="12600"/>
                </a:lnTo>
                <a:close/>
              </a:path>
            </a:pathLst>
          </a:cu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1" name="Emay vero eos et accusamus dignissim"/>
          <p:cNvSpPr txBox="1"/>
          <p:nvPr/>
        </p:nvSpPr>
        <p:spPr>
          <a:xfrm>
            <a:off x="4822499" y="8833130"/>
            <a:ext cx="3493814"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defRPr sz="2400">
                <a:solidFill>
                  <a:schemeClr val="accent4">
                    <a:lumOff val="58054"/>
                  </a:schemeClr>
                </a:solidFill>
                <a:latin typeface="+mj-lt"/>
                <a:ea typeface="+mj-ea"/>
                <a:cs typeface="+mj-cs"/>
                <a:sym typeface="Helvetica"/>
              </a:defRPr>
            </a:lvl1pPr>
          </a:lstStyle>
          <a:p>
            <a:pPr>
              <a:defRPr sz="3200">
                <a:solidFill>
                  <a:srgbClr val="44546A"/>
                </a:solidFill>
              </a:defRPr>
            </a:pPr>
            <a:r>
              <a:rPr sz="2400">
                <a:solidFill>
                  <a:schemeClr val="accent4">
                    <a:lumOff val="58054"/>
                  </a:schemeClr>
                </a:solidFill>
              </a:rPr>
              <a:t>Emay vero eos et accusamus dignissim</a:t>
            </a:r>
          </a:p>
        </p:txBody>
      </p:sp>
      <p:sp>
        <p:nvSpPr>
          <p:cNvPr id="62" name="Customer Values"/>
          <p:cNvSpPr txBox="1"/>
          <p:nvPr/>
        </p:nvSpPr>
        <p:spPr>
          <a:xfrm>
            <a:off x="5289097" y="3646724"/>
            <a:ext cx="3728968"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solidFill>
                  <a:srgbClr val="535353"/>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Learner </a:t>
            </a:r>
            <a:r>
              <a:rPr lang="en-US" sz="4200" dirty="0">
                <a:solidFill>
                  <a:srgbClr val="243646"/>
                </a:solidFill>
                <a:latin typeface="PT Sans Narrow" charset="-52"/>
                <a:ea typeface="PT Sans Narrow" charset="-52"/>
                <a:cs typeface="PT Sans Narrow" charset="-52"/>
                <a:sym typeface="Avenir Heavy"/>
              </a:rPr>
              <a:t>Interviews</a:t>
            </a:r>
            <a:endParaRPr sz="4200" dirty="0">
              <a:solidFill>
                <a:srgbClr val="243646"/>
              </a:solidFill>
              <a:latin typeface="PT Sans Narrow" charset="-52"/>
              <a:ea typeface="PT Sans Narrow" charset="-52"/>
              <a:cs typeface="PT Sans Narrow" charset="-52"/>
            </a:endParaRPr>
          </a:p>
        </p:txBody>
      </p:sp>
      <p:pic>
        <p:nvPicPr>
          <p:cNvPr id="63" name="Picture 6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118153179"/>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er Persona &amp; Goals (Primary)"/>
          <p:cNvSpPr txBox="1">
            <a:spLocks noGrp="1"/>
          </p:cNvSpPr>
          <p:nvPr>
            <p:ph type="ctrTitle"/>
          </p:nvPr>
        </p:nvSpPr>
        <p:spPr>
          <a:prstGeom prst="rect">
            <a:avLst/>
          </a:prstGeom>
        </p:spPr>
        <p:txBody>
          <a:bodyPr>
            <a:normAutofit/>
          </a:bodyPr>
          <a:lstStyle/>
          <a:p>
            <a:pPr defTabSz="832104">
              <a:defRPr sz="6643"/>
            </a:pPr>
            <a:r>
              <a:rPr lang="en-US" b="1" dirty="0">
                <a:solidFill>
                  <a:srgbClr val="243646"/>
                </a:solidFill>
                <a:latin typeface="PT Sans Narrow" charset="-52"/>
                <a:ea typeface="PT Sans Narrow" charset="-52"/>
                <a:cs typeface="PT Sans Narrow" charset="-52"/>
              </a:rPr>
              <a:t>Problem</a:t>
            </a:r>
            <a:r>
              <a:rPr lang="en-US" dirty="0">
                <a:solidFill>
                  <a:srgbClr val="243646"/>
                </a:solidFill>
                <a:latin typeface="PT Sans Narrow" charset="-52"/>
                <a:ea typeface="PT Sans Narrow" charset="-52"/>
                <a:cs typeface="PT Sans Narrow" charset="-52"/>
              </a:rPr>
              <a:t> Definitions</a:t>
            </a:r>
            <a:endParaRPr b="1" dirty="0">
              <a:solidFill>
                <a:srgbClr val="243646"/>
              </a:solidFill>
              <a:latin typeface="PT Sans Narrow" charset="-52"/>
              <a:ea typeface="PT Sans Narrow" charset="-52"/>
              <a:cs typeface="PT Sans Narrow" charset="-52"/>
            </a:endParaRPr>
          </a:p>
        </p:txBody>
      </p:sp>
      <p:sp>
        <p:nvSpPr>
          <p:cNvPr id="241"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grpSp>
        <p:nvGrpSpPr>
          <p:cNvPr id="106" name="Group"/>
          <p:cNvGrpSpPr/>
          <p:nvPr/>
        </p:nvGrpSpPr>
        <p:grpSpPr>
          <a:xfrm>
            <a:off x="6770019" y="3014722"/>
            <a:ext cx="9076386" cy="8898067"/>
            <a:chOff x="0" y="0"/>
            <a:chExt cx="5029202" cy="5033011"/>
          </a:xfrm>
        </p:grpSpPr>
        <p:sp>
          <p:nvSpPr>
            <p:cNvPr id="107" name="Shape"/>
            <p:cNvSpPr/>
            <p:nvPr/>
          </p:nvSpPr>
          <p:spPr>
            <a:xfrm>
              <a:off x="0" y="1584960"/>
              <a:ext cx="2358392" cy="344805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21600" y="21575"/>
                    <a:pt x="21600" y="21575"/>
                    <a:pt x="21600" y="21575"/>
                  </a:cubicBezTo>
                  <a:cubicBezTo>
                    <a:pt x="21600" y="17448"/>
                    <a:pt x="21600" y="17448"/>
                    <a:pt x="21600" y="17448"/>
                  </a:cubicBezTo>
                  <a:cubicBezTo>
                    <a:pt x="20806" y="17694"/>
                    <a:pt x="19952" y="17826"/>
                    <a:pt x="19074" y="17826"/>
                  </a:cubicBezTo>
                  <a:cubicBezTo>
                    <a:pt x="18257" y="17826"/>
                    <a:pt x="17463" y="17711"/>
                    <a:pt x="16717" y="17489"/>
                  </a:cubicBezTo>
                  <a:cubicBezTo>
                    <a:pt x="15996" y="17283"/>
                    <a:pt x="15346" y="16979"/>
                    <a:pt x="14793" y="16593"/>
                  </a:cubicBezTo>
                  <a:cubicBezTo>
                    <a:pt x="13650" y="15803"/>
                    <a:pt x="13037" y="14759"/>
                    <a:pt x="13049" y="13641"/>
                  </a:cubicBezTo>
                  <a:cubicBezTo>
                    <a:pt x="13073" y="12572"/>
                    <a:pt x="13698" y="11552"/>
                    <a:pt x="14829" y="10788"/>
                  </a:cubicBezTo>
                  <a:cubicBezTo>
                    <a:pt x="15947" y="10023"/>
                    <a:pt x="17427" y="9595"/>
                    <a:pt x="19002" y="9579"/>
                  </a:cubicBezTo>
                  <a:cubicBezTo>
                    <a:pt x="19026" y="9579"/>
                    <a:pt x="19050" y="9579"/>
                    <a:pt x="19074" y="9579"/>
                  </a:cubicBezTo>
                  <a:cubicBezTo>
                    <a:pt x="19952" y="9579"/>
                    <a:pt x="20806" y="9711"/>
                    <a:pt x="21600" y="9957"/>
                  </a:cubicBezTo>
                  <a:cubicBezTo>
                    <a:pt x="21600" y="5846"/>
                    <a:pt x="21600" y="5846"/>
                    <a:pt x="21600" y="5846"/>
                  </a:cubicBezTo>
                  <a:cubicBezTo>
                    <a:pt x="14396" y="5846"/>
                    <a:pt x="14396" y="5846"/>
                    <a:pt x="14396" y="5846"/>
                  </a:cubicBezTo>
                  <a:cubicBezTo>
                    <a:pt x="14564" y="5632"/>
                    <a:pt x="14817" y="5377"/>
                    <a:pt x="15118" y="5081"/>
                  </a:cubicBezTo>
                  <a:cubicBezTo>
                    <a:pt x="15695" y="4506"/>
                    <a:pt x="16116" y="3848"/>
                    <a:pt x="16104" y="3100"/>
                  </a:cubicBezTo>
                  <a:cubicBezTo>
                    <a:pt x="16080" y="1406"/>
                    <a:pt x="14059" y="25"/>
                    <a:pt x="11582" y="0"/>
                  </a:cubicBezTo>
                  <a:cubicBezTo>
                    <a:pt x="11570" y="0"/>
                    <a:pt x="11546" y="0"/>
                    <a:pt x="11522" y="0"/>
                  </a:cubicBezTo>
                  <a:cubicBezTo>
                    <a:pt x="8996" y="0"/>
                    <a:pt x="6939" y="1406"/>
                    <a:pt x="6939" y="3141"/>
                  </a:cubicBezTo>
                  <a:cubicBezTo>
                    <a:pt x="6939" y="3873"/>
                    <a:pt x="7360" y="4514"/>
                    <a:pt x="7926" y="5073"/>
                  </a:cubicBezTo>
                  <a:cubicBezTo>
                    <a:pt x="8202" y="5353"/>
                    <a:pt x="8479" y="5632"/>
                    <a:pt x="8659" y="5846"/>
                  </a:cubicBezTo>
                  <a:cubicBezTo>
                    <a:pt x="1924" y="5846"/>
                    <a:pt x="1924" y="5846"/>
                    <a:pt x="1924" y="5846"/>
                  </a:cubicBezTo>
                  <a:cubicBezTo>
                    <a:pt x="866" y="5846"/>
                    <a:pt x="0" y="6430"/>
                    <a:pt x="0" y="7162"/>
                  </a:cubicBezTo>
                  <a:cubicBezTo>
                    <a:pt x="0" y="20276"/>
                    <a:pt x="0" y="20276"/>
                    <a:pt x="0" y="20276"/>
                  </a:cubicBezTo>
                  <a:cubicBezTo>
                    <a:pt x="0" y="21008"/>
                    <a:pt x="866" y="21592"/>
                    <a:pt x="1924" y="21592"/>
                  </a:cubicBezTo>
                  <a:cubicBezTo>
                    <a:pt x="21600" y="21600"/>
                    <a:pt x="21600" y="21600"/>
                    <a:pt x="21600" y="21600"/>
                  </a:cubicBez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108" name="Shape"/>
            <p:cNvSpPr/>
            <p:nvPr/>
          </p:nvSpPr>
          <p:spPr>
            <a:xfrm>
              <a:off x="1582414" y="2670811"/>
              <a:ext cx="3446789" cy="2358392"/>
            </a:xfrm>
            <a:custGeom>
              <a:avLst/>
              <a:gdLst/>
              <a:ahLst/>
              <a:cxnLst>
                <a:cxn ang="0">
                  <a:pos x="wd2" y="hd2"/>
                </a:cxn>
                <a:cxn ang="5400000">
                  <a:pos x="wd2" y="hd2"/>
                </a:cxn>
                <a:cxn ang="10800000">
                  <a:pos x="wd2" y="hd2"/>
                </a:cxn>
                <a:cxn ang="16200000">
                  <a:pos x="wd2" y="hd2"/>
                </a:cxn>
              </a:cxnLst>
              <a:rect l="0" t="0" r="r" b="b"/>
              <a:pathLst>
                <a:path w="21592" h="21600" extrusionOk="0">
                  <a:moveTo>
                    <a:pt x="17464" y="0"/>
                  </a:moveTo>
                  <a:cubicBezTo>
                    <a:pt x="17711" y="793"/>
                    <a:pt x="17843" y="1647"/>
                    <a:pt x="17843" y="2512"/>
                  </a:cubicBezTo>
                  <a:cubicBezTo>
                    <a:pt x="17843" y="4123"/>
                    <a:pt x="17415" y="5637"/>
                    <a:pt x="16634" y="6779"/>
                  </a:cubicBezTo>
                  <a:cubicBezTo>
                    <a:pt x="15861" y="7909"/>
                    <a:pt x="14825" y="8546"/>
                    <a:pt x="13723" y="8546"/>
                  </a:cubicBezTo>
                  <a:cubicBezTo>
                    <a:pt x="13707" y="8546"/>
                    <a:pt x="13682" y="8546"/>
                    <a:pt x="13666" y="8534"/>
                  </a:cubicBezTo>
                  <a:cubicBezTo>
                    <a:pt x="12589" y="8522"/>
                    <a:pt x="11577" y="7885"/>
                    <a:pt x="10813" y="6767"/>
                  </a:cubicBezTo>
                  <a:cubicBezTo>
                    <a:pt x="10048" y="5649"/>
                    <a:pt x="9620" y="4171"/>
                    <a:pt x="9604" y="2596"/>
                  </a:cubicBezTo>
                  <a:cubicBezTo>
                    <a:pt x="9596" y="1695"/>
                    <a:pt x="9727" y="805"/>
                    <a:pt x="9982" y="0"/>
                  </a:cubicBezTo>
                  <a:cubicBezTo>
                    <a:pt x="6833" y="0"/>
                    <a:pt x="6833" y="0"/>
                    <a:pt x="6833" y="0"/>
                  </a:cubicBezTo>
                  <a:cubicBezTo>
                    <a:pt x="6340" y="0"/>
                    <a:pt x="6340" y="0"/>
                    <a:pt x="6340" y="0"/>
                  </a:cubicBezTo>
                  <a:cubicBezTo>
                    <a:pt x="5838" y="0"/>
                    <a:pt x="5838" y="0"/>
                    <a:pt x="5838" y="0"/>
                  </a:cubicBezTo>
                  <a:cubicBezTo>
                    <a:pt x="5846" y="7224"/>
                    <a:pt x="5846" y="7224"/>
                    <a:pt x="5846" y="7224"/>
                  </a:cubicBezTo>
                  <a:cubicBezTo>
                    <a:pt x="5665" y="7080"/>
                    <a:pt x="5345" y="6755"/>
                    <a:pt x="5049" y="6467"/>
                  </a:cubicBezTo>
                  <a:cubicBezTo>
                    <a:pt x="4498" y="5902"/>
                    <a:pt x="3856" y="5505"/>
                    <a:pt x="3133" y="5505"/>
                  </a:cubicBezTo>
                  <a:cubicBezTo>
                    <a:pt x="3125" y="5505"/>
                    <a:pt x="3108" y="5505"/>
                    <a:pt x="3100" y="5505"/>
                  </a:cubicBezTo>
                  <a:cubicBezTo>
                    <a:pt x="1406" y="5541"/>
                    <a:pt x="25" y="7561"/>
                    <a:pt x="0" y="10025"/>
                  </a:cubicBezTo>
                  <a:cubicBezTo>
                    <a:pt x="-8" y="10866"/>
                    <a:pt x="148" y="11671"/>
                    <a:pt x="411" y="12345"/>
                  </a:cubicBezTo>
                  <a:cubicBezTo>
                    <a:pt x="946" y="13739"/>
                    <a:pt x="1965" y="14676"/>
                    <a:pt x="3133" y="14676"/>
                  </a:cubicBezTo>
                  <a:cubicBezTo>
                    <a:pt x="3856" y="14676"/>
                    <a:pt x="4481" y="14244"/>
                    <a:pt x="5049" y="13715"/>
                  </a:cubicBezTo>
                  <a:cubicBezTo>
                    <a:pt x="5394" y="13402"/>
                    <a:pt x="5665" y="13102"/>
                    <a:pt x="5846" y="12958"/>
                  </a:cubicBezTo>
                  <a:cubicBezTo>
                    <a:pt x="5846" y="12994"/>
                    <a:pt x="5846" y="12994"/>
                    <a:pt x="5846" y="12994"/>
                  </a:cubicBezTo>
                  <a:cubicBezTo>
                    <a:pt x="5846" y="21600"/>
                    <a:pt x="5846" y="21600"/>
                    <a:pt x="5846" y="21600"/>
                  </a:cubicBezTo>
                  <a:cubicBezTo>
                    <a:pt x="5846" y="21600"/>
                    <a:pt x="5846" y="21600"/>
                    <a:pt x="5846" y="21600"/>
                  </a:cubicBezTo>
                  <a:cubicBezTo>
                    <a:pt x="6340" y="21600"/>
                    <a:pt x="6340" y="21600"/>
                    <a:pt x="6340" y="21600"/>
                  </a:cubicBezTo>
                  <a:cubicBezTo>
                    <a:pt x="6833" y="21600"/>
                    <a:pt x="6833" y="21600"/>
                    <a:pt x="6833" y="21600"/>
                  </a:cubicBezTo>
                  <a:cubicBezTo>
                    <a:pt x="20276" y="21600"/>
                    <a:pt x="20276" y="21600"/>
                    <a:pt x="20276" y="21600"/>
                  </a:cubicBezTo>
                  <a:cubicBezTo>
                    <a:pt x="21008" y="21600"/>
                    <a:pt x="21592" y="20747"/>
                    <a:pt x="21592" y="19677"/>
                  </a:cubicBezTo>
                  <a:cubicBezTo>
                    <a:pt x="21592" y="0"/>
                    <a:pt x="21592" y="0"/>
                    <a:pt x="21592" y="0"/>
                  </a:cubicBezTo>
                  <a:lnTo>
                    <a:pt x="17464" y="0"/>
                  </a:lnTo>
                  <a:close/>
                </a:path>
              </a:pathLst>
            </a:custGeom>
            <a:solidFill>
              <a:srgbClr val="243646"/>
            </a:solidFill>
            <a:ln w="12700" cap="flat">
              <a:noFill/>
              <a:miter lim="400000"/>
            </a:ln>
            <a:effectLst/>
          </p:spPr>
          <p:txBody>
            <a:bodyPr wrap="square" lIns="109727" tIns="109727" rIns="109727" bIns="109727" numCol="1" anchor="t">
              <a:noAutofit/>
            </a:bodyPr>
            <a:lstStyle/>
            <a:p>
              <a:endParaRPr dirty="0"/>
            </a:p>
          </p:txBody>
        </p:sp>
        <p:sp>
          <p:nvSpPr>
            <p:cNvPr id="109" name="Shape"/>
            <p:cNvSpPr/>
            <p:nvPr/>
          </p:nvSpPr>
          <p:spPr>
            <a:xfrm>
              <a:off x="2514600" y="0"/>
              <a:ext cx="2514601" cy="3444241"/>
            </a:xfrm>
            <a:custGeom>
              <a:avLst/>
              <a:gdLst/>
              <a:ahLst/>
              <a:cxnLst>
                <a:cxn ang="0">
                  <a:pos x="wd2" y="hd2"/>
                </a:cxn>
                <a:cxn ang="5400000">
                  <a:pos x="wd2" y="hd2"/>
                </a:cxn>
                <a:cxn ang="10800000">
                  <a:pos x="wd2" y="hd2"/>
                </a:cxn>
                <a:cxn ang="16200000">
                  <a:pos x="wd2" y="hd2"/>
                </a:cxn>
              </a:cxnLst>
              <a:rect l="0" t="0" r="r" b="b"/>
              <a:pathLst>
                <a:path w="21600" h="21600" extrusionOk="0">
                  <a:moveTo>
                    <a:pt x="19796" y="0"/>
                  </a:moveTo>
                  <a:cubicBezTo>
                    <a:pt x="0" y="0"/>
                    <a:pt x="0" y="0"/>
                    <a:pt x="0" y="0"/>
                  </a:cubicBezTo>
                  <a:cubicBezTo>
                    <a:pt x="0" y="6052"/>
                    <a:pt x="0" y="6052"/>
                    <a:pt x="0" y="6052"/>
                  </a:cubicBezTo>
                  <a:cubicBezTo>
                    <a:pt x="0" y="6052"/>
                    <a:pt x="722" y="5591"/>
                    <a:pt x="958" y="5468"/>
                  </a:cubicBezTo>
                  <a:cubicBezTo>
                    <a:pt x="1702" y="5016"/>
                    <a:pt x="2661" y="4744"/>
                    <a:pt x="3698" y="4744"/>
                  </a:cubicBezTo>
                  <a:cubicBezTo>
                    <a:pt x="6099" y="4744"/>
                    <a:pt x="8027" y="6175"/>
                    <a:pt x="7993" y="7926"/>
                  </a:cubicBezTo>
                  <a:cubicBezTo>
                    <a:pt x="7970" y="9612"/>
                    <a:pt x="6076" y="10993"/>
                    <a:pt x="3754" y="11010"/>
                  </a:cubicBezTo>
                  <a:cubicBezTo>
                    <a:pt x="3743" y="11010"/>
                    <a:pt x="3720" y="11018"/>
                    <a:pt x="3698" y="11018"/>
                  </a:cubicBezTo>
                  <a:cubicBezTo>
                    <a:pt x="2661" y="11018"/>
                    <a:pt x="1702" y="10738"/>
                    <a:pt x="958" y="10294"/>
                  </a:cubicBezTo>
                  <a:cubicBezTo>
                    <a:pt x="722" y="10171"/>
                    <a:pt x="0" y="9711"/>
                    <a:pt x="0" y="9711"/>
                  </a:cubicBezTo>
                  <a:cubicBezTo>
                    <a:pt x="0" y="15754"/>
                    <a:pt x="0" y="15754"/>
                    <a:pt x="0" y="15754"/>
                  </a:cubicBezTo>
                  <a:cubicBezTo>
                    <a:pt x="1353" y="15754"/>
                    <a:pt x="1353" y="15754"/>
                    <a:pt x="1353" y="15754"/>
                  </a:cubicBezTo>
                  <a:cubicBezTo>
                    <a:pt x="8106" y="15754"/>
                    <a:pt x="8106" y="15754"/>
                    <a:pt x="8106" y="15754"/>
                  </a:cubicBezTo>
                  <a:cubicBezTo>
                    <a:pt x="8049" y="15853"/>
                    <a:pt x="7689" y="16247"/>
                    <a:pt x="7395" y="16560"/>
                  </a:cubicBezTo>
                  <a:cubicBezTo>
                    <a:pt x="6854" y="17111"/>
                    <a:pt x="6494" y="17768"/>
                    <a:pt x="6505" y="18500"/>
                  </a:cubicBezTo>
                  <a:cubicBezTo>
                    <a:pt x="6527" y="20194"/>
                    <a:pt x="8421" y="21575"/>
                    <a:pt x="10744" y="21600"/>
                  </a:cubicBezTo>
                  <a:cubicBezTo>
                    <a:pt x="10755" y="21600"/>
                    <a:pt x="10777" y="21600"/>
                    <a:pt x="10800" y="21600"/>
                  </a:cubicBezTo>
                  <a:cubicBezTo>
                    <a:pt x="11905" y="21600"/>
                    <a:pt x="12919" y="21288"/>
                    <a:pt x="13686" y="20786"/>
                  </a:cubicBezTo>
                  <a:cubicBezTo>
                    <a:pt x="14554" y="20210"/>
                    <a:pt x="15095" y="19380"/>
                    <a:pt x="15095" y="18459"/>
                  </a:cubicBezTo>
                  <a:cubicBezTo>
                    <a:pt x="15095" y="17744"/>
                    <a:pt x="14723" y="17102"/>
                    <a:pt x="14205" y="16552"/>
                  </a:cubicBezTo>
                  <a:cubicBezTo>
                    <a:pt x="13878" y="16206"/>
                    <a:pt x="13630" y="15935"/>
                    <a:pt x="13494" y="15770"/>
                  </a:cubicBezTo>
                  <a:cubicBezTo>
                    <a:pt x="13494" y="15762"/>
                    <a:pt x="13494" y="15762"/>
                    <a:pt x="13483" y="15754"/>
                  </a:cubicBezTo>
                  <a:cubicBezTo>
                    <a:pt x="21476" y="15754"/>
                    <a:pt x="21476" y="15754"/>
                    <a:pt x="21476" y="15754"/>
                  </a:cubicBezTo>
                  <a:cubicBezTo>
                    <a:pt x="21600" y="15754"/>
                    <a:pt x="21600" y="15754"/>
                    <a:pt x="21600" y="15754"/>
                  </a:cubicBezTo>
                  <a:cubicBezTo>
                    <a:pt x="21600" y="15195"/>
                    <a:pt x="21600" y="15195"/>
                    <a:pt x="21600" y="15195"/>
                  </a:cubicBezTo>
                  <a:cubicBezTo>
                    <a:pt x="21600" y="1316"/>
                    <a:pt x="21600" y="1316"/>
                    <a:pt x="21600" y="1316"/>
                  </a:cubicBezTo>
                  <a:cubicBezTo>
                    <a:pt x="21600" y="592"/>
                    <a:pt x="20788" y="0"/>
                    <a:pt x="19796" y="0"/>
                  </a:cubicBezTo>
                  <a:close/>
                </a:path>
              </a:pathLst>
            </a:custGeom>
            <a:solidFill>
              <a:srgbClr val="F86A37"/>
            </a:solidFill>
            <a:ln w="25400" cap="flat">
              <a:noFill/>
              <a:miter lim="400000"/>
            </a:ln>
            <a:effectLst/>
          </p:spPr>
          <p:txBody>
            <a:bodyPr wrap="square" lIns="109727" tIns="109727" rIns="109727" bIns="109727" numCol="1" anchor="t">
              <a:noAutofit/>
            </a:bodyPr>
            <a:lstStyle/>
            <a:p>
              <a:endParaRPr/>
            </a:p>
          </p:txBody>
        </p:sp>
      </p:grpSp>
      <p:sp>
        <p:nvSpPr>
          <p:cNvPr id="111" name="At vero eos et accusamus et iusto odio ducimus blanditiis praesentium."/>
          <p:cNvSpPr txBox="1"/>
          <p:nvPr/>
        </p:nvSpPr>
        <p:spPr>
          <a:xfrm>
            <a:off x="16128317" y="5995104"/>
            <a:ext cx="4507736" cy="13243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400">
                <a:solidFill>
                  <a:srgbClr val="535353"/>
                </a:solidFill>
                <a:latin typeface="+mj-lt"/>
                <a:ea typeface="+mj-ea"/>
                <a:cs typeface="+mj-cs"/>
                <a:sym typeface="Helvetica"/>
              </a:defRPr>
            </a:lvl1pPr>
          </a:lstStyle>
          <a:p>
            <a:pPr>
              <a:defRPr sz="3200"/>
            </a:pPr>
            <a:r>
              <a:rPr sz="2400" dirty="0"/>
              <a:t>At vero eos et accusamus et iusto odio ducimus blanditiis praesentium.</a:t>
            </a:r>
          </a:p>
        </p:txBody>
      </p:sp>
      <p:sp>
        <p:nvSpPr>
          <p:cNvPr id="112" name="At vero eos et accusamus et iusto odio ducimus blanditiis praesentium."/>
          <p:cNvSpPr txBox="1"/>
          <p:nvPr/>
        </p:nvSpPr>
        <p:spPr>
          <a:xfrm>
            <a:off x="16183638" y="10067114"/>
            <a:ext cx="4507736" cy="13243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400">
                <a:solidFill>
                  <a:srgbClr val="535353"/>
                </a:solidFill>
                <a:latin typeface="+mj-lt"/>
                <a:ea typeface="+mj-ea"/>
                <a:cs typeface="+mj-cs"/>
                <a:sym typeface="Helvetica"/>
              </a:defRPr>
            </a:lvl1pPr>
          </a:lstStyle>
          <a:p>
            <a:pPr>
              <a:defRPr sz="3200"/>
            </a:pPr>
            <a:r>
              <a:rPr sz="2400" dirty="0"/>
              <a:t>At vero eos et accusamus et iusto odio ducimus blanditiis praesentium.</a:t>
            </a:r>
          </a:p>
        </p:txBody>
      </p:sp>
      <p:sp>
        <p:nvSpPr>
          <p:cNvPr id="113" name="Core Benefits"/>
          <p:cNvSpPr txBox="1"/>
          <p:nvPr/>
        </p:nvSpPr>
        <p:spPr>
          <a:xfrm>
            <a:off x="16135453" y="3691499"/>
            <a:ext cx="4090083" cy="2299089"/>
          </a:xfrm>
          <a:prstGeom prst="rect">
            <a:avLst/>
          </a:prstGeom>
          <a:ln w="25400">
            <a:miter lim="400000"/>
          </a:ln>
          <a:extLst>
            <a:ext uri="{C572A759-6A51-4108-AA02-DFA0A04FC94B}">
              <ma14:wrappingTextBoxFlag xmlns:ma14="http://schemas.microsoft.com/office/mac/drawingml/2011/main" xmlns="" val="1"/>
            </a:ext>
          </a:extLst>
        </p:spPr>
        <p:txBody>
          <a:bodyPr wrap="square" lIns="109727" tIns="109727" rIns="109727" bIns="109727">
            <a:spAutoFit/>
          </a:bodyPr>
          <a:lstStyle/>
          <a:p>
            <a:pPr>
              <a:defRPr>
                <a:solidFill>
                  <a:srgbClr val="535353"/>
                </a:solidFill>
                <a:latin typeface="Avenir Book"/>
                <a:ea typeface="Avenir Book"/>
                <a:cs typeface="Avenir Book"/>
                <a:sym typeface="Avenir Book"/>
              </a:defRPr>
            </a:pPr>
            <a:r>
              <a:rPr lang="en-US" sz="4500" b="1" dirty="0">
                <a:solidFill>
                  <a:srgbClr val="243646"/>
                </a:solidFill>
                <a:latin typeface="PT Sans Narrow" charset="-52"/>
                <a:ea typeface="PT Sans Narrow" charset="-52"/>
                <a:cs typeface="PT Sans Narrow" charset="-52"/>
              </a:rPr>
              <a:t>Sales staff are not tracking their calls and interactions.</a:t>
            </a:r>
            <a:endParaRPr sz="4500" b="1" dirty="0">
              <a:solidFill>
                <a:srgbClr val="243646"/>
              </a:solidFill>
              <a:latin typeface="PT Sans Narrow" charset="-52"/>
              <a:ea typeface="PT Sans Narrow" charset="-52"/>
              <a:cs typeface="PT Sans Narrow" charset="-52"/>
              <a:sym typeface="Avenir Heavy"/>
            </a:endParaRPr>
          </a:p>
        </p:txBody>
      </p:sp>
      <p:sp>
        <p:nvSpPr>
          <p:cNvPr id="114" name="Product Features"/>
          <p:cNvSpPr txBox="1"/>
          <p:nvPr/>
        </p:nvSpPr>
        <p:spPr>
          <a:xfrm>
            <a:off x="1845672" y="7749245"/>
            <a:ext cx="4342348" cy="1606592"/>
          </a:xfrm>
          <a:prstGeom prst="rect">
            <a:avLst/>
          </a:prstGeom>
          <a:ln w="25400">
            <a:miter lim="400000"/>
          </a:ln>
          <a:extLst>
            <a:ext uri="{C572A759-6A51-4108-AA02-DFA0A04FC94B}">
              <ma14:wrappingTextBoxFlag xmlns:ma14="http://schemas.microsoft.com/office/mac/drawingml/2011/main" xmlns="" val="1"/>
            </a:ext>
          </a:extLst>
        </p:spPr>
        <p:txBody>
          <a:bodyPr wrap="square" lIns="109727" tIns="109727" rIns="109727" bIns="109727">
            <a:spAutoFit/>
          </a:bodyPr>
          <a:lstStyle/>
          <a:p>
            <a:pPr algn="r">
              <a:defRPr>
                <a:solidFill>
                  <a:srgbClr val="535353"/>
                </a:solidFill>
                <a:latin typeface="Avenir Heavy"/>
                <a:ea typeface="Avenir Heavy"/>
                <a:cs typeface="Avenir Heavy"/>
                <a:sym typeface="Avenir Heavy"/>
              </a:defRPr>
            </a:pPr>
            <a:r>
              <a:rPr lang="en-US" sz="4500" b="1" dirty="0">
                <a:solidFill>
                  <a:srgbClr val="243646"/>
                </a:solidFill>
                <a:latin typeface="PT Sans Narrow" charset="-52"/>
                <a:ea typeface="PT Sans Narrow" charset="-52"/>
                <a:cs typeface="PT Sans Narrow" charset="-52"/>
                <a:sym typeface="Avenir Book"/>
              </a:rPr>
              <a:t>Calls are taking too long to log. </a:t>
            </a:r>
            <a:endParaRPr sz="4500" b="1" dirty="0">
              <a:solidFill>
                <a:srgbClr val="243646"/>
              </a:solidFill>
              <a:latin typeface="PT Sans Narrow" charset="-52"/>
              <a:ea typeface="PT Sans Narrow" charset="-52"/>
              <a:cs typeface="PT Sans Narrow" charset="-52"/>
            </a:endParaRPr>
          </a:p>
        </p:txBody>
      </p:sp>
      <p:sp>
        <p:nvSpPr>
          <p:cNvPr id="115" name="User Experience"/>
          <p:cNvSpPr txBox="1"/>
          <p:nvPr/>
        </p:nvSpPr>
        <p:spPr>
          <a:xfrm>
            <a:off x="16135453" y="8596001"/>
            <a:ext cx="5175147" cy="1606592"/>
          </a:xfrm>
          <a:prstGeom prst="rect">
            <a:avLst/>
          </a:prstGeom>
          <a:ln w="25400">
            <a:miter lim="400000"/>
          </a:ln>
          <a:extLst>
            <a:ext uri="{C572A759-6A51-4108-AA02-DFA0A04FC94B}">
              <ma14:wrappingTextBoxFlag xmlns:ma14="http://schemas.microsoft.com/office/mac/drawingml/2011/main" xmlns="" val="1"/>
            </a:ext>
          </a:extLst>
        </p:spPr>
        <p:txBody>
          <a:bodyPr wrap="square" lIns="109727" tIns="109727" rIns="109727" bIns="109727">
            <a:spAutoFit/>
          </a:bodyPr>
          <a:lstStyle/>
          <a:p>
            <a:pPr>
              <a:defRPr>
                <a:solidFill>
                  <a:srgbClr val="535353"/>
                </a:solidFill>
                <a:latin typeface="Avenir Book"/>
                <a:ea typeface="Avenir Book"/>
                <a:cs typeface="Avenir Book"/>
                <a:sym typeface="Avenir Book"/>
              </a:defRPr>
            </a:pPr>
            <a:r>
              <a:rPr lang="en-US" sz="4500" b="1" dirty="0">
                <a:solidFill>
                  <a:srgbClr val="243646"/>
                </a:solidFill>
                <a:latin typeface="PT Sans Narrow" charset="-52"/>
                <a:ea typeface="PT Sans Narrow" charset="-52"/>
                <a:cs typeface="PT Sans Narrow" charset="-52"/>
              </a:rPr>
              <a:t>Sales staff cannot see data on customers.</a:t>
            </a:r>
            <a:endParaRPr sz="4500" b="1" dirty="0">
              <a:solidFill>
                <a:srgbClr val="243646"/>
              </a:solidFill>
              <a:latin typeface="PT Sans Narrow" charset="-52"/>
              <a:ea typeface="PT Sans Narrow" charset="-52"/>
              <a:cs typeface="PT Sans Narrow" charset="-52"/>
              <a:sym typeface="Avenir Heavy"/>
            </a:endParaRPr>
          </a:p>
        </p:txBody>
      </p:sp>
      <p:sp>
        <p:nvSpPr>
          <p:cNvPr id="118"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a:t>
            </a:r>
            <a:r>
              <a:rPr dirty="0"/>
              <a:t>, LLC</a:t>
            </a:r>
          </a:p>
        </p:txBody>
      </p:sp>
      <p:sp>
        <p:nvSpPr>
          <p:cNvPr id="119" name="At vero eos et accusamus et iusto odio ducimus blanditiis praesentium."/>
          <p:cNvSpPr txBox="1"/>
          <p:nvPr/>
        </p:nvSpPr>
        <p:spPr>
          <a:xfrm>
            <a:off x="2182903" y="9244890"/>
            <a:ext cx="4507736" cy="13243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400">
                <a:solidFill>
                  <a:srgbClr val="535353"/>
                </a:solidFill>
                <a:latin typeface="+mj-lt"/>
                <a:ea typeface="+mj-ea"/>
                <a:cs typeface="+mj-cs"/>
                <a:sym typeface="Helvetica"/>
              </a:defRPr>
            </a:lvl1pPr>
          </a:lstStyle>
          <a:p>
            <a:pPr>
              <a:defRPr sz="3200"/>
            </a:pPr>
            <a:r>
              <a:rPr sz="2400"/>
              <a:t>At vero eos et accusamus et iusto odio ducimus blanditiis praesentium.</a:t>
            </a:r>
          </a:p>
        </p:txBody>
      </p:sp>
      <p:sp>
        <p:nvSpPr>
          <p:cNvPr id="122" name="Shape"/>
          <p:cNvSpPr/>
          <p:nvPr/>
        </p:nvSpPr>
        <p:spPr>
          <a:xfrm>
            <a:off x="13108764" y="9974049"/>
            <a:ext cx="1420036" cy="1252968"/>
          </a:xfrm>
          <a:custGeom>
            <a:avLst/>
            <a:gdLst/>
            <a:ahLst/>
            <a:cxnLst>
              <a:cxn ang="0">
                <a:pos x="wd2" y="hd2"/>
              </a:cxn>
              <a:cxn ang="5400000">
                <a:pos x="wd2" y="hd2"/>
              </a:cxn>
              <a:cxn ang="10800000">
                <a:pos x="wd2" y="hd2"/>
              </a:cxn>
              <a:cxn ang="16200000">
                <a:pos x="wd2" y="hd2"/>
              </a:cxn>
            </a:cxnLst>
            <a:rect l="0" t="0" r="r" b="b"/>
            <a:pathLst>
              <a:path w="21600" h="21600" extrusionOk="0">
                <a:moveTo>
                  <a:pt x="20329" y="2880"/>
                </a:moveTo>
                <a:lnTo>
                  <a:pt x="15247" y="4320"/>
                </a:lnTo>
                <a:lnTo>
                  <a:pt x="16518" y="5760"/>
                </a:lnTo>
                <a:lnTo>
                  <a:pt x="12071" y="10800"/>
                </a:lnTo>
                <a:lnTo>
                  <a:pt x="9529" y="8640"/>
                </a:lnTo>
                <a:lnTo>
                  <a:pt x="3812" y="15120"/>
                </a:lnTo>
                <a:lnTo>
                  <a:pt x="5718" y="17280"/>
                </a:lnTo>
                <a:lnTo>
                  <a:pt x="9529" y="12240"/>
                </a:lnTo>
                <a:lnTo>
                  <a:pt x="12071" y="15120"/>
                </a:lnTo>
                <a:lnTo>
                  <a:pt x="18424" y="7200"/>
                </a:lnTo>
                <a:lnTo>
                  <a:pt x="19694" y="8640"/>
                </a:lnTo>
                <a:lnTo>
                  <a:pt x="20329" y="2880"/>
                </a:lnTo>
                <a:close/>
                <a:moveTo>
                  <a:pt x="21600" y="19440"/>
                </a:moveTo>
                <a:lnTo>
                  <a:pt x="21600" y="21600"/>
                </a:lnTo>
                <a:lnTo>
                  <a:pt x="0" y="21600"/>
                </a:lnTo>
                <a:lnTo>
                  <a:pt x="0" y="0"/>
                </a:lnTo>
                <a:lnTo>
                  <a:pt x="1906" y="0"/>
                </a:lnTo>
                <a:lnTo>
                  <a:pt x="1906" y="19440"/>
                </a:lnTo>
                <a:lnTo>
                  <a:pt x="21600" y="19440"/>
                </a:lnTo>
                <a:close/>
              </a:path>
            </a:pathLst>
          </a:custGeom>
          <a:solidFill>
            <a:schemeClr val="accent4">
              <a:lumOff val="58054"/>
            </a:schemeClr>
          </a:solidFill>
          <a:ln w="12700">
            <a:miter lim="400000"/>
          </a:ln>
        </p:spPr>
        <p:txBody>
          <a:bodyPr lIns="109727" tIns="109727" rIns="109727" bIns="109727"/>
          <a:lstStyle/>
          <a:p>
            <a:endParaRPr/>
          </a:p>
        </p:txBody>
      </p:sp>
      <p:sp>
        <p:nvSpPr>
          <p:cNvPr id="123" name="Shape"/>
          <p:cNvSpPr/>
          <p:nvPr/>
        </p:nvSpPr>
        <p:spPr>
          <a:xfrm>
            <a:off x="13642151" y="4699210"/>
            <a:ext cx="1510294" cy="1347366"/>
          </a:xfrm>
          <a:custGeom>
            <a:avLst/>
            <a:gdLst/>
            <a:ahLst/>
            <a:cxnLst>
              <a:cxn ang="0">
                <a:pos x="wd2" y="hd2"/>
              </a:cxn>
              <a:cxn ang="5400000">
                <a:pos x="wd2" y="hd2"/>
              </a:cxn>
              <a:cxn ang="10800000">
                <a:pos x="wd2" y="hd2"/>
              </a:cxn>
              <a:cxn ang="16200000">
                <a:pos x="wd2" y="hd2"/>
              </a:cxn>
            </a:cxnLst>
            <a:rect l="0" t="0" r="r" b="b"/>
            <a:pathLst>
              <a:path w="21600" h="21600" extrusionOk="0">
                <a:moveTo>
                  <a:pt x="13841" y="19350"/>
                </a:moveTo>
                <a:cubicBezTo>
                  <a:pt x="16148" y="21600"/>
                  <a:pt x="16148" y="21600"/>
                  <a:pt x="16148" y="21600"/>
                </a:cubicBezTo>
                <a:cubicBezTo>
                  <a:pt x="5662" y="21600"/>
                  <a:pt x="5662" y="21600"/>
                  <a:pt x="5662" y="21600"/>
                </a:cubicBezTo>
                <a:cubicBezTo>
                  <a:pt x="7759" y="19350"/>
                  <a:pt x="7759" y="19350"/>
                  <a:pt x="7759" y="19350"/>
                </a:cubicBezTo>
                <a:lnTo>
                  <a:pt x="13841" y="19350"/>
                </a:lnTo>
                <a:close/>
                <a:moveTo>
                  <a:pt x="19293" y="15300"/>
                </a:moveTo>
                <a:cubicBezTo>
                  <a:pt x="2517" y="15300"/>
                  <a:pt x="2517" y="15300"/>
                  <a:pt x="2517" y="15300"/>
                </a:cubicBezTo>
                <a:cubicBezTo>
                  <a:pt x="2517" y="2475"/>
                  <a:pt x="2517" y="2475"/>
                  <a:pt x="2517" y="2475"/>
                </a:cubicBezTo>
                <a:cubicBezTo>
                  <a:pt x="19293" y="2475"/>
                  <a:pt x="19293" y="2475"/>
                  <a:pt x="19293" y="2475"/>
                </a:cubicBezTo>
                <a:lnTo>
                  <a:pt x="19293" y="15300"/>
                </a:lnTo>
                <a:close/>
                <a:moveTo>
                  <a:pt x="0" y="0"/>
                </a:moveTo>
                <a:cubicBezTo>
                  <a:pt x="0" y="17775"/>
                  <a:pt x="0" y="17775"/>
                  <a:pt x="0" y="17775"/>
                </a:cubicBezTo>
                <a:cubicBezTo>
                  <a:pt x="21600" y="17775"/>
                  <a:pt x="21600" y="17775"/>
                  <a:pt x="21600" y="17775"/>
                </a:cubicBezTo>
                <a:cubicBezTo>
                  <a:pt x="21600" y="0"/>
                  <a:pt x="21600" y="0"/>
                  <a:pt x="21600" y="0"/>
                </a:cubicBezTo>
                <a:lnTo>
                  <a:pt x="0" y="0"/>
                </a:lnTo>
                <a:close/>
                <a:moveTo>
                  <a:pt x="16777" y="11475"/>
                </a:moveTo>
                <a:cubicBezTo>
                  <a:pt x="13631" y="11475"/>
                  <a:pt x="13631" y="11475"/>
                  <a:pt x="13631" y="11475"/>
                </a:cubicBezTo>
                <a:cubicBezTo>
                  <a:pt x="13631" y="10350"/>
                  <a:pt x="13631" y="10350"/>
                  <a:pt x="13631" y="10350"/>
                </a:cubicBezTo>
                <a:cubicBezTo>
                  <a:pt x="16777" y="10350"/>
                  <a:pt x="16777" y="10350"/>
                  <a:pt x="16777" y="10350"/>
                </a:cubicBezTo>
                <a:lnTo>
                  <a:pt x="16777" y="11475"/>
                </a:lnTo>
                <a:close/>
                <a:moveTo>
                  <a:pt x="15309" y="6525"/>
                </a:moveTo>
                <a:cubicBezTo>
                  <a:pt x="14680" y="6525"/>
                  <a:pt x="14050" y="6975"/>
                  <a:pt x="14050" y="7875"/>
                </a:cubicBezTo>
                <a:cubicBezTo>
                  <a:pt x="14050" y="8550"/>
                  <a:pt x="14680" y="9225"/>
                  <a:pt x="15309" y="9225"/>
                </a:cubicBezTo>
                <a:cubicBezTo>
                  <a:pt x="15938" y="9225"/>
                  <a:pt x="16567" y="8550"/>
                  <a:pt x="16567" y="7875"/>
                </a:cubicBezTo>
                <a:cubicBezTo>
                  <a:pt x="16567" y="6975"/>
                  <a:pt x="15938" y="6525"/>
                  <a:pt x="15309" y="6525"/>
                </a:cubicBezTo>
                <a:close/>
                <a:moveTo>
                  <a:pt x="12373" y="11475"/>
                </a:moveTo>
                <a:cubicBezTo>
                  <a:pt x="9227" y="11475"/>
                  <a:pt x="9227" y="11475"/>
                  <a:pt x="9227" y="11475"/>
                </a:cubicBezTo>
                <a:cubicBezTo>
                  <a:pt x="9227" y="10350"/>
                  <a:pt x="9227" y="10350"/>
                  <a:pt x="9227" y="10350"/>
                </a:cubicBezTo>
                <a:cubicBezTo>
                  <a:pt x="12373" y="10350"/>
                  <a:pt x="12373" y="10350"/>
                  <a:pt x="12373" y="10350"/>
                </a:cubicBezTo>
                <a:lnTo>
                  <a:pt x="12373" y="11475"/>
                </a:lnTo>
                <a:close/>
                <a:moveTo>
                  <a:pt x="10905" y="6525"/>
                </a:moveTo>
                <a:cubicBezTo>
                  <a:pt x="10066" y="6525"/>
                  <a:pt x="9437" y="6975"/>
                  <a:pt x="9437" y="7875"/>
                </a:cubicBezTo>
                <a:cubicBezTo>
                  <a:pt x="9437" y="8550"/>
                  <a:pt x="10066" y="9225"/>
                  <a:pt x="10905" y="9225"/>
                </a:cubicBezTo>
                <a:cubicBezTo>
                  <a:pt x="11534" y="9225"/>
                  <a:pt x="12163" y="8550"/>
                  <a:pt x="12163" y="7875"/>
                </a:cubicBezTo>
                <a:cubicBezTo>
                  <a:pt x="12163" y="6975"/>
                  <a:pt x="11534" y="6525"/>
                  <a:pt x="10905" y="6525"/>
                </a:cubicBezTo>
                <a:close/>
                <a:moveTo>
                  <a:pt x="7969" y="10350"/>
                </a:moveTo>
                <a:cubicBezTo>
                  <a:pt x="4823" y="10350"/>
                  <a:pt x="4823" y="10350"/>
                  <a:pt x="4823" y="10350"/>
                </a:cubicBezTo>
                <a:cubicBezTo>
                  <a:pt x="4823" y="11475"/>
                  <a:pt x="4823" y="11475"/>
                  <a:pt x="4823" y="11475"/>
                </a:cubicBezTo>
                <a:cubicBezTo>
                  <a:pt x="7969" y="11475"/>
                  <a:pt x="7969" y="11475"/>
                  <a:pt x="7969" y="11475"/>
                </a:cubicBezTo>
                <a:lnTo>
                  <a:pt x="7969" y="10350"/>
                </a:lnTo>
                <a:close/>
                <a:moveTo>
                  <a:pt x="7759" y="7875"/>
                </a:moveTo>
                <a:cubicBezTo>
                  <a:pt x="7759" y="8550"/>
                  <a:pt x="7130" y="9225"/>
                  <a:pt x="6291" y="9225"/>
                </a:cubicBezTo>
                <a:cubicBezTo>
                  <a:pt x="5662" y="9225"/>
                  <a:pt x="5033" y="8550"/>
                  <a:pt x="5033" y="7875"/>
                </a:cubicBezTo>
                <a:cubicBezTo>
                  <a:pt x="5033" y="6975"/>
                  <a:pt x="5662" y="6525"/>
                  <a:pt x="6291" y="6525"/>
                </a:cubicBezTo>
                <a:cubicBezTo>
                  <a:pt x="7130" y="6525"/>
                  <a:pt x="7759" y="6975"/>
                  <a:pt x="7759" y="7875"/>
                </a:cubicBezTo>
                <a:close/>
              </a:path>
            </a:pathLst>
          </a:custGeom>
          <a:solidFill>
            <a:schemeClr val="accent4">
              <a:lumOff val="58054"/>
            </a:schemeClr>
          </a:solidFill>
          <a:ln w="12700">
            <a:miter lim="400000"/>
          </a:ln>
        </p:spPr>
        <p:txBody>
          <a:bodyPr lIns="109727" tIns="109727" rIns="109727" bIns="109727"/>
          <a:lstStyle/>
          <a:p>
            <a:endParaRPr/>
          </a:p>
        </p:txBody>
      </p:sp>
      <p:sp>
        <p:nvSpPr>
          <p:cNvPr id="124" name="Shape"/>
          <p:cNvSpPr/>
          <p:nvPr/>
        </p:nvSpPr>
        <p:spPr>
          <a:xfrm>
            <a:off x="7524248" y="8998886"/>
            <a:ext cx="1314952" cy="1719567"/>
          </a:xfrm>
          <a:custGeom>
            <a:avLst/>
            <a:gdLst/>
            <a:ahLst/>
            <a:cxnLst>
              <a:cxn ang="0">
                <a:pos x="wd2" y="hd2"/>
              </a:cxn>
              <a:cxn ang="5400000">
                <a:pos x="wd2" y="hd2"/>
              </a:cxn>
              <a:cxn ang="10800000">
                <a:pos x="wd2" y="hd2"/>
              </a:cxn>
              <a:cxn ang="16200000">
                <a:pos x="wd2" y="hd2"/>
              </a:cxn>
            </a:cxnLst>
            <a:rect l="0" t="0" r="r" b="b"/>
            <a:pathLst>
              <a:path w="21600" h="21600" extrusionOk="0">
                <a:moveTo>
                  <a:pt x="10099" y="15938"/>
                </a:moveTo>
                <a:cubicBezTo>
                  <a:pt x="6171" y="15938"/>
                  <a:pt x="3086" y="13631"/>
                  <a:pt x="3086" y="10905"/>
                </a:cubicBezTo>
                <a:cubicBezTo>
                  <a:pt x="3086" y="7969"/>
                  <a:pt x="6171" y="5662"/>
                  <a:pt x="10099" y="5662"/>
                </a:cubicBezTo>
                <a:cubicBezTo>
                  <a:pt x="13745" y="5662"/>
                  <a:pt x="16831" y="7969"/>
                  <a:pt x="16831" y="10905"/>
                </a:cubicBezTo>
                <a:cubicBezTo>
                  <a:pt x="16831" y="13631"/>
                  <a:pt x="13745" y="15938"/>
                  <a:pt x="10099" y="15938"/>
                </a:cubicBezTo>
                <a:close/>
                <a:moveTo>
                  <a:pt x="21600" y="9437"/>
                </a:moveTo>
                <a:cubicBezTo>
                  <a:pt x="19917" y="9437"/>
                  <a:pt x="19917" y="9437"/>
                  <a:pt x="19917" y="9437"/>
                </a:cubicBezTo>
                <a:cubicBezTo>
                  <a:pt x="19636" y="7759"/>
                  <a:pt x="18514" y="6501"/>
                  <a:pt x="16831" y="5243"/>
                </a:cubicBezTo>
                <a:cubicBezTo>
                  <a:pt x="15990" y="4823"/>
                  <a:pt x="15429" y="3984"/>
                  <a:pt x="15429" y="3355"/>
                </a:cubicBezTo>
                <a:cubicBezTo>
                  <a:pt x="14587" y="0"/>
                  <a:pt x="14587" y="0"/>
                  <a:pt x="14587" y="0"/>
                </a:cubicBezTo>
                <a:cubicBezTo>
                  <a:pt x="5610" y="0"/>
                  <a:pt x="5610" y="0"/>
                  <a:pt x="5610" y="0"/>
                </a:cubicBezTo>
                <a:cubicBezTo>
                  <a:pt x="4769" y="3355"/>
                  <a:pt x="4769" y="3355"/>
                  <a:pt x="4769" y="3355"/>
                </a:cubicBezTo>
                <a:cubicBezTo>
                  <a:pt x="4488" y="3984"/>
                  <a:pt x="3927" y="4823"/>
                  <a:pt x="3366" y="5243"/>
                </a:cubicBezTo>
                <a:cubicBezTo>
                  <a:pt x="1403" y="6711"/>
                  <a:pt x="0" y="8598"/>
                  <a:pt x="0" y="10905"/>
                </a:cubicBezTo>
                <a:cubicBezTo>
                  <a:pt x="0" y="13002"/>
                  <a:pt x="1403" y="14889"/>
                  <a:pt x="3366" y="16357"/>
                </a:cubicBezTo>
                <a:cubicBezTo>
                  <a:pt x="3927" y="16777"/>
                  <a:pt x="4488" y="17616"/>
                  <a:pt x="4769" y="18245"/>
                </a:cubicBezTo>
                <a:cubicBezTo>
                  <a:pt x="5610" y="21600"/>
                  <a:pt x="5610" y="21600"/>
                  <a:pt x="5610" y="21600"/>
                </a:cubicBezTo>
                <a:cubicBezTo>
                  <a:pt x="14587" y="21600"/>
                  <a:pt x="14587" y="21600"/>
                  <a:pt x="14587" y="21600"/>
                </a:cubicBezTo>
                <a:cubicBezTo>
                  <a:pt x="15429" y="18245"/>
                  <a:pt x="15429" y="18245"/>
                  <a:pt x="15429" y="18245"/>
                </a:cubicBezTo>
                <a:cubicBezTo>
                  <a:pt x="15429" y="17616"/>
                  <a:pt x="15990" y="16777"/>
                  <a:pt x="16831" y="16357"/>
                </a:cubicBezTo>
                <a:cubicBezTo>
                  <a:pt x="18514" y="15309"/>
                  <a:pt x="19636" y="13841"/>
                  <a:pt x="19917" y="12163"/>
                </a:cubicBezTo>
                <a:cubicBezTo>
                  <a:pt x="21600" y="12163"/>
                  <a:pt x="21600" y="12163"/>
                  <a:pt x="21600" y="12163"/>
                </a:cubicBezTo>
                <a:cubicBezTo>
                  <a:pt x="21600" y="9437"/>
                  <a:pt x="21600" y="9437"/>
                  <a:pt x="21600" y="9437"/>
                </a:cubicBezTo>
                <a:close/>
                <a:moveTo>
                  <a:pt x="14587" y="12373"/>
                </a:moveTo>
                <a:cubicBezTo>
                  <a:pt x="8696" y="12373"/>
                  <a:pt x="8696" y="12373"/>
                  <a:pt x="8696" y="12373"/>
                </a:cubicBezTo>
                <a:cubicBezTo>
                  <a:pt x="8696" y="7340"/>
                  <a:pt x="8696" y="7340"/>
                  <a:pt x="8696" y="7340"/>
                </a:cubicBezTo>
                <a:cubicBezTo>
                  <a:pt x="10660" y="7340"/>
                  <a:pt x="10660" y="7340"/>
                  <a:pt x="10660" y="7340"/>
                </a:cubicBezTo>
                <a:cubicBezTo>
                  <a:pt x="10660" y="10905"/>
                  <a:pt x="10660" y="10905"/>
                  <a:pt x="10660" y="10905"/>
                </a:cubicBezTo>
                <a:cubicBezTo>
                  <a:pt x="14587" y="10905"/>
                  <a:pt x="14587" y="10905"/>
                  <a:pt x="14587" y="10905"/>
                </a:cubicBezTo>
                <a:lnTo>
                  <a:pt x="14587" y="12373"/>
                </a:lnTo>
                <a:close/>
              </a:path>
            </a:pathLst>
          </a:custGeom>
          <a:solidFill>
            <a:schemeClr val="accent4">
              <a:lumOff val="58054"/>
            </a:schemeClr>
          </a:solidFill>
          <a:ln w="12700">
            <a:miter lim="400000"/>
          </a:ln>
        </p:spPr>
        <p:txBody>
          <a:bodyPr lIns="109727" tIns="109727" rIns="109727" bIns="109727"/>
          <a:lstStyle/>
          <a:p>
            <a:endParaRPr/>
          </a:p>
        </p:txBody>
      </p:sp>
      <p:sp>
        <p:nvSpPr>
          <p:cNvPr id="125" name="Slide Number"/>
          <p:cNvSpPr txBox="1">
            <a:spLocks noGrp="1"/>
          </p:cNvSpPr>
          <p:nvPr>
            <p:ph type="sldNum" sz="quarter" idx="2"/>
          </p:nvPr>
        </p:nvSpPr>
        <p:spPr>
          <a:xfrm>
            <a:off x="1238083" y="12680620"/>
            <a:ext cx="950171" cy="524257"/>
          </a:xfrm>
          <a:prstGeom prst="rect">
            <a:avLst/>
          </a:prstGeom>
          <a:extLst>
            <a:ext uri="{C572A759-6A51-4108-AA02-DFA0A04FC94B}">
              <ma14:wrappingTextBoxFlag xmlns:ma14="http://schemas.microsoft.com/office/mac/drawingml/2011/main" xmlns="" val="1"/>
            </a:ext>
          </a:extLst>
        </p:spPr>
        <p:txBody>
          <a:bodyPr/>
          <a:lstStyle/>
          <a:p>
            <a:r>
              <a:rPr lang="en-US" dirty="0"/>
              <a:t>6</a:t>
            </a:r>
            <a:endParaRPr dirty="0"/>
          </a:p>
        </p:txBody>
      </p:sp>
      <p:pic>
        <p:nvPicPr>
          <p:cNvPr id="21" name="Picture 2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245094"/>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Customer Persona &amp; Goals (Primary)"/>
          <p:cNvSpPr txBox="1">
            <a:spLocks noGrp="1"/>
          </p:cNvSpPr>
          <p:nvPr>
            <p:ph type="ctrTitle"/>
          </p:nvPr>
        </p:nvSpPr>
        <p:spPr>
          <a:prstGeom prst="rect">
            <a:avLst/>
          </a:prstGeom>
          <a:noFill/>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Learner </a:t>
            </a:r>
            <a:r>
              <a:rPr b="1" dirty="0">
                <a:solidFill>
                  <a:srgbClr val="243646"/>
                </a:solidFill>
                <a:latin typeface="PT Sans Narrow" charset="-52"/>
                <a:ea typeface="PT Sans Narrow" charset="-52"/>
                <a:cs typeface="PT Sans Narrow" charset="-52"/>
                <a:sym typeface="Avenir Heavy"/>
              </a:rPr>
              <a:t>Person</a:t>
            </a:r>
            <a:r>
              <a:rPr lang="en-US" b="1" dirty="0">
                <a:solidFill>
                  <a:srgbClr val="243646"/>
                </a:solidFill>
                <a:latin typeface="PT Sans Narrow" charset="-52"/>
                <a:ea typeface="PT Sans Narrow" charset="-52"/>
                <a:cs typeface="PT Sans Narrow" charset="-52"/>
                <a:sym typeface="Avenir Heavy"/>
              </a:rPr>
              <a:t>a </a:t>
            </a:r>
            <a:r>
              <a:rPr lang="en-US" dirty="0">
                <a:solidFill>
                  <a:srgbClr val="243646"/>
                </a:solidFill>
                <a:latin typeface="PT Sans Narrow" charset="-52"/>
                <a:ea typeface="PT Sans Narrow" charset="-52"/>
                <a:cs typeface="PT Sans Narrow" charset="-52"/>
                <a:sym typeface="Avenir Heavy"/>
              </a:rPr>
              <a:t>(Primary)</a:t>
            </a:r>
            <a:endParaRPr dirty="0">
              <a:solidFill>
                <a:srgbClr val="243646"/>
              </a:solidFill>
              <a:latin typeface="PT Sans Narrow" charset="-52"/>
              <a:ea typeface="PT Sans Narrow" charset="-52"/>
              <a:cs typeface="PT Sans Narrow" charset="-52"/>
            </a:endParaRPr>
          </a:p>
        </p:txBody>
      </p:sp>
      <p:sp>
        <p:nvSpPr>
          <p:cNvPr id="232"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7</a:t>
            </a:fld>
            <a:endParaRPr/>
          </a:p>
        </p:txBody>
      </p:sp>
      <p:sp>
        <p:nvSpPr>
          <p:cNvPr id="233" name="Rectangle"/>
          <p:cNvSpPr/>
          <p:nvPr/>
        </p:nvSpPr>
        <p:spPr>
          <a:xfrm>
            <a:off x="2752295" y="6757314"/>
            <a:ext cx="7910827" cy="446228"/>
          </a:xfrm>
          <a:prstGeom prst="rect">
            <a:avLst/>
          </a:prstGeom>
          <a:solidFill>
            <a:srgbClr val="F86A37"/>
          </a:solidFill>
          <a:ln w="25400">
            <a:miter lim="400000"/>
          </a:ln>
        </p:spPr>
        <p:txBody>
          <a:bodyPr lIns="109727" tIns="109727" rIns="109727" bIns="109727" anchor="ctr"/>
          <a:lstStyle/>
          <a:p>
            <a:endParaRPr/>
          </a:p>
        </p:txBody>
      </p:sp>
      <p:sp>
        <p:nvSpPr>
          <p:cNvPr id="234" name="Rectangle"/>
          <p:cNvSpPr/>
          <p:nvPr/>
        </p:nvSpPr>
        <p:spPr>
          <a:xfrm>
            <a:off x="13742010" y="6744614"/>
            <a:ext cx="7871966" cy="446228"/>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35" name="Rectangle"/>
          <p:cNvSpPr/>
          <p:nvPr/>
        </p:nvSpPr>
        <p:spPr>
          <a:xfrm>
            <a:off x="13742010" y="7253006"/>
            <a:ext cx="7871966" cy="446229"/>
          </a:xfrm>
          <a:prstGeom prst="rect">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36" name="Technology"/>
          <p:cNvSpPr txBox="1"/>
          <p:nvPr/>
        </p:nvSpPr>
        <p:spPr>
          <a:xfrm>
            <a:off x="19343868" y="8051799"/>
            <a:ext cx="2230160"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Technology</a:t>
            </a:r>
          </a:p>
        </p:txBody>
      </p:sp>
      <p:sp>
        <p:nvSpPr>
          <p:cNvPr id="237" name="Gender: Female…"/>
          <p:cNvSpPr txBox="1"/>
          <p:nvPr/>
        </p:nvSpPr>
        <p:spPr>
          <a:xfrm>
            <a:off x="2675095" y="4514563"/>
            <a:ext cx="7699808" cy="191363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nSpc>
                <a:spcPct val="90000"/>
              </a:lnSpc>
              <a:defRPr>
                <a:solidFill>
                  <a:srgbClr val="535353"/>
                </a:solidFill>
                <a:latin typeface="+mj-lt"/>
                <a:ea typeface="+mj-ea"/>
                <a:cs typeface="+mj-cs"/>
                <a:sym typeface="Helvetica"/>
              </a:defRPr>
            </a:pPr>
            <a:r>
              <a:rPr sz="2400" b="1" dirty="0"/>
              <a:t>Gender</a:t>
            </a:r>
            <a:r>
              <a:rPr sz="2400" dirty="0"/>
              <a:t>: Female</a:t>
            </a:r>
          </a:p>
          <a:p>
            <a:pPr>
              <a:lnSpc>
                <a:spcPct val="90000"/>
              </a:lnSpc>
              <a:defRPr>
                <a:solidFill>
                  <a:srgbClr val="535353"/>
                </a:solidFill>
                <a:latin typeface="+mj-lt"/>
                <a:ea typeface="+mj-ea"/>
                <a:cs typeface="+mj-cs"/>
                <a:sym typeface="Helvetica"/>
              </a:defRPr>
            </a:pPr>
            <a:r>
              <a:rPr sz="2400" b="1" dirty="0"/>
              <a:t>Age: </a:t>
            </a:r>
            <a:r>
              <a:rPr sz="2400" dirty="0"/>
              <a:t>27-35</a:t>
            </a:r>
          </a:p>
          <a:p>
            <a:pPr>
              <a:lnSpc>
                <a:spcPct val="90000"/>
              </a:lnSpc>
              <a:defRPr>
                <a:solidFill>
                  <a:srgbClr val="535353"/>
                </a:solidFill>
                <a:latin typeface="+mj-lt"/>
                <a:ea typeface="+mj-ea"/>
                <a:cs typeface="+mj-cs"/>
                <a:sym typeface="Helvetica"/>
              </a:defRPr>
            </a:pPr>
            <a:r>
              <a:rPr sz="2400" b="1" dirty="0"/>
              <a:t>Occupation:</a:t>
            </a:r>
            <a:r>
              <a:rPr sz="2400" dirty="0"/>
              <a:t> Sales</a:t>
            </a:r>
          </a:p>
          <a:p>
            <a:pPr>
              <a:lnSpc>
                <a:spcPct val="90000"/>
              </a:lnSpc>
              <a:defRPr>
                <a:solidFill>
                  <a:srgbClr val="535353"/>
                </a:solidFill>
                <a:latin typeface="+mj-lt"/>
                <a:ea typeface="+mj-ea"/>
                <a:cs typeface="+mj-cs"/>
                <a:sym typeface="Helvetica"/>
              </a:defRPr>
            </a:pPr>
            <a:r>
              <a:rPr sz="2400" b="1" dirty="0"/>
              <a:t>Location:</a:t>
            </a:r>
            <a:r>
              <a:rPr sz="2400" dirty="0"/>
              <a:t> US and Canada</a:t>
            </a:r>
          </a:p>
          <a:p>
            <a:pPr>
              <a:lnSpc>
                <a:spcPct val="90000"/>
              </a:lnSpc>
              <a:defRPr>
                <a:solidFill>
                  <a:srgbClr val="535353"/>
                </a:solidFill>
                <a:latin typeface="+mj-lt"/>
                <a:ea typeface="+mj-ea"/>
                <a:cs typeface="+mj-cs"/>
                <a:sym typeface="Helvetica"/>
              </a:defRPr>
            </a:pPr>
            <a:r>
              <a:rPr sz="2400" b="1" dirty="0"/>
              <a:t>Personality:</a:t>
            </a:r>
            <a:r>
              <a:rPr sz="2400" dirty="0"/>
              <a:t> Extrovert</a:t>
            </a:r>
          </a:p>
        </p:txBody>
      </p:sp>
      <p:sp>
        <p:nvSpPr>
          <p:cNvPr id="238" name="Demographics"/>
          <p:cNvSpPr txBox="1"/>
          <p:nvPr/>
        </p:nvSpPr>
        <p:spPr>
          <a:xfrm>
            <a:off x="2661057" y="3638863"/>
            <a:ext cx="2677399" cy="806373"/>
          </a:xfrm>
          <a:prstGeom prst="rect">
            <a:avLst/>
          </a:prstGeom>
          <a:noFill/>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Demographics</a:t>
            </a:r>
          </a:p>
        </p:txBody>
      </p:sp>
      <p:sp>
        <p:nvSpPr>
          <p:cNvPr id="239" name="Motivations"/>
          <p:cNvSpPr txBox="1"/>
          <p:nvPr/>
        </p:nvSpPr>
        <p:spPr>
          <a:xfrm>
            <a:off x="2645661" y="8153276"/>
            <a:ext cx="2262220"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a:solidFill>
                  <a:srgbClr val="243646"/>
                </a:solidFill>
                <a:latin typeface="PT Sans Narrow" charset="-52"/>
                <a:ea typeface="PT Sans Narrow" charset="-52"/>
                <a:cs typeface="PT Sans Narrow" charset="-52"/>
                <a:sym typeface="Avenir Heavy"/>
              </a:rPr>
              <a:t>Motivations</a:t>
            </a:r>
          </a:p>
        </p:txBody>
      </p:sp>
      <p:sp>
        <p:nvSpPr>
          <p:cNvPr id="240" name="Shape"/>
          <p:cNvSpPr/>
          <p:nvPr/>
        </p:nvSpPr>
        <p:spPr>
          <a:xfrm rot="16200000">
            <a:off x="20848741" y="6781365"/>
            <a:ext cx="760095" cy="858165"/>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chemeClr val="accent4">
              <a:lumOff val="58054"/>
            </a:schemeClr>
          </a:solidFill>
          <a:ln w="12700">
            <a:miter lim="400000"/>
          </a:ln>
        </p:spPr>
        <p:txBody>
          <a:bodyPr lIns="109727" tIns="109727" rIns="109727" bIns="109727"/>
          <a:lstStyle/>
          <a:p>
            <a:endParaRPr/>
          </a:p>
        </p:txBody>
      </p:sp>
      <p:sp>
        <p:nvSpPr>
          <p:cNvPr id="241"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sp>
        <p:nvSpPr>
          <p:cNvPr id="242" name="Email"/>
          <p:cNvSpPr txBox="1"/>
          <p:nvPr/>
        </p:nvSpPr>
        <p:spPr>
          <a:xfrm>
            <a:off x="12735078" y="9308935"/>
            <a:ext cx="1079237"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2500" b="1">
                <a:solidFill>
                  <a:srgbClr val="535353"/>
                </a:solidFill>
                <a:latin typeface="+mj-lt"/>
                <a:ea typeface="+mj-ea"/>
                <a:cs typeface="+mj-cs"/>
                <a:sym typeface="Helvetica"/>
              </a:defRPr>
            </a:lvl1pPr>
          </a:lstStyle>
          <a:p>
            <a:r>
              <a:t>Email</a:t>
            </a:r>
          </a:p>
        </p:txBody>
      </p:sp>
      <p:sp>
        <p:nvSpPr>
          <p:cNvPr id="243" name="Social"/>
          <p:cNvSpPr txBox="1"/>
          <p:nvPr/>
        </p:nvSpPr>
        <p:spPr>
          <a:xfrm>
            <a:off x="12690973" y="10170969"/>
            <a:ext cx="1167449"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b="1">
                <a:solidFill>
                  <a:srgbClr val="535353"/>
                </a:solidFill>
                <a:latin typeface="+mj-lt"/>
                <a:ea typeface="+mj-ea"/>
                <a:cs typeface="+mj-cs"/>
                <a:sym typeface="Helvetica"/>
              </a:defRPr>
            </a:lvl1pPr>
          </a:lstStyle>
          <a:p>
            <a:r>
              <a:t>Social</a:t>
            </a:r>
          </a:p>
        </p:txBody>
      </p:sp>
      <p:sp>
        <p:nvSpPr>
          <p:cNvPr id="244" name="Mobile"/>
          <p:cNvSpPr txBox="1"/>
          <p:nvPr/>
        </p:nvSpPr>
        <p:spPr>
          <a:xfrm>
            <a:off x="12655936" y="11038254"/>
            <a:ext cx="1237522"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b="1">
                <a:solidFill>
                  <a:srgbClr val="535353"/>
                </a:solidFill>
                <a:latin typeface="+mj-lt"/>
                <a:ea typeface="+mj-ea"/>
                <a:cs typeface="+mj-cs"/>
                <a:sym typeface="Helvetica"/>
              </a:defRPr>
            </a:lvl1pPr>
          </a:lstStyle>
          <a:p>
            <a:r>
              <a:t>Mobile</a:t>
            </a:r>
          </a:p>
        </p:txBody>
      </p:sp>
      <p:sp>
        <p:nvSpPr>
          <p:cNvPr id="245" name="Rounded Rectangle"/>
          <p:cNvSpPr/>
          <p:nvPr/>
        </p:nvSpPr>
        <p:spPr>
          <a:xfrm>
            <a:off x="13961070" y="9540040"/>
            <a:ext cx="7699808" cy="202223"/>
          </a:xfrm>
          <a:prstGeom prst="roundRect">
            <a:avLst>
              <a:gd name="adj" fmla="val 20833"/>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46" name="Rounded Rectangle"/>
          <p:cNvSpPr/>
          <p:nvPr/>
        </p:nvSpPr>
        <p:spPr>
          <a:xfrm>
            <a:off x="13943722" y="9540040"/>
            <a:ext cx="2261084" cy="202223"/>
          </a:xfrm>
          <a:prstGeom prst="roundRect">
            <a:avLst>
              <a:gd name="adj" fmla="val 20833"/>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47" name="Rounded Rectangle"/>
          <p:cNvSpPr/>
          <p:nvPr/>
        </p:nvSpPr>
        <p:spPr>
          <a:xfrm>
            <a:off x="13961070" y="10409147"/>
            <a:ext cx="7699808" cy="193103"/>
          </a:xfrm>
          <a:prstGeom prst="roundRect">
            <a:avLst>
              <a:gd name="adj" fmla="val 21207"/>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48" name="Rounded Rectangle"/>
          <p:cNvSpPr/>
          <p:nvPr/>
        </p:nvSpPr>
        <p:spPr>
          <a:xfrm>
            <a:off x="13911746" y="10409147"/>
            <a:ext cx="6105856" cy="193103"/>
          </a:xfrm>
          <a:prstGeom prst="roundRect">
            <a:avLst>
              <a:gd name="adj" fmla="val 21817"/>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49" name="Rounded Rectangle"/>
          <p:cNvSpPr/>
          <p:nvPr/>
        </p:nvSpPr>
        <p:spPr>
          <a:xfrm>
            <a:off x="13961070" y="11278254"/>
            <a:ext cx="7699808" cy="193104"/>
          </a:xfrm>
          <a:prstGeom prst="roundRect">
            <a:avLst>
              <a:gd name="adj" fmla="val 21207"/>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0" name="Rounded Rectangle"/>
          <p:cNvSpPr/>
          <p:nvPr/>
        </p:nvSpPr>
        <p:spPr>
          <a:xfrm>
            <a:off x="13943722" y="11278254"/>
            <a:ext cx="4498895" cy="171941"/>
          </a:xfrm>
          <a:prstGeom prst="roundRect">
            <a:avLst>
              <a:gd name="adj" fmla="val 24452"/>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1" name="Shape"/>
          <p:cNvSpPr/>
          <p:nvPr/>
        </p:nvSpPr>
        <p:spPr>
          <a:xfrm>
            <a:off x="15983353" y="8992968"/>
            <a:ext cx="705231" cy="487385"/>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252" name="25%"/>
          <p:cNvSpPr txBox="1"/>
          <p:nvPr/>
        </p:nvSpPr>
        <p:spPr>
          <a:xfrm>
            <a:off x="15999273" y="8897745"/>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25%</a:t>
            </a:r>
          </a:p>
        </p:txBody>
      </p:sp>
      <p:sp>
        <p:nvSpPr>
          <p:cNvPr id="253" name="Shape"/>
          <p:cNvSpPr/>
          <p:nvPr/>
        </p:nvSpPr>
        <p:spPr>
          <a:xfrm rot="5400000">
            <a:off x="4322606" y="8503711"/>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4" name="Shape"/>
          <p:cNvSpPr/>
          <p:nvPr/>
        </p:nvSpPr>
        <p:spPr>
          <a:xfrm rot="16200000">
            <a:off x="2736627" y="9163223"/>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255" name="Shape"/>
          <p:cNvSpPr/>
          <p:nvPr/>
        </p:nvSpPr>
        <p:spPr>
          <a:xfrm rot="5400000">
            <a:off x="4322606" y="9619525"/>
            <a:ext cx="744534" cy="22454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6" name="Shape"/>
          <p:cNvSpPr/>
          <p:nvPr/>
        </p:nvSpPr>
        <p:spPr>
          <a:xfrm rot="16200000">
            <a:off x="2736627" y="10279038"/>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7" name="Shape"/>
          <p:cNvSpPr/>
          <p:nvPr/>
        </p:nvSpPr>
        <p:spPr>
          <a:xfrm rot="5400000">
            <a:off x="7733240" y="8512420"/>
            <a:ext cx="744534" cy="22454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58" name="Shape"/>
          <p:cNvSpPr/>
          <p:nvPr/>
        </p:nvSpPr>
        <p:spPr>
          <a:xfrm rot="16200000">
            <a:off x="6147261" y="9171933"/>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259" name="Shape"/>
          <p:cNvSpPr/>
          <p:nvPr/>
        </p:nvSpPr>
        <p:spPr>
          <a:xfrm>
            <a:off x="6432624" y="9440345"/>
            <a:ext cx="311461" cy="386435"/>
          </a:xfrm>
          <a:custGeom>
            <a:avLst/>
            <a:gdLst/>
            <a:ahLst/>
            <a:cxnLst>
              <a:cxn ang="0">
                <a:pos x="wd2" y="hd2"/>
              </a:cxn>
              <a:cxn ang="5400000">
                <a:pos x="wd2" y="hd2"/>
              </a:cxn>
              <a:cxn ang="10800000">
                <a:pos x="wd2" y="hd2"/>
              </a:cxn>
              <a:cxn ang="16200000">
                <a:pos x="wd2" y="hd2"/>
              </a:cxn>
            </a:cxnLst>
            <a:rect l="0" t="0" r="r" b="b"/>
            <a:pathLst>
              <a:path w="21600" h="20844" extrusionOk="0">
                <a:moveTo>
                  <a:pt x="13012" y="2070"/>
                </a:moveTo>
                <a:cubicBezTo>
                  <a:pt x="12492" y="3483"/>
                  <a:pt x="9889" y="4089"/>
                  <a:pt x="8848" y="5906"/>
                </a:cubicBezTo>
                <a:cubicBezTo>
                  <a:pt x="8848" y="3483"/>
                  <a:pt x="11971" y="2474"/>
                  <a:pt x="10930" y="1465"/>
                </a:cubicBezTo>
                <a:cubicBezTo>
                  <a:pt x="10410" y="1061"/>
                  <a:pt x="9629" y="859"/>
                  <a:pt x="8588" y="2272"/>
                </a:cubicBezTo>
                <a:cubicBezTo>
                  <a:pt x="7547" y="859"/>
                  <a:pt x="6506" y="1061"/>
                  <a:pt x="6246" y="1465"/>
                </a:cubicBezTo>
                <a:cubicBezTo>
                  <a:pt x="4945" y="2474"/>
                  <a:pt x="8067" y="3483"/>
                  <a:pt x="8067" y="5906"/>
                </a:cubicBezTo>
                <a:cubicBezTo>
                  <a:pt x="7027" y="4089"/>
                  <a:pt x="4424" y="3483"/>
                  <a:pt x="3904" y="2070"/>
                </a:cubicBezTo>
                <a:cubicBezTo>
                  <a:pt x="3383" y="51"/>
                  <a:pt x="7027" y="-756"/>
                  <a:pt x="8588" y="859"/>
                </a:cubicBezTo>
                <a:cubicBezTo>
                  <a:pt x="9889" y="-756"/>
                  <a:pt x="13533" y="51"/>
                  <a:pt x="13012" y="2070"/>
                </a:cubicBezTo>
                <a:close/>
                <a:moveTo>
                  <a:pt x="16916" y="20844"/>
                </a:moveTo>
                <a:cubicBezTo>
                  <a:pt x="0" y="20844"/>
                  <a:pt x="0" y="20844"/>
                  <a:pt x="0" y="20844"/>
                </a:cubicBezTo>
                <a:cubicBezTo>
                  <a:pt x="0" y="19229"/>
                  <a:pt x="0" y="19229"/>
                  <a:pt x="0" y="19229"/>
                </a:cubicBezTo>
                <a:cubicBezTo>
                  <a:pt x="16916" y="19229"/>
                  <a:pt x="16916" y="19229"/>
                  <a:pt x="16916" y="19229"/>
                </a:cubicBezTo>
                <a:lnTo>
                  <a:pt x="16916" y="20844"/>
                </a:lnTo>
                <a:close/>
                <a:moveTo>
                  <a:pt x="16395" y="6915"/>
                </a:moveTo>
                <a:cubicBezTo>
                  <a:pt x="781" y="6915"/>
                  <a:pt x="781" y="6915"/>
                  <a:pt x="781" y="6915"/>
                </a:cubicBezTo>
                <a:cubicBezTo>
                  <a:pt x="1041" y="12365"/>
                  <a:pt x="2863" y="15394"/>
                  <a:pt x="4945" y="18018"/>
                </a:cubicBezTo>
                <a:cubicBezTo>
                  <a:pt x="12231" y="18018"/>
                  <a:pt x="12231" y="18018"/>
                  <a:pt x="12231" y="18018"/>
                </a:cubicBezTo>
                <a:cubicBezTo>
                  <a:pt x="14053" y="15394"/>
                  <a:pt x="16135" y="12365"/>
                  <a:pt x="16395" y="6915"/>
                </a:cubicBezTo>
                <a:close/>
                <a:moveTo>
                  <a:pt x="14313" y="8328"/>
                </a:moveTo>
                <a:cubicBezTo>
                  <a:pt x="13793" y="11962"/>
                  <a:pt x="12492" y="14384"/>
                  <a:pt x="10930" y="16605"/>
                </a:cubicBezTo>
                <a:cubicBezTo>
                  <a:pt x="5986" y="16605"/>
                  <a:pt x="5986" y="16605"/>
                  <a:pt x="5986" y="16605"/>
                </a:cubicBezTo>
                <a:cubicBezTo>
                  <a:pt x="4164" y="13980"/>
                  <a:pt x="3123" y="11558"/>
                  <a:pt x="2863" y="8328"/>
                </a:cubicBezTo>
                <a:lnTo>
                  <a:pt x="14313" y="8328"/>
                </a:lnTo>
                <a:close/>
                <a:moveTo>
                  <a:pt x="17696" y="8328"/>
                </a:moveTo>
                <a:cubicBezTo>
                  <a:pt x="17696" y="8732"/>
                  <a:pt x="17696" y="9136"/>
                  <a:pt x="17696" y="9539"/>
                </a:cubicBezTo>
                <a:cubicBezTo>
                  <a:pt x="19518" y="9539"/>
                  <a:pt x="19518" y="9539"/>
                  <a:pt x="19518" y="9539"/>
                </a:cubicBezTo>
                <a:cubicBezTo>
                  <a:pt x="18998" y="10952"/>
                  <a:pt x="17957" y="12567"/>
                  <a:pt x="16395" y="13577"/>
                </a:cubicBezTo>
                <a:cubicBezTo>
                  <a:pt x="16135" y="14384"/>
                  <a:pt x="15875" y="14990"/>
                  <a:pt x="15354" y="15797"/>
                </a:cubicBezTo>
                <a:cubicBezTo>
                  <a:pt x="18998" y="14384"/>
                  <a:pt x="21340" y="10952"/>
                  <a:pt x="21600" y="8328"/>
                </a:cubicBezTo>
                <a:lnTo>
                  <a:pt x="17696" y="8328"/>
                </a:lnTo>
                <a:close/>
              </a:path>
            </a:pathLst>
          </a:custGeom>
          <a:solidFill>
            <a:schemeClr val="accent4">
              <a:lumOff val="58054"/>
            </a:schemeClr>
          </a:solidFill>
          <a:ln w="12700">
            <a:miter lim="400000"/>
          </a:ln>
        </p:spPr>
        <p:txBody>
          <a:bodyPr lIns="109727" tIns="109727" rIns="109727" bIns="109727"/>
          <a:lstStyle/>
          <a:p>
            <a:endParaRPr/>
          </a:p>
        </p:txBody>
      </p:sp>
      <p:sp>
        <p:nvSpPr>
          <p:cNvPr id="260" name="Shape"/>
          <p:cNvSpPr/>
          <p:nvPr/>
        </p:nvSpPr>
        <p:spPr>
          <a:xfrm rot="5400000">
            <a:off x="7733240" y="9661005"/>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61" name="Shape"/>
          <p:cNvSpPr/>
          <p:nvPr/>
        </p:nvSpPr>
        <p:spPr>
          <a:xfrm rot="16200000">
            <a:off x="6147261" y="10320518"/>
            <a:ext cx="744534" cy="92646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262" name="Shape"/>
          <p:cNvSpPr/>
          <p:nvPr/>
        </p:nvSpPr>
        <p:spPr>
          <a:xfrm>
            <a:off x="19805310" y="9837484"/>
            <a:ext cx="705231" cy="487386"/>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263" name="80%"/>
          <p:cNvSpPr txBox="1"/>
          <p:nvPr/>
        </p:nvSpPr>
        <p:spPr>
          <a:xfrm>
            <a:off x="19821230" y="9742261"/>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80%</a:t>
            </a:r>
          </a:p>
        </p:txBody>
      </p:sp>
      <p:sp>
        <p:nvSpPr>
          <p:cNvPr id="264" name="Shape"/>
          <p:cNvSpPr/>
          <p:nvPr/>
        </p:nvSpPr>
        <p:spPr>
          <a:xfrm>
            <a:off x="18241503" y="10735767"/>
            <a:ext cx="705232" cy="487386"/>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265" name="65%"/>
          <p:cNvSpPr txBox="1"/>
          <p:nvPr/>
        </p:nvSpPr>
        <p:spPr>
          <a:xfrm>
            <a:off x="18257423" y="10640544"/>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65%</a:t>
            </a:r>
          </a:p>
        </p:txBody>
      </p:sp>
      <p:sp>
        <p:nvSpPr>
          <p:cNvPr id="266" name="Shape"/>
          <p:cNvSpPr/>
          <p:nvPr/>
        </p:nvSpPr>
        <p:spPr>
          <a:xfrm>
            <a:off x="2907122" y="10529784"/>
            <a:ext cx="541010" cy="38643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cubicBezTo>
                  <a:pt x="6711" y="12960"/>
                  <a:pt x="6711" y="12960"/>
                  <a:pt x="6711" y="12960"/>
                </a:cubicBezTo>
                <a:cubicBezTo>
                  <a:pt x="6711" y="14976"/>
                  <a:pt x="6711" y="14976"/>
                  <a:pt x="6711" y="14976"/>
                </a:cubicBezTo>
                <a:cubicBezTo>
                  <a:pt x="0" y="14976"/>
                  <a:pt x="0" y="14976"/>
                  <a:pt x="0" y="14976"/>
                </a:cubicBezTo>
                <a:lnTo>
                  <a:pt x="0" y="12960"/>
                </a:lnTo>
                <a:close/>
                <a:moveTo>
                  <a:pt x="0" y="16128"/>
                </a:moveTo>
                <a:cubicBezTo>
                  <a:pt x="6711" y="16128"/>
                  <a:pt x="6711" y="16128"/>
                  <a:pt x="6711" y="16128"/>
                </a:cubicBezTo>
                <a:cubicBezTo>
                  <a:pt x="6711" y="18144"/>
                  <a:pt x="6711" y="18144"/>
                  <a:pt x="6711" y="18144"/>
                </a:cubicBezTo>
                <a:cubicBezTo>
                  <a:pt x="0" y="18144"/>
                  <a:pt x="0" y="18144"/>
                  <a:pt x="0" y="18144"/>
                </a:cubicBezTo>
                <a:lnTo>
                  <a:pt x="0" y="16128"/>
                </a:lnTo>
                <a:close/>
                <a:moveTo>
                  <a:pt x="0" y="9504"/>
                </a:moveTo>
                <a:cubicBezTo>
                  <a:pt x="6711" y="9504"/>
                  <a:pt x="6711" y="9504"/>
                  <a:pt x="6711" y="9504"/>
                </a:cubicBezTo>
                <a:cubicBezTo>
                  <a:pt x="6711" y="11808"/>
                  <a:pt x="6711" y="11808"/>
                  <a:pt x="6711" y="11808"/>
                </a:cubicBezTo>
                <a:cubicBezTo>
                  <a:pt x="0" y="11808"/>
                  <a:pt x="0" y="11808"/>
                  <a:pt x="0" y="11808"/>
                </a:cubicBezTo>
                <a:lnTo>
                  <a:pt x="0" y="9504"/>
                </a:lnTo>
                <a:close/>
                <a:moveTo>
                  <a:pt x="0" y="19296"/>
                </a:moveTo>
                <a:cubicBezTo>
                  <a:pt x="6711" y="19296"/>
                  <a:pt x="6711" y="19296"/>
                  <a:pt x="6711" y="19296"/>
                </a:cubicBezTo>
                <a:cubicBezTo>
                  <a:pt x="6711" y="21600"/>
                  <a:pt x="6711" y="21600"/>
                  <a:pt x="6711" y="21600"/>
                </a:cubicBezTo>
                <a:cubicBezTo>
                  <a:pt x="0" y="21600"/>
                  <a:pt x="0" y="21600"/>
                  <a:pt x="0" y="21600"/>
                </a:cubicBezTo>
                <a:lnTo>
                  <a:pt x="0" y="19296"/>
                </a:lnTo>
                <a:close/>
                <a:moveTo>
                  <a:pt x="13841" y="21600"/>
                </a:moveTo>
                <a:cubicBezTo>
                  <a:pt x="7759" y="21600"/>
                  <a:pt x="7759" y="21600"/>
                  <a:pt x="7759" y="21600"/>
                </a:cubicBezTo>
                <a:cubicBezTo>
                  <a:pt x="7759" y="19296"/>
                  <a:pt x="7759" y="19296"/>
                  <a:pt x="7759" y="19296"/>
                </a:cubicBezTo>
                <a:cubicBezTo>
                  <a:pt x="12583" y="19296"/>
                  <a:pt x="12583" y="19296"/>
                  <a:pt x="12583" y="19296"/>
                </a:cubicBezTo>
                <a:cubicBezTo>
                  <a:pt x="13002" y="20160"/>
                  <a:pt x="13421" y="20736"/>
                  <a:pt x="13841" y="21600"/>
                </a:cubicBezTo>
                <a:close/>
                <a:moveTo>
                  <a:pt x="14680" y="2016"/>
                </a:moveTo>
                <a:cubicBezTo>
                  <a:pt x="7759" y="2016"/>
                  <a:pt x="7759" y="2016"/>
                  <a:pt x="7759" y="2016"/>
                </a:cubicBezTo>
                <a:cubicBezTo>
                  <a:pt x="7759" y="0"/>
                  <a:pt x="7759" y="0"/>
                  <a:pt x="7759" y="0"/>
                </a:cubicBezTo>
                <a:cubicBezTo>
                  <a:pt x="14680" y="0"/>
                  <a:pt x="14680" y="0"/>
                  <a:pt x="14680" y="0"/>
                </a:cubicBezTo>
                <a:lnTo>
                  <a:pt x="14680" y="2016"/>
                </a:lnTo>
                <a:close/>
                <a:moveTo>
                  <a:pt x="12373" y="18144"/>
                </a:moveTo>
                <a:cubicBezTo>
                  <a:pt x="7759" y="18144"/>
                  <a:pt x="7759" y="18144"/>
                  <a:pt x="7759" y="18144"/>
                </a:cubicBezTo>
                <a:cubicBezTo>
                  <a:pt x="7759" y="16128"/>
                  <a:pt x="7759" y="16128"/>
                  <a:pt x="7759" y="16128"/>
                </a:cubicBezTo>
                <a:cubicBezTo>
                  <a:pt x="11953" y="16128"/>
                  <a:pt x="11953" y="16128"/>
                  <a:pt x="11953" y="16128"/>
                </a:cubicBezTo>
                <a:cubicBezTo>
                  <a:pt x="11953" y="16704"/>
                  <a:pt x="12163" y="17568"/>
                  <a:pt x="12373" y="18144"/>
                </a:cubicBezTo>
                <a:close/>
                <a:moveTo>
                  <a:pt x="14680" y="8640"/>
                </a:moveTo>
                <a:cubicBezTo>
                  <a:pt x="7759" y="8640"/>
                  <a:pt x="7759" y="8640"/>
                  <a:pt x="7759" y="8640"/>
                </a:cubicBezTo>
                <a:cubicBezTo>
                  <a:pt x="7759" y="6336"/>
                  <a:pt x="7759" y="6336"/>
                  <a:pt x="7759" y="6336"/>
                </a:cubicBezTo>
                <a:cubicBezTo>
                  <a:pt x="14680" y="6336"/>
                  <a:pt x="14680" y="6336"/>
                  <a:pt x="14680" y="6336"/>
                </a:cubicBezTo>
                <a:lnTo>
                  <a:pt x="14680" y="8640"/>
                </a:lnTo>
                <a:close/>
                <a:moveTo>
                  <a:pt x="14680" y="5184"/>
                </a:moveTo>
                <a:cubicBezTo>
                  <a:pt x="7759" y="5184"/>
                  <a:pt x="7759" y="5184"/>
                  <a:pt x="7759" y="5184"/>
                </a:cubicBezTo>
                <a:cubicBezTo>
                  <a:pt x="7759" y="3168"/>
                  <a:pt x="7759" y="3168"/>
                  <a:pt x="7759" y="3168"/>
                </a:cubicBezTo>
                <a:cubicBezTo>
                  <a:pt x="14680" y="3168"/>
                  <a:pt x="14680" y="3168"/>
                  <a:pt x="14680" y="3168"/>
                </a:cubicBezTo>
                <a:lnTo>
                  <a:pt x="14680" y="5184"/>
                </a:lnTo>
                <a:close/>
                <a:moveTo>
                  <a:pt x="13002" y="11808"/>
                </a:moveTo>
                <a:cubicBezTo>
                  <a:pt x="7759" y="11808"/>
                  <a:pt x="7759" y="11808"/>
                  <a:pt x="7759" y="11808"/>
                </a:cubicBezTo>
                <a:cubicBezTo>
                  <a:pt x="7759" y="9504"/>
                  <a:pt x="7759" y="9504"/>
                  <a:pt x="7759" y="9504"/>
                </a:cubicBezTo>
                <a:cubicBezTo>
                  <a:pt x="14680" y="9504"/>
                  <a:pt x="14680" y="9504"/>
                  <a:pt x="14680" y="9504"/>
                </a:cubicBezTo>
                <a:cubicBezTo>
                  <a:pt x="13841" y="10080"/>
                  <a:pt x="13421" y="10944"/>
                  <a:pt x="13002" y="11808"/>
                </a:cubicBezTo>
                <a:close/>
                <a:moveTo>
                  <a:pt x="11953" y="14976"/>
                </a:moveTo>
                <a:cubicBezTo>
                  <a:pt x="7759" y="14976"/>
                  <a:pt x="7759" y="14976"/>
                  <a:pt x="7759" y="14976"/>
                </a:cubicBezTo>
                <a:cubicBezTo>
                  <a:pt x="7759" y="12960"/>
                  <a:pt x="7759" y="12960"/>
                  <a:pt x="7759" y="12960"/>
                </a:cubicBezTo>
                <a:cubicBezTo>
                  <a:pt x="12583" y="12960"/>
                  <a:pt x="12583" y="12960"/>
                  <a:pt x="12583" y="12960"/>
                </a:cubicBezTo>
                <a:cubicBezTo>
                  <a:pt x="12373" y="13536"/>
                  <a:pt x="12163" y="14112"/>
                  <a:pt x="11953" y="14976"/>
                </a:cubicBezTo>
                <a:close/>
                <a:moveTo>
                  <a:pt x="17825" y="18432"/>
                </a:moveTo>
                <a:cubicBezTo>
                  <a:pt x="17825" y="19296"/>
                  <a:pt x="17825" y="19296"/>
                  <a:pt x="17825" y="19296"/>
                </a:cubicBezTo>
                <a:cubicBezTo>
                  <a:pt x="17196" y="19296"/>
                  <a:pt x="17196" y="19296"/>
                  <a:pt x="17196" y="19296"/>
                </a:cubicBezTo>
                <a:cubicBezTo>
                  <a:pt x="17196" y="18720"/>
                  <a:pt x="17196" y="18720"/>
                  <a:pt x="17196" y="18720"/>
                </a:cubicBezTo>
                <a:cubicBezTo>
                  <a:pt x="16777" y="18432"/>
                  <a:pt x="16357" y="18432"/>
                  <a:pt x="15938" y="18144"/>
                </a:cubicBezTo>
                <a:cubicBezTo>
                  <a:pt x="16148" y="16992"/>
                  <a:pt x="16148" y="16992"/>
                  <a:pt x="16148" y="16992"/>
                </a:cubicBezTo>
                <a:cubicBezTo>
                  <a:pt x="16567" y="17280"/>
                  <a:pt x="16986" y="17568"/>
                  <a:pt x="17196" y="17568"/>
                </a:cubicBezTo>
                <a:cubicBezTo>
                  <a:pt x="17406" y="17568"/>
                  <a:pt x="17406" y="17568"/>
                  <a:pt x="17616" y="17280"/>
                </a:cubicBezTo>
                <a:cubicBezTo>
                  <a:pt x="17825" y="17280"/>
                  <a:pt x="18035" y="16992"/>
                  <a:pt x="17616" y="16704"/>
                </a:cubicBezTo>
                <a:cubicBezTo>
                  <a:pt x="17196" y="16416"/>
                  <a:pt x="16148" y="16128"/>
                  <a:pt x="16148" y="14976"/>
                </a:cubicBezTo>
                <a:cubicBezTo>
                  <a:pt x="16148" y="14400"/>
                  <a:pt x="16357" y="13536"/>
                  <a:pt x="17196" y="13248"/>
                </a:cubicBezTo>
                <a:cubicBezTo>
                  <a:pt x="17196" y="12672"/>
                  <a:pt x="17196" y="12672"/>
                  <a:pt x="17196" y="12672"/>
                </a:cubicBezTo>
                <a:cubicBezTo>
                  <a:pt x="17825" y="12672"/>
                  <a:pt x="17825" y="12672"/>
                  <a:pt x="17825" y="12672"/>
                </a:cubicBezTo>
                <a:cubicBezTo>
                  <a:pt x="17825" y="13248"/>
                  <a:pt x="17825" y="13248"/>
                  <a:pt x="17825" y="13248"/>
                </a:cubicBezTo>
                <a:cubicBezTo>
                  <a:pt x="18035" y="13248"/>
                  <a:pt x="18454" y="13248"/>
                  <a:pt x="18664" y="13536"/>
                </a:cubicBezTo>
                <a:cubicBezTo>
                  <a:pt x="18664" y="13824"/>
                  <a:pt x="18454" y="14688"/>
                  <a:pt x="18454" y="14688"/>
                </a:cubicBezTo>
                <a:cubicBezTo>
                  <a:pt x="18245" y="14400"/>
                  <a:pt x="18035" y="14400"/>
                  <a:pt x="17616" y="14400"/>
                </a:cubicBezTo>
                <a:cubicBezTo>
                  <a:pt x="17616" y="14400"/>
                  <a:pt x="17616" y="14400"/>
                  <a:pt x="17616" y="14400"/>
                </a:cubicBezTo>
                <a:cubicBezTo>
                  <a:pt x="16986" y="14400"/>
                  <a:pt x="16986" y="14976"/>
                  <a:pt x="17406" y="14976"/>
                </a:cubicBezTo>
                <a:cubicBezTo>
                  <a:pt x="18035" y="15552"/>
                  <a:pt x="18874" y="15840"/>
                  <a:pt x="18874" y="16992"/>
                </a:cubicBezTo>
                <a:cubicBezTo>
                  <a:pt x="18874" y="17856"/>
                  <a:pt x="18454" y="18432"/>
                  <a:pt x="17825" y="18432"/>
                </a:cubicBezTo>
                <a:cubicBezTo>
                  <a:pt x="17825" y="18432"/>
                  <a:pt x="17825" y="18432"/>
                  <a:pt x="17825" y="18432"/>
                </a:cubicBezTo>
                <a:close/>
                <a:moveTo>
                  <a:pt x="17406" y="10368"/>
                </a:moveTo>
                <a:cubicBezTo>
                  <a:pt x="15099" y="10368"/>
                  <a:pt x="13421" y="12672"/>
                  <a:pt x="13421" y="15840"/>
                </a:cubicBezTo>
                <a:cubicBezTo>
                  <a:pt x="13421" y="19008"/>
                  <a:pt x="15099" y="21600"/>
                  <a:pt x="17406" y="21600"/>
                </a:cubicBezTo>
                <a:cubicBezTo>
                  <a:pt x="19713" y="21600"/>
                  <a:pt x="21600" y="19008"/>
                  <a:pt x="21600" y="15840"/>
                </a:cubicBezTo>
                <a:cubicBezTo>
                  <a:pt x="21600" y="12672"/>
                  <a:pt x="19713" y="10368"/>
                  <a:pt x="17406" y="10368"/>
                </a:cubicBezTo>
                <a:close/>
              </a:path>
            </a:pathLst>
          </a:custGeom>
          <a:solidFill>
            <a:schemeClr val="accent4">
              <a:lumOff val="58054"/>
            </a:schemeClr>
          </a:solidFill>
          <a:ln w="25400">
            <a:miter lim="400000"/>
          </a:ln>
        </p:spPr>
        <p:txBody>
          <a:bodyPr lIns="109727" tIns="109727" rIns="109727" bIns="109727"/>
          <a:lstStyle/>
          <a:p>
            <a:endParaRPr/>
          </a:p>
        </p:txBody>
      </p:sp>
      <p:sp>
        <p:nvSpPr>
          <p:cNvPr id="267" name="Shape"/>
          <p:cNvSpPr/>
          <p:nvPr/>
        </p:nvSpPr>
        <p:spPr>
          <a:xfrm>
            <a:off x="3058098" y="9442725"/>
            <a:ext cx="253993" cy="359824"/>
          </a:xfrm>
          <a:custGeom>
            <a:avLst/>
            <a:gdLst/>
            <a:ahLst/>
            <a:cxnLst>
              <a:cxn ang="0">
                <a:pos x="wd2" y="hd2"/>
              </a:cxn>
              <a:cxn ang="5400000">
                <a:pos x="wd2" y="hd2"/>
              </a:cxn>
              <a:cxn ang="10800000">
                <a:pos x="wd2" y="hd2"/>
              </a:cxn>
              <a:cxn ang="16200000">
                <a:pos x="wd2" y="hd2"/>
              </a:cxn>
            </a:cxnLst>
            <a:rect l="0" t="0" r="r" b="b"/>
            <a:pathLst>
              <a:path w="21600" h="21600" extrusionOk="0">
                <a:moveTo>
                  <a:pt x="15300" y="10905"/>
                </a:moveTo>
                <a:cubicBezTo>
                  <a:pt x="15300" y="21600"/>
                  <a:pt x="15300" y="21600"/>
                  <a:pt x="15300" y="21600"/>
                </a:cubicBezTo>
                <a:cubicBezTo>
                  <a:pt x="7500" y="16986"/>
                  <a:pt x="7500" y="16986"/>
                  <a:pt x="7500" y="16986"/>
                </a:cubicBezTo>
                <a:cubicBezTo>
                  <a:pt x="0" y="21600"/>
                  <a:pt x="0" y="21600"/>
                  <a:pt x="0" y="21600"/>
                </a:cubicBezTo>
                <a:cubicBezTo>
                  <a:pt x="0" y="0"/>
                  <a:pt x="0" y="0"/>
                  <a:pt x="0" y="0"/>
                </a:cubicBezTo>
                <a:cubicBezTo>
                  <a:pt x="10200" y="0"/>
                  <a:pt x="10200" y="0"/>
                  <a:pt x="10200" y="0"/>
                </a:cubicBezTo>
                <a:cubicBezTo>
                  <a:pt x="7800" y="1049"/>
                  <a:pt x="6600" y="2936"/>
                  <a:pt x="6600" y="4823"/>
                </a:cubicBezTo>
                <a:cubicBezTo>
                  <a:pt x="6600" y="8179"/>
                  <a:pt x="10500" y="10905"/>
                  <a:pt x="15300" y="10905"/>
                </a:cubicBezTo>
                <a:close/>
                <a:moveTo>
                  <a:pt x="18900" y="5662"/>
                </a:moveTo>
                <a:cubicBezTo>
                  <a:pt x="16200" y="5662"/>
                  <a:pt x="16200" y="5662"/>
                  <a:pt x="16200" y="5662"/>
                </a:cubicBezTo>
                <a:cubicBezTo>
                  <a:pt x="16200" y="7550"/>
                  <a:pt x="16200" y="7550"/>
                  <a:pt x="16200" y="7550"/>
                </a:cubicBezTo>
                <a:cubicBezTo>
                  <a:pt x="14100" y="7550"/>
                  <a:pt x="14100" y="7550"/>
                  <a:pt x="14100" y="7550"/>
                </a:cubicBezTo>
                <a:cubicBezTo>
                  <a:pt x="14100" y="5662"/>
                  <a:pt x="14100" y="5662"/>
                  <a:pt x="14100" y="5662"/>
                </a:cubicBezTo>
                <a:cubicBezTo>
                  <a:pt x="11400" y="5662"/>
                  <a:pt x="11400" y="5662"/>
                  <a:pt x="11400" y="5662"/>
                </a:cubicBezTo>
                <a:cubicBezTo>
                  <a:pt x="11400" y="4194"/>
                  <a:pt x="11400" y="4194"/>
                  <a:pt x="11400" y="4194"/>
                </a:cubicBezTo>
                <a:cubicBezTo>
                  <a:pt x="14100" y="4194"/>
                  <a:pt x="14100" y="4194"/>
                  <a:pt x="14100" y="4194"/>
                </a:cubicBezTo>
                <a:cubicBezTo>
                  <a:pt x="14100" y="2307"/>
                  <a:pt x="14100" y="2307"/>
                  <a:pt x="14100" y="2307"/>
                </a:cubicBezTo>
                <a:cubicBezTo>
                  <a:pt x="16200" y="2307"/>
                  <a:pt x="16200" y="2307"/>
                  <a:pt x="16200" y="2307"/>
                </a:cubicBezTo>
                <a:cubicBezTo>
                  <a:pt x="16200" y="4194"/>
                  <a:pt x="16200" y="4194"/>
                  <a:pt x="16200" y="4194"/>
                </a:cubicBezTo>
                <a:cubicBezTo>
                  <a:pt x="18900" y="4194"/>
                  <a:pt x="18900" y="4194"/>
                  <a:pt x="18900" y="4194"/>
                </a:cubicBezTo>
                <a:lnTo>
                  <a:pt x="18900" y="5662"/>
                </a:lnTo>
                <a:close/>
                <a:moveTo>
                  <a:pt x="15000" y="419"/>
                </a:moveTo>
                <a:cubicBezTo>
                  <a:pt x="11700" y="419"/>
                  <a:pt x="8700" y="2517"/>
                  <a:pt x="8700" y="4823"/>
                </a:cubicBezTo>
                <a:cubicBezTo>
                  <a:pt x="8700" y="7340"/>
                  <a:pt x="11700" y="9437"/>
                  <a:pt x="15000" y="9437"/>
                </a:cubicBezTo>
                <a:cubicBezTo>
                  <a:pt x="18600" y="9437"/>
                  <a:pt x="21600" y="7340"/>
                  <a:pt x="21600" y="4823"/>
                </a:cubicBezTo>
                <a:cubicBezTo>
                  <a:pt x="21600" y="2517"/>
                  <a:pt x="18600" y="419"/>
                  <a:pt x="15000" y="419"/>
                </a:cubicBezTo>
                <a:close/>
              </a:path>
            </a:pathLst>
          </a:custGeom>
          <a:solidFill>
            <a:schemeClr val="accent4">
              <a:lumOff val="58054"/>
            </a:schemeClr>
          </a:solidFill>
          <a:ln w="12700">
            <a:miter lim="400000"/>
          </a:ln>
        </p:spPr>
        <p:txBody>
          <a:bodyPr lIns="109727" tIns="109727" rIns="109727" bIns="109727"/>
          <a:lstStyle/>
          <a:p>
            <a:endParaRPr/>
          </a:p>
        </p:txBody>
      </p:sp>
      <p:sp>
        <p:nvSpPr>
          <p:cNvPr id="268" name="Sara“The Sale Guru”"/>
          <p:cNvSpPr txBox="1"/>
          <p:nvPr/>
        </p:nvSpPr>
        <p:spPr>
          <a:xfrm>
            <a:off x="11316093" y="4243935"/>
            <a:ext cx="3592712"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r">
              <a:defRPr sz="3800">
                <a:solidFill>
                  <a:srgbClr val="535353"/>
                </a:solidFill>
                <a:latin typeface="Avenir Heavy"/>
                <a:ea typeface="Avenir Heavy"/>
                <a:cs typeface="Avenir Heavy"/>
                <a:sym typeface="Avenir Heavy"/>
              </a:defRPr>
            </a:pPr>
            <a:r>
              <a:rPr>
                <a:latin typeface="PT Sans Narrow" charset="-52"/>
                <a:ea typeface="PT Sans Narrow" charset="-52"/>
                <a:cs typeface="PT Sans Narrow" charset="-52"/>
              </a:rPr>
              <a:t>Sara</a:t>
            </a:r>
            <a:r>
              <a:rPr>
                <a:latin typeface="PT Sans Narrow" charset="-52"/>
                <a:ea typeface="PT Sans Narrow" charset="-52"/>
                <a:cs typeface="PT Sans Narrow" charset="-52"/>
                <a:sym typeface="Avenir Book Oblique"/>
              </a:rPr>
              <a:t>“The Sale Guru”</a:t>
            </a:r>
          </a:p>
        </p:txBody>
      </p:sp>
      <p:sp>
        <p:nvSpPr>
          <p:cNvPr id="269" name="Track and measure sales."/>
          <p:cNvSpPr txBox="1"/>
          <p:nvPr/>
        </p:nvSpPr>
        <p:spPr>
          <a:xfrm>
            <a:off x="16131316" y="4445280"/>
            <a:ext cx="7249364" cy="5877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sz="2400" dirty="0"/>
              <a:t>Track and measure sales.</a:t>
            </a:r>
          </a:p>
        </p:txBody>
      </p:sp>
      <p:sp>
        <p:nvSpPr>
          <p:cNvPr id="270" name="Goals"/>
          <p:cNvSpPr txBox="1"/>
          <p:nvPr/>
        </p:nvSpPr>
        <p:spPr>
          <a:xfrm>
            <a:off x="15514802" y="3433950"/>
            <a:ext cx="1173782" cy="806373"/>
          </a:xfrm>
          <a:prstGeom prst="rect">
            <a:avLst/>
          </a:prstGeom>
          <a:noFill/>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Goals</a:t>
            </a:r>
          </a:p>
        </p:txBody>
      </p:sp>
      <p:sp>
        <p:nvSpPr>
          <p:cNvPr id="271" name="Shape"/>
          <p:cNvSpPr/>
          <p:nvPr/>
        </p:nvSpPr>
        <p:spPr>
          <a:xfrm>
            <a:off x="15692555" y="4400191"/>
            <a:ext cx="449358"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272" name="Shape"/>
          <p:cNvSpPr/>
          <p:nvPr/>
        </p:nvSpPr>
        <p:spPr>
          <a:xfrm>
            <a:off x="15681724" y="5127461"/>
            <a:ext cx="449359"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273" name="Shape"/>
          <p:cNvSpPr/>
          <p:nvPr/>
        </p:nvSpPr>
        <p:spPr>
          <a:xfrm>
            <a:off x="15681724" y="5828344"/>
            <a:ext cx="449359"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274" name="Follow up with customers and leads."/>
          <p:cNvSpPr txBox="1"/>
          <p:nvPr/>
        </p:nvSpPr>
        <p:spPr>
          <a:xfrm>
            <a:off x="16131316" y="5119925"/>
            <a:ext cx="7249364" cy="5877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sz="2400" dirty="0"/>
              <a:t>Follow up with customers and leads.</a:t>
            </a:r>
          </a:p>
        </p:txBody>
      </p:sp>
      <p:sp>
        <p:nvSpPr>
          <p:cNvPr id="275" name="Develop and progress in career."/>
          <p:cNvSpPr txBox="1"/>
          <p:nvPr/>
        </p:nvSpPr>
        <p:spPr>
          <a:xfrm>
            <a:off x="16131316" y="5796594"/>
            <a:ext cx="7249364" cy="553996"/>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lang="en-US" sz="2400" dirty="0"/>
              <a:t>Create sales reports</a:t>
            </a:r>
            <a:r>
              <a:rPr sz="2400" dirty="0"/>
              <a:t>.</a:t>
            </a:r>
          </a:p>
        </p:txBody>
      </p:sp>
      <p:sp>
        <p:nvSpPr>
          <p:cNvPr id="276" name="Shape"/>
          <p:cNvSpPr/>
          <p:nvPr/>
        </p:nvSpPr>
        <p:spPr>
          <a:xfrm>
            <a:off x="6353500" y="10563073"/>
            <a:ext cx="449358" cy="446228"/>
          </a:xfrm>
          <a:custGeom>
            <a:avLst/>
            <a:gdLst/>
            <a:ahLst/>
            <a:cxnLst>
              <a:cxn ang="0">
                <a:pos x="wd2" y="hd2"/>
              </a:cxn>
              <a:cxn ang="5400000">
                <a:pos x="wd2" y="hd2"/>
              </a:cxn>
              <a:cxn ang="10800000">
                <a:pos x="wd2" y="hd2"/>
              </a:cxn>
              <a:cxn ang="16200000">
                <a:pos x="wd2" y="hd2"/>
              </a:cxn>
            </a:cxnLst>
            <a:rect l="0" t="0" r="r" b="b"/>
            <a:pathLst>
              <a:path w="21600" h="21600" extrusionOk="0">
                <a:moveTo>
                  <a:pt x="19616" y="15309"/>
                </a:moveTo>
                <a:cubicBezTo>
                  <a:pt x="17853" y="15309"/>
                  <a:pt x="17853" y="15309"/>
                  <a:pt x="17853" y="15309"/>
                </a:cubicBezTo>
                <a:cubicBezTo>
                  <a:pt x="17853" y="13212"/>
                  <a:pt x="16751" y="12792"/>
                  <a:pt x="14988" y="12373"/>
                </a:cubicBezTo>
                <a:cubicBezTo>
                  <a:pt x="13665" y="12163"/>
                  <a:pt x="11902" y="11744"/>
                  <a:pt x="10800" y="10066"/>
                </a:cubicBezTo>
                <a:cubicBezTo>
                  <a:pt x="9698" y="11744"/>
                  <a:pt x="7935" y="12163"/>
                  <a:pt x="6612" y="12373"/>
                </a:cubicBezTo>
                <a:cubicBezTo>
                  <a:pt x="4849" y="12792"/>
                  <a:pt x="3747" y="13212"/>
                  <a:pt x="3747" y="15309"/>
                </a:cubicBezTo>
                <a:cubicBezTo>
                  <a:pt x="1984" y="15309"/>
                  <a:pt x="1984" y="15309"/>
                  <a:pt x="1984" y="15309"/>
                </a:cubicBezTo>
                <a:cubicBezTo>
                  <a:pt x="1984" y="11953"/>
                  <a:pt x="4408" y="11324"/>
                  <a:pt x="6171" y="10905"/>
                </a:cubicBezTo>
                <a:cubicBezTo>
                  <a:pt x="8376" y="10276"/>
                  <a:pt x="9918" y="9856"/>
                  <a:pt x="9918" y="6291"/>
                </a:cubicBezTo>
                <a:cubicBezTo>
                  <a:pt x="11682" y="6291"/>
                  <a:pt x="11682" y="6291"/>
                  <a:pt x="11682" y="6291"/>
                </a:cubicBezTo>
                <a:cubicBezTo>
                  <a:pt x="11682" y="10066"/>
                  <a:pt x="13224" y="10485"/>
                  <a:pt x="15429" y="10905"/>
                </a:cubicBezTo>
                <a:cubicBezTo>
                  <a:pt x="17192" y="11324"/>
                  <a:pt x="19616" y="11953"/>
                  <a:pt x="19616" y="15309"/>
                </a:cubicBezTo>
                <a:close/>
                <a:moveTo>
                  <a:pt x="13665" y="16357"/>
                </a:moveTo>
                <a:cubicBezTo>
                  <a:pt x="7935" y="16357"/>
                  <a:pt x="7935" y="16357"/>
                  <a:pt x="7935" y="16357"/>
                </a:cubicBezTo>
                <a:cubicBezTo>
                  <a:pt x="7935" y="21600"/>
                  <a:pt x="7935" y="21600"/>
                  <a:pt x="7935" y="21600"/>
                </a:cubicBezTo>
                <a:cubicBezTo>
                  <a:pt x="13665" y="21600"/>
                  <a:pt x="13665" y="21600"/>
                  <a:pt x="13665" y="21600"/>
                </a:cubicBezTo>
                <a:lnTo>
                  <a:pt x="13665" y="16357"/>
                </a:lnTo>
                <a:close/>
                <a:moveTo>
                  <a:pt x="21600" y="16357"/>
                </a:moveTo>
                <a:cubicBezTo>
                  <a:pt x="15869" y="16357"/>
                  <a:pt x="15869" y="16357"/>
                  <a:pt x="15869" y="16357"/>
                </a:cubicBezTo>
                <a:cubicBezTo>
                  <a:pt x="15869" y="21600"/>
                  <a:pt x="15869" y="21600"/>
                  <a:pt x="15869" y="21600"/>
                </a:cubicBezTo>
                <a:cubicBezTo>
                  <a:pt x="21600" y="21600"/>
                  <a:pt x="21600" y="21600"/>
                  <a:pt x="21600" y="21600"/>
                </a:cubicBezTo>
                <a:lnTo>
                  <a:pt x="21600" y="16357"/>
                </a:lnTo>
                <a:close/>
                <a:moveTo>
                  <a:pt x="5731" y="16357"/>
                </a:moveTo>
                <a:cubicBezTo>
                  <a:pt x="0" y="16357"/>
                  <a:pt x="0" y="16357"/>
                  <a:pt x="0" y="16357"/>
                </a:cubicBezTo>
                <a:cubicBezTo>
                  <a:pt x="0" y="21600"/>
                  <a:pt x="0" y="21600"/>
                  <a:pt x="0" y="21600"/>
                </a:cubicBezTo>
                <a:cubicBezTo>
                  <a:pt x="5731" y="21600"/>
                  <a:pt x="5731" y="21600"/>
                  <a:pt x="5731" y="21600"/>
                </a:cubicBezTo>
                <a:lnTo>
                  <a:pt x="5731" y="16357"/>
                </a:lnTo>
                <a:close/>
                <a:moveTo>
                  <a:pt x="14547" y="0"/>
                </a:moveTo>
                <a:cubicBezTo>
                  <a:pt x="6833" y="0"/>
                  <a:pt x="6833" y="0"/>
                  <a:pt x="6833" y="0"/>
                </a:cubicBezTo>
                <a:cubicBezTo>
                  <a:pt x="6833" y="5243"/>
                  <a:pt x="6833" y="5243"/>
                  <a:pt x="6833" y="5243"/>
                </a:cubicBezTo>
                <a:cubicBezTo>
                  <a:pt x="14547" y="5243"/>
                  <a:pt x="14547" y="5243"/>
                  <a:pt x="14547" y="5243"/>
                </a:cubicBezTo>
                <a:lnTo>
                  <a:pt x="14547" y="0"/>
                </a:lnTo>
                <a:close/>
                <a:moveTo>
                  <a:pt x="13004" y="1678"/>
                </a:moveTo>
                <a:cubicBezTo>
                  <a:pt x="13004" y="3775"/>
                  <a:pt x="13004" y="3775"/>
                  <a:pt x="13004" y="3775"/>
                </a:cubicBezTo>
                <a:cubicBezTo>
                  <a:pt x="8596" y="3775"/>
                  <a:pt x="8596" y="3775"/>
                  <a:pt x="8596" y="3775"/>
                </a:cubicBezTo>
                <a:cubicBezTo>
                  <a:pt x="8596" y="1678"/>
                  <a:pt x="8596" y="1678"/>
                  <a:pt x="8596" y="1678"/>
                </a:cubicBezTo>
                <a:lnTo>
                  <a:pt x="13004" y="1678"/>
                </a:lnTo>
                <a:close/>
              </a:path>
            </a:pathLst>
          </a:custGeom>
          <a:solidFill>
            <a:schemeClr val="accent4">
              <a:lumOff val="58054"/>
            </a:schemeClr>
          </a:solidFill>
          <a:ln w="12700">
            <a:miter lim="400000"/>
          </a:ln>
        </p:spPr>
        <p:txBody>
          <a:bodyPr lIns="109727" tIns="109727" rIns="109727" bIns="109727"/>
          <a:lstStyle/>
          <a:p>
            <a:endParaRPr/>
          </a:p>
        </p:txBody>
      </p:sp>
      <p:sp>
        <p:nvSpPr>
          <p:cNvPr id="277" name="Prestige"/>
          <p:cNvSpPr txBox="1"/>
          <p:nvPr/>
        </p:nvSpPr>
        <p:spPr>
          <a:xfrm>
            <a:off x="3632874" y="9326399"/>
            <a:ext cx="1396892"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Prestige</a:t>
            </a:r>
          </a:p>
        </p:txBody>
      </p:sp>
      <p:sp>
        <p:nvSpPr>
          <p:cNvPr id="278" name="Financial"/>
          <p:cNvSpPr txBox="1"/>
          <p:nvPr/>
        </p:nvSpPr>
        <p:spPr>
          <a:xfrm>
            <a:off x="3661412" y="10454914"/>
            <a:ext cx="1502777"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Financial</a:t>
            </a:r>
          </a:p>
        </p:txBody>
      </p:sp>
      <p:sp>
        <p:nvSpPr>
          <p:cNvPr id="279" name="Growth"/>
          <p:cNvSpPr txBox="1"/>
          <p:nvPr/>
        </p:nvSpPr>
        <p:spPr>
          <a:xfrm>
            <a:off x="7043659" y="9347809"/>
            <a:ext cx="1255506"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latin typeface="+mj-lt"/>
                <a:ea typeface="+mj-ea"/>
                <a:cs typeface="+mj-cs"/>
                <a:sym typeface="Helvetica"/>
              </a:defRPr>
            </a:lvl1pPr>
          </a:lstStyle>
          <a:p>
            <a:r>
              <a:t>Growth</a:t>
            </a:r>
          </a:p>
        </p:txBody>
      </p:sp>
      <p:sp>
        <p:nvSpPr>
          <p:cNvPr id="280" name="Connections"/>
          <p:cNvSpPr txBox="1"/>
          <p:nvPr/>
        </p:nvSpPr>
        <p:spPr>
          <a:xfrm>
            <a:off x="7053717" y="10483525"/>
            <a:ext cx="1997166"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Connections</a:t>
            </a:r>
          </a:p>
        </p:txBody>
      </p:sp>
      <p:sp>
        <p:nvSpPr>
          <p:cNvPr id="281" name="Shape"/>
          <p:cNvSpPr/>
          <p:nvPr/>
        </p:nvSpPr>
        <p:spPr>
          <a:xfrm>
            <a:off x="12226746" y="5325486"/>
            <a:ext cx="1865377" cy="1865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rgbClr val="243646"/>
          </a:solidFill>
          <a:ln w="12700">
            <a:miter lim="400000"/>
          </a:ln>
        </p:spPr>
        <p:txBody>
          <a:bodyPr lIns="109727" tIns="109727" rIns="109727" bIns="109727" anchor="ctr"/>
          <a:lstStyle/>
          <a:p>
            <a:pPr algn="ctr"/>
            <a:endParaRPr/>
          </a:p>
        </p:txBody>
      </p:sp>
      <p:sp>
        <p:nvSpPr>
          <p:cNvPr id="282" name="Shape"/>
          <p:cNvSpPr/>
          <p:nvPr/>
        </p:nvSpPr>
        <p:spPr>
          <a:xfrm rot="16200000">
            <a:off x="10282753" y="5334609"/>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rgbClr val="F86A37"/>
          </a:solidFill>
          <a:ln w="25400">
            <a:miter lim="400000"/>
          </a:ln>
        </p:spPr>
        <p:txBody>
          <a:bodyPr lIns="109727" tIns="109727" rIns="109727" bIns="109727" anchor="ctr"/>
          <a:lstStyle/>
          <a:p>
            <a:endParaRPr/>
          </a:p>
        </p:txBody>
      </p:sp>
      <p:sp>
        <p:nvSpPr>
          <p:cNvPr id="283" name="Shape"/>
          <p:cNvSpPr/>
          <p:nvPr/>
        </p:nvSpPr>
        <p:spPr>
          <a:xfrm rot="10800000">
            <a:off x="10291875" y="7263034"/>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chemeClr val="accent3"/>
          </a:solidFill>
          <a:ln w="12700">
            <a:miter lim="400000"/>
          </a:ln>
        </p:spPr>
        <p:txBody>
          <a:bodyPr lIns="109727" tIns="109727" rIns="109727" bIns="109727" anchor="ctr"/>
          <a:lstStyle/>
          <a:p>
            <a:pPr algn="ctr"/>
            <a:endParaRPr/>
          </a:p>
        </p:txBody>
      </p:sp>
      <p:sp>
        <p:nvSpPr>
          <p:cNvPr id="284" name="Shape"/>
          <p:cNvSpPr/>
          <p:nvPr/>
        </p:nvSpPr>
        <p:spPr>
          <a:xfrm rot="5400000">
            <a:off x="12235868" y="7253911"/>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chemeClr val="accent3">
              <a:lumOff val="25098"/>
            </a:schemeClr>
          </a:solidFill>
          <a:ln w="12700">
            <a:miter lim="400000"/>
          </a:ln>
        </p:spPr>
        <p:txBody>
          <a:bodyPr lIns="109727" tIns="109727" rIns="109727" bIns="109727" anchor="ctr"/>
          <a:lstStyle/>
          <a:p>
            <a:pPr algn="ctr"/>
            <a:endParaRPr/>
          </a:p>
        </p:txBody>
      </p:sp>
      <p:sp>
        <p:nvSpPr>
          <p:cNvPr id="285" name="Rectangle"/>
          <p:cNvSpPr/>
          <p:nvPr/>
        </p:nvSpPr>
        <p:spPr>
          <a:xfrm>
            <a:off x="2752295" y="7253006"/>
            <a:ext cx="7910827" cy="446229"/>
          </a:xfrm>
          <a:prstGeom prst="rect">
            <a:avLst/>
          </a:prstGeom>
          <a:solidFill>
            <a:schemeClr val="accent3"/>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286" name="Shape"/>
          <p:cNvSpPr/>
          <p:nvPr/>
        </p:nvSpPr>
        <p:spPr>
          <a:xfrm rot="16200000">
            <a:off x="2801334" y="6780645"/>
            <a:ext cx="760096" cy="858165"/>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chemeClr val="accent4">
              <a:lumOff val="58054"/>
            </a:schemeClr>
          </a:solidFill>
          <a:ln w="12700">
            <a:miter lim="400000"/>
          </a:ln>
        </p:spPr>
        <p:txBody>
          <a:bodyPr lIns="109727" tIns="109727" rIns="109727" bIns="109727"/>
          <a:lstStyle/>
          <a:p>
            <a:endParaRPr/>
          </a:p>
        </p:txBody>
      </p:sp>
      <p:sp>
        <p:nvSpPr>
          <p:cNvPr id="287" name="Oval"/>
          <p:cNvSpPr/>
          <p:nvPr/>
        </p:nvSpPr>
        <p:spPr>
          <a:xfrm>
            <a:off x="10934467" y="5726025"/>
            <a:ext cx="2484598" cy="2843446"/>
          </a:xfrm>
          <a:prstGeom prst="ellipse">
            <a:avLst/>
          </a:prstGeom>
          <a:blipFill>
            <a:blip r:embed="rId3"/>
            <a:stretch>
              <a:fillRect/>
            </a:stretch>
          </a:blipFill>
          <a:ln w="12700">
            <a:miter lim="400000"/>
          </a:ln>
        </p:spPr>
        <p:txBody>
          <a:bodyPr lIns="109727" tIns="109727" rIns="109727" bIns="109727" anchor="ctr"/>
          <a:lstStyle/>
          <a:p>
            <a:endParaRPr/>
          </a:p>
        </p:txBody>
      </p:sp>
      <p:grpSp>
        <p:nvGrpSpPr>
          <p:cNvPr id="303" name="Group"/>
          <p:cNvGrpSpPr/>
          <p:nvPr/>
        </p:nvGrpSpPr>
        <p:grpSpPr>
          <a:xfrm>
            <a:off x="6256502" y="3750166"/>
            <a:ext cx="2829820" cy="2569828"/>
            <a:chOff x="0" y="0"/>
            <a:chExt cx="2829819" cy="2569826"/>
          </a:xfrm>
          <a:solidFill>
            <a:srgbClr val="243646"/>
          </a:solidFill>
        </p:grpSpPr>
        <p:sp>
          <p:nvSpPr>
            <p:cNvPr id="288" name="Shape"/>
            <p:cNvSpPr/>
            <p:nvPr/>
          </p:nvSpPr>
          <p:spPr>
            <a:xfrm>
              <a:off x="1908606" y="2420237"/>
              <a:ext cx="59837" cy="29919"/>
            </a:xfrm>
            <a:custGeom>
              <a:avLst/>
              <a:gdLst/>
              <a:ahLst/>
              <a:cxnLst>
                <a:cxn ang="0">
                  <a:pos x="wd2" y="hd2"/>
                </a:cxn>
                <a:cxn ang="5400000">
                  <a:pos x="wd2" y="hd2"/>
                </a:cxn>
                <a:cxn ang="10800000">
                  <a:pos x="wd2" y="hd2"/>
                </a:cxn>
                <a:cxn ang="16200000">
                  <a:pos x="wd2" y="hd2"/>
                </a:cxn>
              </a:cxnLst>
              <a:rect l="0" t="0" r="r" b="b"/>
              <a:pathLst>
                <a:path w="21600" h="21600" extrusionOk="0">
                  <a:moveTo>
                    <a:pt x="21600" y="8640"/>
                  </a:moveTo>
                  <a:cubicBezTo>
                    <a:pt x="19326" y="4320"/>
                    <a:pt x="15916" y="8640"/>
                    <a:pt x="11368" y="4320"/>
                  </a:cubicBezTo>
                  <a:cubicBezTo>
                    <a:pt x="10232" y="2160"/>
                    <a:pt x="9095" y="0"/>
                    <a:pt x="6821" y="0"/>
                  </a:cubicBezTo>
                  <a:cubicBezTo>
                    <a:pt x="6821" y="0"/>
                    <a:pt x="6821" y="0"/>
                    <a:pt x="6821" y="0"/>
                  </a:cubicBezTo>
                  <a:cubicBezTo>
                    <a:pt x="5684" y="0"/>
                    <a:pt x="3411" y="4320"/>
                    <a:pt x="0" y="10800"/>
                  </a:cubicBezTo>
                  <a:cubicBezTo>
                    <a:pt x="3411" y="15120"/>
                    <a:pt x="14779" y="21600"/>
                    <a:pt x="18189" y="21600"/>
                  </a:cubicBezTo>
                  <a:cubicBezTo>
                    <a:pt x="19326" y="21600"/>
                    <a:pt x="20463" y="19440"/>
                    <a:pt x="21600" y="19440"/>
                  </a:cubicBezTo>
                  <a:cubicBezTo>
                    <a:pt x="21600" y="12960"/>
                    <a:pt x="21600" y="8640"/>
                    <a:pt x="21600" y="8640"/>
                  </a:cubicBezTo>
                  <a:close/>
                </a:path>
              </a:pathLst>
            </a:custGeom>
            <a:grpFill/>
            <a:ln w="3175" cap="flat">
              <a:solidFill>
                <a:schemeClr val="accent4">
                  <a:lumOff val="58054"/>
                </a:schemeClr>
              </a:solidFill>
              <a:prstDash val="solid"/>
              <a:miter lim="800000"/>
            </a:ln>
            <a:effectLst/>
          </p:spPr>
          <p:txBody>
            <a:bodyPr wrap="square" lIns="109727" tIns="109727" rIns="109727" bIns="109727" numCol="1" anchor="t">
              <a:noAutofit/>
            </a:bodyPr>
            <a:lstStyle/>
            <a:p>
              <a:endParaRPr/>
            </a:p>
          </p:txBody>
        </p:sp>
        <p:sp>
          <p:nvSpPr>
            <p:cNvPr id="289" name="Shape"/>
            <p:cNvSpPr/>
            <p:nvPr/>
          </p:nvSpPr>
          <p:spPr>
            <a:xfrm>
              <a:off x="1928551" y="2380293"/>
              <a:ext cx="149590" cy="76511"/>
            </a:xfrm>
            <a:custGeom>
              <a:avLst/>
              <a:gdLst/>
              <a:ahLst/>
              <a:cxnLst>
                <a:cxn ang="0">
                  <a:pos x="wd2" y="hd2"/>
                </a:cxn>
                <a:cxn ang="5400000">
                  <a:pos x="wd2" y="hd2"/>
                </a:cxn>
                <a:cxn ang="10800000">
                  <a:pos x="wd2" y="hd2"/>
                </a:cxn>
                <a:cxn ang="16200000">
                  <a:pos x="wd2" y="hd2"/>
                </a:cxn>
              </a:cxnLst>
              <a:rect l="0" t="0" r="r" b="b"/>
              <a:pathLst>
                <a:path w="21600" h="20715" extrusionOk="0">
                  <a:moveTo>
                    <a:pt x="9072" y="18315"/>
                  </a:moveTo>
                  <a:cubicBezTo>
                    <a:pt x="9072" y="17515"/>
                    <a:pt x="8208" y="14315"/>
                    <a:pt x="10368" y="14315"/>
                  </a:cubicBezTo>
                  <a:cubicBezTo>
                    <a:pt x="12096" y="14315"/>
                    <a:pt x="13824" y="13515"/>
                    <a:pt x="13824" y="11115"/>
                  </a:cubicBezTo>
                  <a:cubicBezTo>
                    <a:pt x="14256" y="8715"/>
                    <a:pt x="16848" y="10315"/>
                    <a:pt x="17280" y="10315"/>
                  </a:cubicBezTo>
                  <a:cubicBezTo>
                    <a:pt x="17712" y="9515"/>
                    <a:pt x="19872" y="7115"/>
                    <a:pt x="21600" y="7115"/>
                  </a:cubicBezTo>
                  <a:cubicBezTo>
                    <a:pt x="21600" y="3915"/>
                    <a:pt x="19008" y="4715"/>
                    <a:pt x="17712" y="1515"/>
                  </a:cubicBezTo>
                  <a:cubicBezTo>
                    <a:pt x="15984" y="-885"/>
                    <a:pt x="12096" y="-85"/>
                    <a:pt x="9936" y="1515"/>
                  </a:cubicBezTo>
                  <a:cubicBezTo>
                    <a:pt x="8208" y="3115"/>
                    <a:pt x="5616" y="-85"/>
                    <a:pt x="3456" y="2315"/>
                  </a:cubicBezTo>
                  <a:cubicBezTo>
                    <a:pt x="3456" y="2315"/>
                    <a:pt x="3456" y="2315"/>
                    <a:pt x="3456" y="2315"/>
                  </a:cubicBezTo>
                  <a:cubicBezTo>
                    <a:pt x="3024" y="3115"/>
                    <a:pt x="2592" y="4715"/>
                    <a:pt x="1728" y="6315"/>
                  </a:cubicBezTo>
                  <a:cubicBezTo>
                    <a:pt x="432" y="7915"/>
                    <a:pt x="864" y="10315"/>
                    <a:pt x="0" y="11115"/>
                  </a:cubicBezTo>
                  <a:cubicBezTo>
                    <a:pt x="864" y="11115"/>
                    <a:pt x="1296" y="11915"/>
                    <a:pt x="1728" y="12715"/>
                  </a:cubicBezTo>
                  <a:cubicBezTo>
                    <a:pt x="3456" y="14315"/>
                    <a:pt x="4752" y="12715"/>
                    <a:pt x="5616" y="14315"/>
                  </a:cubicBezTo>
                  <a:cubicBezTo>
                    <a:pt x="5616" y="14315"/>
                    <a:pt x="5616" y="15915"/>
                    <a:pt x="5616" y="18315"/>
                  </a:cubicBezTo>
                  <a:cubicBezTo>
                    <a:pt x="5616" y="17515"/>
                    <a:pt x="6048" y="17515"/>
                    <a:pt x="6480" y="18315"/>
                  </a:cubicBezTo>
                  <a:cubicBezTo>
                    <a:pt x="6912" y="19115"/>
                    <a:pt x="6912" y="19915"/>
                    <a:pt x="6912" y="20715"/>
                  </a:cubicBezTo>
                  <a:cubicBezTo>
                    <a:pt x="8208" y="19915"/>
                    <a:pt x="8208" y="19915"/>
                    <a:pt x="8208" y="19915"/>
                  </a:cubicBezTo>
                  <a:cubicBezTo>
                    <a:pt x="8208" y="19915"/>
                    <a:pt x="9072" y="19115"/>
                    <a:pt x="9072" y="18315"/>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0" name="Shape"/>
            <p:cNvSpPr/>
            <p:nvPr/>
          </p:nvSpPr>
          <p:spPr>
            <a:xfrm>
              <a:off x="1250417" y="1944878"/>
              <a:ext cx="742184" cy="462064"/>
            </a:xfrm>
            <a:custGeom>
              <a:avLst/>
              <a:gdLst/>
              <a:ahLst/>
              <a:cxnLst>
                <a:cxn ang="0">
                  <a:pos x="wd2" y="hd2"/>
                </a:cxn>
                <a:cxn ang="5400000">
                  <a:pos x="wd2" y="hd2"/>
                </a:cxn>
                <a:cxn ang="10800000">
                  <a:pos x="wd2" y="hd2"/>
                </a:cxn>
                <a:cxn ang="16200000">
                  <a:pos x="wd2" y="hd2"/>
                </a:cxn>
              </a:cxnLst>
              <a:rect l="0" t="0" r="r" b="b"/>
              <a:pathLst>
                <a:path w="21529" h="21600" extrusionOk="0">
                  <a:moveTo>
                    <a:pt x="17985" y="20321"/>
                  </a:moveTo>
                  <a:cubicBezTo>
                    <a:pt x="17985" y="20321"/>
                    <a:pt x="18779" y="20463"/>
                    <a:pt x="18867" y="20179"/>
                  </a:cubicBezTo>
                  <a:cubicBezTo>
                    <a:pt x="18955" y="19895"/>
                    <a:pt x="18338" y="19184"/>
                    <a:pt x="18338" y="19042"/>
                  </a:cubicBezTo>
                  <a:cubicBezTo>
                    <a:pt x="18426" y="19042"/>
                    <a:pt x="18514" y="18189"/>
                    <a:pt x="18602" y="18189"/>
                  </a:cubicBezTo>
                  <a:cubicBezTo>
                    <a:pt x="18691" y="18189"/>
                    <a:pt x="19837" y="18332"/>
                    <a:pt x="19925" y="18189"/>
                  </a:cubicBezTo>
                  <a:cubicBezTo>
                    <a:pt x="19925" y="18189"/>
                    <a:pt x="20189" y="17621"/>
                    <a:pt x="20366" y="17479"/>
                  </a:cubicBezTo>
                  <a:cubicBezTo>
                    <a:pt x="20454" y="17479"/>
                    <a:pt x="20542" y="17621"/>
                    <a:pt x="20718" y="17905"/>
                  </a:cubicBezTo>
                  <a:cubicBezTo>
                    <a:pt x="20895" y="17621"/>
                    <a:pt x="20983" y="16911"/>
                    <a:pt x="20983" y="16342"/>
                  </a:cubicBezTo>
                  <a:cubicBezTo>
                    <a:pt x="21071" y="15632"/>
                    <a:pt x="20895" y="15347"/>
                    <a:pt x="21159" y="15063"/>
                  </a:cubicBezTo>
                  <a:cubicBezTo>
                    <a:pt x="21336" y="14637"/>
                    <a:pt x="21600" y="14637"/>
                    <a:pt x="21512" y="14068"/>
                  </a:cubicBezTo>
                  <a:cubicBezTo>
                    <a:pt x="21424" y="13500"/>
                    <a:pt x="21159" y="14068"/>
                    <a:pt x="20895" y="13784"/>
                  </a:cubicBezTo>
                  <a:cubicBezTo>
                    <a:pt x="20630" y="13642"/>
                    <a:pt x="20454" y="13784"/>
                    <a:pt x="19749" y="13926"/>
                  </a:cubicBezTo>
                  <a:cubicBezTo>
                    <a:pt x="19131" y="14068"/>
                    <a:pt x="18867" y="14495"/>
                    <a:pt x="18867" y="15205"/>
                  </a:cubicBezTo>
                  <a:cubicBezTo>
                    <a:pt x="18867" y="15916"/>
                    <a:pt x="18691" y="15632"/>
                    <a:pt x="18691" y="16200"/>
                  </a:cubicBezTo>
                  <a:cubicBezTo>
                    <a:pt x="18691" y="16911"/>
                    <a:pt x="18162" y="16911"/>
                    <a:pt x="18162" y="17337"/>
                  </a:cubicBezTo>
                  <a:cubicBezTo>
                    <a:pt x="18250" y="17621"/>
                    <a:pt x="17809" y="17337"/>
                    <a:pt x="17633" y="17195"/>
                  </a:cubicBezTo>
                  <a:cubicBezTo>
                    <a:pt x="17544" y="17053"/>
                    <a:pt x="16222" y="17763"/>
                    <a:pt x="15958" y="17763"/>
                  </a:cubicBezTo>
                  <a:cubicBezTo>
                    <a:pt x="15781" y="17763"/>
                    <a:pt x="15429" y="17195"/>
                    <a:pt x="15164" y="17195"/>
                  </a:cubicBezTo>
                  <a:cubicBezTo>
                    <a:pt x="14900" y="17195"/>
                    <a:pt x="14811" y="16484"/>
                    <a:pt x="14811" y="15916"/>
                  </a:cubicBezTo>
                  <a:cubicBezTo>
                    <a:pt x="14723" y="15489"/>
                    <a:pt x="14282" y="14921"/>
                    <a:pt x="14018" y="14495"/>
                  </a:cubicBezTo>
                  <a:cubicBezTo>
                    <a:pt x="13842" y="14068"/>
                    <a:pt x="13753" y="12932"/>
                    <a:pt x="13753" y="12221"/>
                  </a:cubicBezTo>
                  <a:cubicBezTo>
                    <a:pt x="13753" y="11511"/>
                    <a:pt x="13665" y="10374"/>
                    <a:pt x="14018" y="9095"/>
                  </a:cubicBezTo>
                  <a:cubicBezTo>
                    <a:pt x="14018" y="8953"/>
                    <a:pt x="14018" y="8668"/>
                    <a:pt x="14018" y="8526"/>
                  </a:cubicBezTo>
                  <a:cubicBezTo>
                    <a:pt x="13930" y="8526"/>
                    <a:pt x="13842" y="8384"/>
                    <a:pt x="13753" y="8384"/>
                  </a:cubicBezTo>
                  <a:cubicBezTo>
                    <a:pt x="13489" y="8384"/>
                    <a:pt x="12872" y="7816"/>
                    <a:pt x="12784" y="7816"/>
                  </a:cubicBezTo>
                  <a:cubicBezTo>
                    <a:pt x="12696" y="7816"/>
                    <a:pt x="12696" y="7389"/>
                    <a:pt x="12607" y="7105"/>
                  </a:cubicBezTo>
                  <a:cubicBezTo>
                    <a:pt x="12431" y="6963"/>
                    <a:pt x="12519" y="6395"/>
                    <a:pt x="12431" y="6253"/>
                  </a:cubicBezTo>
                  <a:cubicBezTo>
                    <a:pt x="12255" y="6111"/>
                    <a:pt x="11902" y="5542"/>
                    <a:pt x="11726" y="4689"/>
                  </a:cubicBezTo>
                  <a:cubicBezTo>
                    <a:pt x="11638" y="3979"/>
                    <a:pt x="10756" y="3553"/>
                    <a:pt x="10491" y="3553"/>
                  </a:cubicBezTo>
                  <a:cubicBezTo>
                    <a:pt x="10139" y="3553"/>
                    <a:pt x="9962" y="4547"/>
                    <a:pt x="9874" y="4689"/>
                  </a:cubicBezTo>
                  <a:cubicBezTo>
                    <a:pt x="9874" y="4689"/>
                    <a:pt x="9257" y="4121"/>
                    <a:pt x="9081" y="3979"/>
                  </a:cubicBezTo>
                  <a:cubicBezTo>
                    <a:pt x="8904" y="3837"/>
                    <a:pt x="8816" y="3553"/>
                    <a:pt x="8816" y="3268"/>
                  </a:cubicBezTo>
                  <a:cubicBezTo>
                    <a:pt x="8816" y="2842"/>
                    <a:pt x="8464" y="2416"/>
                    <a:pt x="8376" y="2274"/>
                  </a:cubicBezTo>
                  <a:cubicBezTo>
                    <a:pt x="8287" y="2274"/>
                    <a:pt x="7582" y="1137"/>
                    <a:pt x="7582" y="1137"/>
                  </a:cubicBezTo>
                  <a:cubicBezTo>
                    <a:pt x="6436" y="1137"/>
                    <a:pt x="6436" y="1137"/>
                    <a:pt x="6436" y="1137"/>
                  </a:cubicBezTo>
                  <a:cubicBezTo>
                    <a:pt x="6260" y="1705"/>
                    <a:pt x="6260" y="1705"/>
                    <a:pt x="6260" y="1705"/>
                  </a:cubicBezTo>
                  <a:cubicBezTo>
                    <a:pt x="4232" y="1705"/>
                    <a:pt x="4232" y="1705"/>
                    <a:pt x="4232" y="1705"/>
                  </a:cubicBezTo>
                  <a:cubicBezTo>
                    <a:pt x="4232" y="1705"/>
                    <a:pt x="2645" y="711"/>
                    <a:pt x="2380" y="711"/>
                  </a:cubicBezTo>
                  <a:cubicBezTo>
                    <a:pt x="2116" y="568"/>
                    <a:pt x="1587" y="0"/>
                    <a:pt x="1587" y="0"/>
                  </a:cubicBezTo>
                  <a:cubicBezTo>
                    <a:pt x="0" y="284"/>
                    <a:pt x="0" y="284"/>
                    <a:pt x="0" y="284"/>
                  </a:cubicBezTo>
                  <a:cubicBezTo>
                    <a:pt x="88" y="568"/>
                    <a:pt x="176" y="853"/>
                    <a:pt x="353" y="1279"/>
                  </a:cubicBezTo>
                  <a:cubicBezTo>
                    <a:pt x="705" y="1989"/>
                    <a:pt x="882" y="3126"/>
                    <a:pt x="970" y="3553"/>
                  </a:cubicBezTo>
                  <a:cubicBezTo>
                    <a:pt x="970" y="3837"/>
                    <a:pt x="1411" y="4263"/>
                    <a:pt x="1851" y="4689"/>
                  </a:cubicBezTo>
                  <a:cubicBezTo>
                    <a:pt x="2204" y="4974"/>
                    <a:pt x="2204" y="5968"/>
                    <a:pt x="2204" y="6111"/>
                  </a:cubicBezTo>
                  <a:cubicBezTo>
                    <a:pt x="2116" y="6395"/>
                    <a:pt x="1675" y="5968"/>
                    <a:pt x="1587" y="6253"/>
                  </a:cubicBezTo>
                  <a:cubicBezTo>
                    <a:pt x="1587" y="6395"/>
                    <a:pt x="2204" y="7389"/>
                    <a:pt x="2469" y="7247"/>
                  </a:cubicBezTo>
                  <a:cubicBezTo>
                    <a:pt x="2733" y="7247"/>
                    <a:pt x="2821" y="7532"/>
                    <a:pt x="3262" y="8100"/>
                  </a:cubicBezTo>
                  <a:cubicBezTo>
                    <a:pt x="3615" y="8668"/>
                    <a:pt x="3615" y="9237"/>
                    <a:pt x="3438" y="9521"/>
                  </a:cubicBezTo>
                  <a:cubicBezTo>
                    <a:pt x="3262" y="9663"/>
                    <a:pt x="3791" y="10089"/>
                    <a:pt x="4320" y="10658"/>
                  </a:cubicBezTo>
                  <a:cubicBezTo>
                    <a:pt x="4761" y="11226"/>
                    <a:pt x="5025" y="11795"/>
                    <a:pt x="5025" y="12079"/>
                  </a:cubicBezTo>
                  <a:cubicBezTo>
                    <a:pt x="5113" y="12363"/>
                    <a:pt x="5290" y="12079"/>
                    <a:pt x="5378" y="11795"/>
                  </a:cubicBezTo>
                  <a:cubicBezTo>
                    <a:pt x="5466" y="11368"/>
                    <a:pt x="5202" y="11226"/>
                    <a:pt x="5202" y="10800"/>
                  </a:cubicBezTo>
                  <a:cubicBezTo>
                    <a:pt x="5202" y="10374"/>
                    <a:pt x="4849" y="10516"/>
                    <a:pt x="4584" y="10374"/>
                  </a:cubicBezTo>
                  <a:cubicBezTo>
                    <a:pt x="4408" y="10374"/>
                    <a:pt x="4673" y="9663"/>
                    <a:pt x="4408" y="9379"/>
                  </a:cubicBezTo>
                  <a:cubicBezTo>
                    <a:pt x="4232" y="9095"/>
                    <a:pt x="4056" y="8384"/>
                    <a:pt x="3967" y="7816"/>
                  </a:cubicBezTo>
                  <a:cubicBezTo>
                    <a:pt x="3879" y="7247"/>
                    <a:pt x="3438" y="6679"/>
                    <a:pt x="3174" y="6111"/>
                  </a:cubicBezTo>
                  <a:cubicBezTo>
                    <a:pt x="2998" y="5400"/>
                    <a:pt x="2821" y="4974"/>
                    <a:pt x="2645" y="4832"/>
                  </a:cubicBezTo>
                  <a:cubicBezTo>
                    <a:pt x="2469" y="4689"/>
                    <a:pt x="2821" y="4405"/>
                    <a:pt x="2733" y="4263"/>
                  </a:cubicBezTo>
                  <a:cubicBezTo>
                    <a:pt x="2557" y="3979"/>
                    <a:pt x="2380" y="3979"/>
                    <a:pt x="2204" y="3837"/>
                  </a:cubicBezTo>
                  <a:cubicBezTo>
                    <a:pt x="1940" y="3695"/>
                    <a:pt x="1763" y="3411"/>
                    <a:pt x="1763" y="2984"/>
                  </a:cubicBezTo>
                  <a:cubicBezTo>
                    <a:pt x="1763" y="2558"/>
                    <a:pt x="1587" y="1563"/>
                    <a:pt x="1499" y="1279"/>
                  </a:cubicBezTo>
                  <a:cubicBezTo>
                    <a:pt x="1499" y="995"/>
                    <a:pt x="1675" y="995"/>
                    <a:pt x="1763" y="1137"/>
                  </a:cubicBezTo>
                  <a:cubicBezTo>
                    <a:pt x="1851" y="1279"/>
                    <a:pt x="1940" y="1421"/>
                    <a:pt x="2028" y="1279"/>
                  </a:cubicBezTo>
                  <a:cubicBezTo>
                    <a:pt x="2116" y="1279"/>
                    <a:pt x="2380" y="1279"/>
                    <a:pt x="2380" y="1563"/>
                  </a:cubicBezTo>
                  <a:cubicBezTo>
                    <a:pt x="2469" y="1847"/>
                    <a:pt x="2733" y="1563"/>
                    <a:pt x="2909" y="1705"/>
                  </a:cubicBezTo>
                  <a:cubicBezTo>
                    <a:pt x="2998" y="1847"/>
                    <a:pt x="2645" y="1989"/>
                    <a:pt x="2998" y="3126"/>
                  </a:cubicBezTo>
                  <a:cubicBezTo>
                    <a:pt x="3438" y="4405"/>
                    <a:pt x="3174" y="3695"/>
                    <a:pt x="3174" y="4547"/>
                  </a:cubicBezTo>
                  <a:cubicBezTo>
                    <a:pt x="3174" y="5258"/>
                    <a:pt x="3438" y="4974"/>
                    <a:pt x="3438" y="4832"/>
                  </a:cubicBezTo>
                  <a:cubicBezTo>
                    <a:pt x="3527" y="4689"/>
                    <a:pt x="3791" y="4974"/>
                    <a:pt x="3967" y="5400"/>
                  </a:cubicBezTo>
                  <a:cubicBezTo>
                    <a:pt x="4144" y="5826"/>
                    <a:pt x="4584" y="5826"/>
                    <a:pt x="4584" y="6111"/>
                  </a:cubicBezTo>
                  <a:cubicBezTo>
                    <a:pt x="4584" y="6395"/>
                    <a:pt x="4673" y="6821"/>
                    <a:pt x="4937" y="6821"/>
                  </a:cubicBezTo>
                  <a:cubicBezTo>
                    <a:pt x="5202" y="6963"/>
                    <a:pt x="5202" y="7389"/>
                    <a:pt x="5378" y="7532"/>
                  </a:cubicBezTo>
                  <a:cubicBezTo>
                    <a:pt x="5554" y="7532"/>
                    <a:pt x="5642" y="7816"/>
                    <a:pt x="5554" y="8100"/>
                  </a:cubicBezTo>
                  <a:cubicBezTo>
                    <a:pt x="5466" y="8526"/>
                    <a:pt x="5554" y="8811"/>
                    <a:pt x="5995" y="9095"/>
                  </a:cubicBezTo>
                  <a:cubicBezTo>
                    <a:pt x="6436" y="9379"/>
                    <a:pt x="6171" y="9379"/>
                    <a:pt x="6524" y="9947"/>
                  </a:cubicBezTo>
                  <a:cubicBezTo>
                    <a:pt x="6877" y="10374"/>
                    <a:pt x="7847" y="12221"/>
                    <a:pt x="8023" y="12647"/>
                  </a:cubicBezTo>
                  <a:cubicBezTo>
                    <a:pt x="8287" y="13074"/>
                    <a:pt x="8376" y="13500"/>
                    <a:pt x="8376" y="13926"/>
                  </a:cubicBezTo>
                  <a:cubicBezTo>
                    <a:pt x="8464" y="14211"/>
                    <a:pt x="8287" y="14353"/>
                    <a:pt x="8376" y="14779"/>
                  </a:cubicBezTo>
                  <a:cubicBezTo>
                    <a:pt x="8464" y="15063"/>
                    <a:pt x="8111" y="14921"/>
                    <a:pt x="8199" y="15063"/>
                  </a:cubicBezTo>
                  <a:cubicBezTo>
                    <a:pt x="8199" y="15347"/>
                    <a:pt x="8376" y="16484"/>
                    <a:pt x="8728" y="16484"/>
                  </a:cubicBezTo>
                  <a:cubicBezTo>
                    <a:pt x="9081" y="16626"/>
                    <a:pt x="9433" y="17337"/>
                    <a:pt x="9786" y="17621"/>
                  </a:cubicBezTo>
                  <a:cubicBezTo>
                    <a:pt x="10051" y="18047"/>
                    <a:pt x="10491" y="17905"/>
                    <a:pt x="10844" y="18189"/>
                  </a:cubicBezTo>
                  <a:cubicBezTo>
                    <a:pt x="11285" y="18474"/>
                    <a:pt x="11638" y="19042"/>
                    <a:pt x="12255" y="19326"/>
                  </a:cubicBezTo>
                  <a:cubicBezTo>
                    <a:pt x="12872" y="19611"/>
                    <a:pt x="13489" y="20037"/>
                    <a:pt x="13842" y="20463"/>
                  </a:cubicBezTo>
                  <a:cubicBezTo>
                    <a:pt x="14282" y="20889"/>
                    <a:pt x="14723" y="20747"/>
                    <a:pt x="15340" y="20321"/>
                  </a:cubicBezTo>
                  <a:cubicBezTo>
                    <a:pt x="15869" y="20037"/>
                    <a:pt x="16310" y="20463"/>
                    <a:pt x="16575" y="20605"/>
                  </a:cubicBezTo>
                  <a:cubicBezTo>
                    <a:pt x="16751" y="20747"/>
                    <a:pt x="17104" y="21174"/>
                    <a:pt x="17368" y="21600"/>
                  </a:cubicBezTo>
                  <a:cubicBezTo>
                    <a:pt x="17633" y="21032"/>
                    <a:pt x="17897" y="20321"/>
                    <a:pt x="17985" y="20321"/>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1" name="Shape"/>
            <p:cNvSpPr/>
            <p:nvPr/>
          </p:nvSpPr>
          <p:spPr>
            <a:xfrm>
              <a:off x="1848771" y="2333808"/>
              <a:ext cx="103051" cy="103051"/>
            </a:xfrm>
            <a:custGeom>
              <a:avLst/>
              <a:gdLst/>
              <a:ahLst/>
              <a:cxnLst>
                <a:cxn ang="0">
                  <a:pos x="wd2" y="hd2"/>
                </a:cxn>
                <a:cxn ang="5400000">
                  <a:pos x="wd2" y="hd2"/>
                </a:cxn>
                <a:cxn ang="10800000">
                  <a:pos x="wd2" y="hd2"/>
                </a:cxn>
                <a:cxn ang="16200000">
                  <a:pos x="wd2" y="hd2"/>
                </a:cxn>
              </a:cxnLst>
              <a:rect l="0" t="0" r="r" b="b"/>
              <a:pathLst>
                <a:path w="21600" h="21600" extrusionOk="0">
                  <a:moveTo>
                    <a:pt x="19059" y="14612"/>
                  </a:moveTo>
                  <a:cubicBezTo>
                    <a:pt x="20329" y="13341"/>
                    <a:pt x="20965" y="12071"/>
                    <a:pt x="21600" y="11435"/>
                  </a:cubicBezTo>
                  <a:cubicBezTo>
                    <a:pt x="20329" y="12706"/>
                    <a:pt x="19694" y="11435"/>
                    <a:pt x="19694" y="10165"/>
                  </a:cubicBezTo>
                  <a:cubicBezTo>
                    <a:pt x="17153" y="10800"/>
                    <a:pt x="17153" y="10800"/>
                    <a:pt x="17153" y="10800"/>
                  </a:cubicBezTo>
                  <a:cubicBezTo>
                    <a:pt x="17153" y="0"/>
                    <a:pt x="17153" y="0"/>
                    <a:pt x="17153" y="0"/>
                  </a:cubicBezTo>
                  <a:cubicBezTo>
                    <a:pt x="15247" y="635"/>
                    <a:pt x="9529" y="0"/>
                    <a:pt x="8894" y="0"/>
                  </a:cubicBezTo>
                  <a:cubicBezTo>
                    <a:pt x="8259" y="0"/>
                    <a:pt x="7624" y="3812"/>
                    <a:pt x="6988" y="3812"/>
                  </a:cubicBezTo>
                  <a:cubicBezTo>
                    <a:pt x="6988" y="4447"/>
                    <a:pt x="11435" y="7624"/>
                    <a:pt x="10800" y="8894"/>
                  </a:cubicBezTo>
                  <a:cubicBezTo>
                    <a:pt x="10165" y="10165"/>
                    <a:pt x="4447" y="9529"/>
                    <a:pt x="4447" y="9529"/>
                  </a:cubicBezTo>
                  <a:cubicBezTo>
                    <a:pt x="3812" y="9529"/>
                    <a:pt x="1906" y="12706"/>
                    <a:pt x="0" y="15247"/>
                  </a:cubicBezTo>
                  <a:cubicBezTo>
                    <a:pt x="2541" y="17153"/>
                    <a:pt x="4447" y="19059"/>
                    <a:pt x="5718" y="20329"/>
                  </a:cubicBezTo>
                  <a:cubicBezTo>
                    <a:pt x="7624" y="21600"/>
                    <a:pt x="11435" y="19694"/>
                    <a:pt x="12706" y="21600"/>
                  </a:cubicBezTo>
                  <a:cubicBezTo>
                    <a:pt x="12706" y="21600"/>
                    <a:pt x="12706" y="21600"/>
                    <a:pt x="12706" y="21600"/>
                  </a:cubicBezTo>
                  <a:cubicBezTo>
                    <a:pt x="14612" y="19694"/>
                    <a:pt x="15882" y="18424"/>
                    <a:pt x="16518" y="18424"/>
                  </a:cubicBezTo>
                  <a:cubicBezTo>
                    <a:pt x="17788" y="17788"/>
                    <a:pt x="16518" y="16518"/>
                    <a:pt x="19059" y="14612"/>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2" name="Shape"/>
            <p:cNvSpPr/>
            <p:nvPr/>
          </p:nvSpPr>
          <p:spPr>
            <a:xfrm>
              <a:off x="1931876" y="2317188"/>
              <a:ext cx="33242" cy="66484"/>
            </a:xfrm>
            <a:custGeom>
              <a:avLst/>
              <a:gdLst/>
              <a:ahLst/>
              <a:cxnLst>
                <a:cxn ang="0">
                  <a:pos x="wd2" y="hd2"/>
                </a:cxn>
                <a:cxn ang="5400000">
                  <a:pos x="wd2" y="hd2"/>
                </a:cxn>
                <a:cxn ang="10800000">
                  <a:pos x="wd2" y="hd2"/>
                </a:cxn>
                <a:cxn ang="16200000">
                  <a:pos x="wd2" y="hd2"/>
                </a:cxn>
              </a:cxnLst>
              <a:rect l="0" t="0" r="r" b="b"/>
              <a:pathLst>
                <a:path w="21600" h="21600" extrusionOk="0">
                  <a:moveTo>
                    <a:pt x="3927" y="4909"/>
                  </a:moveTo>
                  <a:cubicBezTo>
                    <a:pt x="1964" y="4909"/>
                    <a:pt x="1964" y="4909"/>
                    <a:pt x="0" y="4909"/>
                  </a:cubicBezTo>
                  <a:cubicBezTo>
                    <a:pt x="0" y="21600"/>
                    <a:pt x="0" y="21600"/>
                    <a:pt x="0" y="21600"/>
                  </a:cubicBezTo>
                  <a:cubicBezTo>
                    <a:pt x="7855" y="20618"/>
                    <a:pt x="7855" y="20618"/>
                    <a:pt x="7855" y="20618"/>
                  </a:cubicBezTo>
                  <a:cubicBezTo>
                    <a:pt x="7855" y="19636"/>
                    <a:pt x="9818" y="17673"/>
                    <a:pt x="13745" y="16691"/>
                  </a:cubicBezTo>
                  <a:cubicBezTo>
                    <a:pt x="19636" y="14727"/>
                    <a:pt x="9818" y="4909"/>
                    <a:pt x="17673" y="3927"/>
                  </a:cubicBezTo>
                  <a:cubicBezTo>
                    <a:pt x="17673" y="3927"/>
                    <a:pt x="19636" y="2945"/>
                    <a:pt x="21600" y="2945"/>
                  </a:cubicBezTo>
                  <a:cubicBezTo>
                    <a:pt x="17673" y="982"/>
                    <a:pt x="15709" y="0"/>
                    <a:pt x="13745" y="0"/>
                  </a:cubicBezTo>
                  <a:cubicBezTo>
                    <a:pt x="9818" y="982"/>
                    <a:pt x="3927" y="4909"/>
                    <a:pt x="3927" y="4909"/>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3" name="Shape"/>
            <p:cNvSpPr/>
            <p:nvPr/>
          </p:nvSpPr>
          <p:spPr>
            <a:xfrm>
              <a:off x="2290275" y="2277944"/>
              <a:ext cx="70422" cy="55865"/>
            </a:xfrm>
            <a:custGeom>
              <a:avLst/>
              <a:gdLst/>
              <a:ahLst/>
              <a:cxnLst>
                <a:cxn ang="0">
                  <a:pos x="wd2" y="hd2"/>
                </a:cxn>
                <a:cxn ang="5400000">
                  <a:pos x="wd2" y="hd2"/>
                </a:cxn>
                <a:cxn ang="10800000">
                  <a:pos x="wd2" y="hd2"/>
                </a:cxn>
                <a:cxn ang="16200000">
                  <a:pos x="wd2" y="hd2"/>
                </a:cxn>
              </a:cxnLst>
              <a:rect l="0" t="0" r="r" b="b"/>
              <a:pathLst>
                <a:path w="20799" h="20167" extrusionOk="0">
                  <a:moveTo>
                    <a:pt x="9099" y="727"/>
                  </a:moveTo>
                  <a:cubicBezTo>
                    <a:pt x="6399" y="2887"/>
                    <a:pt x="14499" y="9367"/>
                    <a:pt x="14499" y="12607"/>
                  </a:cubicBezTo>
                  <a:cubicBezTo>
                    <a:pt x="14499" y="15847"/>
                    <a:pt x="999" y="11527"/>
                    <a:pt x="99" y="15847"/>
                  </a:cubicBezTo>
                  <a:cubicBezTo>
                    <a:pt x="-801" y="18007"/>
                    <a:pt x="4599" y="20167"/>
                    <a:pt x="9099" y="18007"/>
                  </a:cubicBezTo>
                  <a:cubicBezTo>
                    <a:pt x="13599" y="16927"/>
                    <a:pt x="17199" y="18007"/>
                    <a:pt x="18999" y="20167"/>
                  </a:cubicBezTo>
                  <a:cubicBezTo>
                    <a:pt x="19899" y="13687"/>
                    <a:pt x="19899" y="7207"/>
                    <a:pt x="20799" y="2887"/>
                  </a:cubicBezTo>
                  <a:cubicBezTo>
                    <a:pt x="17199" y="1807"/>
                    <a:pt x="11799" y="-1433"/>
                    <a:pt x="9099" y="727"/>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4" name="Shape"/>
            <p:cNvSpPr/>
            <p:nvPr/>
          </p:nvSpPr>
          <p:spPr>
            <a:xfrm>
              <a:off x="2357372" y="2283357"/>
              <a:ext cx="83105" cy="51454"/>
            </a:xfrm>
            <a:custGeom>
              <a:avLst/>
              <a:gdLst/>
              <a:ahLst/>
              <a:cxnLst>
                <a:cxn ang="0">
                  <a:pos x="wd2" y="hd2"/>
                </a:cxn>
                <a:cxn ang="5400000">
                  <a:pos x="wd2" y="hd2"/>
                </a:cxn>
                <a:cxn ang="10800000">
                  <a:pos x="wd2" y="hd2"/>
                </a:cxn>
                <a:cxn ang="16200000">
                  <a:pos x="wd2" y="hd2"/>
                </a:cxn>
              </a:cxnLst>
              <a:rect l="0" t="0" r="r" b="b"/>
              <a:pathLst>
                <a:path w="21600" h="19667" extrusionOk="0">
                  <a:moveTo>
                    <a:pt x="8486" y="14554"/>
                  </a:moveTo>
                  <a:cubicBezTo>
                    <a:pt x="13114" y="12154"/>
                    <a:pt x="21600" y="16954"/>
                    <a:pt x="21600" y="10954"/>
                  </a:cubicBezTo>
                  <a:cubicBezTo>
                    <a:pt x="21600" y="4954"/>
                    <a:pt x="8486" y="-1046"/>
                    <a:pt x="4629" y="154"/>
                  </a:cubicBezTo>
                  <a:cubicBezTo>
                    <a:pt x="3857" y="1354"/>
                    <a:pt x="3086" y="1354"/>
                    <a:pt x="1543" y="154"/>
                  </a:cubicBezTo>
                  <a:cubicBezTo>
                    <a:pt x="771" y="4954"/>
                    <a:pt x="771" y="12154"/>
                    <a:pt x="0" y="19354"/>
                  </a:cubicBezTo>
                  <a:cubicBezTo>
                    <a:pt x="771" y="19354"/>
                    <a:pt x="771" y="19354"/>
                    <a:pt x="771" y="19354"/>
                  </a:cubicBezTo>
                  <a:cubicBezTo>
                    <a:pt x="3086" y="20554"/>
                    <a:pt x="3857" y="18154"/>
                    <a:pt x="8486" y="14554"/>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5" name="Shape"/>
            <p:cNvSpPr/>
            <p:nvPr/>
          </p:nvSpPr>
          <p:spPr>
            <a:xfrm>
              <a:off x="1972809" y="2406941"/>
              <a:ext cx="105332" cy="106375"/>
            </a:xfrm>
            <a:custGeom>
              <a:avLst/>
              <a:gdLst/>
              <a:ahLst/>
              <a:cxnLst>
                <a:cxn ang="0">
                  <a:pos x="wd2" y="hd2"/>
                </a:cxn>
                <a:cxn ang="5400000">
                  <a:pos x="wd2" y="hd2"/>
                </a:cxn>
                <a:cxn ang="10800000">
                  <a:pos x="wd2" y="hd2"/>
                </a:cxn>
                <a:cxn ang="16200000">
                  <a:pos x="wd2" y="hd2"/>
                </a:cxn>
              </a:cxnLst>
              <a:rect l="0" t="0" r="r" b="b"/>
              <a:pathLst>
                <a:path w="21388" h="21600" extrusionOk="0">
                  <a:moveTo>
                    <a:pt x="11514" y="20366"/>
                  </a:moveTo>
                  <a:cubicBezTo>
                    <a:pt x="12748" y="20983"/>
                    <a:pt x="15217" y="20366"/>
                    <a:pt x="16451" y="20983"/>
                  </a:cubicBezTo>
                  <a:cubicBezTo>
                    <a:pt x="17068" y="21600"/>
                    <a:pt x="17685" y="21600"/>
                    <a:pt x="18919" y="21600"/>
                  </a:cubicBezTo>
                  <a:cubicBezTo>
                    <a:pt x="18302" y="20983"/>
                    <a:pt x="18302" y="20366"/>
                    <a:pt x="18302" y="20366"/>
                  </a:cubicBezTo>
                  <a:cubicBezTo>
                    <a:pt x="17068" y="19131"/>
                    <a:pt x="18919" y="16046"/>
                    <a:pt x="19537" y="14194"/>
                  </a:cubicBezTo>
                  <a:cubicBezTo>
                    <a:pt x="20154" y="11726"/>
                    <a:pt x="18919" y="6789"/>
                    <a:pt x="20154" y="5554"/>
                  </a:cubicBezTo>
                  <a:cubicBezTo>
                    <a:pt x="21388" y="4320"/>
                    <a:pt x="20771" y="3703"/>
                    <a:pt x="21388" y="617"/>
                  </a:cubicBezTo>
                  <a:cubicBezTo>
                    <a:pt x="21388" y="0"/>
                    <a:pt x="21388" y="0"/>
                    <a:pt x="21388" y="0"/>
                  </a:cubicBezTo>
                  <a:cubicBezTo>
                    <a:pt x="18919" y="0"/>
                    <a:pt x="15834" y="1851"/>
                    <a:pt x="15217" y="2469"/>
                  </a:cubicBezTo>
                  <a:cubicBezTo>
                    <a:pt x="14599" y="2469"/>
                    <a:pt x="10897" y="1234"/>
                    <a:pt x="10279" y="3086"/>
                  </a:cubicBezTo>
                  <a:cubicBezTo>
                    <a:pt x="10279" y="4937"/>
                    <a:pt x="7811" y="5554"/>
                    <a:pt x="5342" y="5554"/>
                  </a:cubicBezTo>
                  <a:cubicBezTo>
                    <a:pt x="2257" y="5554"/>
                    <a:pt x="3491" y="8023"/>
                    <a:pt x="3491" y="8640"/>
                  </a:cubicBezTo>
                  <a:cubicBezTo>
                    <a:pt x="3491" y="9257"/>
                    <a:pt x="2257" y="9874"/>
                    <a:pt x="2257" y="9874"/>
                  </a:cubicBezTo>
                  <a:cubicBezTo>
                    <a:pt x="405" y="10491"/>
                    <a:pt x="405" y="10491"/>
                    <a:pt x="405" y="10491"/>
                  </a:cubicBezTo>
                  <a:cubicBezTo>
                    <a:pt x="-212" y="11109"/>
                    <a:pt x="-212" y="11726"/>
                    <a:pt x="1022" y="12343"/>
                  </a:cubicBezTo>
                  <a:cubicBezTo>
                    <a:pt x="2874" y="13577"/>
                    <a:pt x="5342" y="17280"/>
                    <a:pt x="7194" y="18514"/>
                  </a:cubicBezTo>
                  <a:cubicBezTo>
                    <a:pt x="7811" y="18514"/>
                    <a:pt x="8428" y="19749"/>
                    <a:pt x="8428" y="20366"/>
                  </a:cubicBezTo>
                  <a:cubicBezTo>
                    <a:pt x="9662" y="20366"/>
                    <a:pt x="10897" y="20366"/>
                    <a:pt x="11514" y="20366"/>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6" name="Shape"/>
            <p:cNvSpPr/>
            <p:nvPr/>
          </p:nvSpPr>
          <p:spPr>
            <a:xfrm>
              <a:off x="2010444" y="2506666"/>
              <a:ext cx="80993" cy="63161"/>
            </a:xfrm>
            <a:custGeom>
              <a:avLst/>
              <a:gdLst/>
              <a:ahLst/>
              <a:cxnLst>
                <a:cxn ang="0">
                  <a:pos x="wd2" y="hd2"/>
                </a:cxn>
                <a:cxn ang="5400000">
                  <a:pos x="wd2" y="hd2"/>
                </a:cxn>
                <a:cxn ang="10800000">
                  <a:pos x="wd2" y="hd2"/>
                </a:cxn>
                <a:cxn ang="16200000">
                  <a:pos x="wd2" y="hd2"/>
                </a:cxn>
              </a:cxnLst>
              <a:rect l="0" t="0" r="r" b="b"/>
              <a:pathLst>
                <a:path w="21051" h="21600" extrusionOk="0">
                  <a:moveTo>
                    <a:pt x="20251" y="17486"/>
                  </a:moveTo>
                  <a:cubicBezTo>
                    <a:pt x="19451" y="16457"/>
                    <a:pt x="19451" y="14400"/>
                    <a:pt x="21051" y="12343"/>
                  </a:cubicBezTo>
                  <a:cubicBezTo>
                    <a:pt x="18651" y="9257"/>
                    <a:pt x="16251" y="4114"/>
                    <a:pt x="14651" y="2057"/>
                  </a:cubicBezTo>
                  <a:cubicBezTo>
                    <a:pt x="13051" y="2057"/>
                    <a:pt x="12251" y="2057"/>
                    <a:pt x="11451" y="1029"/>
                  </a:cubicBezTo>
                  <a:cubicBezTo>
                    <a:pt x="9851" y="0"/>
                    <a:pt x="6651" y="1029"/>
                    <a:pt x="5051" y="0"/>
                  </a:cubicBezTo>
                  <a:cubicBezTo>
                    <a:pt x="4251" y="0"/>
                    <a:pt x="2651" y="0"/>
                    <a:pt x="1051" y="0"/>
                  </a:cubicBezTo>
                  <a:cubicBezTo>
                    <a:pt x="1851" y="1029"/>
                    <a:pt x="1851" y="2057"/>
                    <a:pt x="1051" y="3086"/>
                  </a:cubicBezTo>
                  <a:cubicBezTo>
                    <a:pt x="-549" y="4114"/>
                    <a:pt x="-549" y="8229"/>
                    <a:pt x="2651" y="10286"/>
                  </a:cubicBezTo>
                  <a:cubicBezTo>
                    <a:pt x="5851" y="11314"/>
                    <a:pt x="5051" y="9257"/>
                    <a:pt x="6651" y="9257"/>
                  </a:cubicBezTo>
                  <a:cubicBezTo>
                    <a:pt x="8251" y="9257"/>
                    <a:pt x="7451" y="12343"/>
                    <a:pt x="9051" y="12343"/>
                  </a:cubicBezTo>
                  <a:cubicBezTo>
                    <a:pt x="10651" y="12343"/>
                    <a:pt x="13851" y="14400"/>
                    <a:pt x="13851" y="17486"/>
                  </a:cubicBezTo>
                  <a:cubicBezTo>
                    <a:pt x="13851" y="20571"/>
                    <a:pt x="14651" y="21600"/>
                    <a:pt x="17851" y="21600"/>
                  </a:cubicBezTo>
                  <a:cubicBezTo>
                    <a:pt x="17851" y="21600"/>
                    <a:pt x="18651" y="21600"/>
                    <a:pt x="18651" y="21600"/>
                  </a:cubicBezTo>
                  <a:cubicBezTo>
                    <a:pt x="19451" y="19543"/>
                    <a:pt x="20251" y="18514"/>
                    <a:pt x="20251" y="17486"/>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7" name="Shape"/>
            <p:cNvSpPr/>
            <p:nvPr/>
          </p:nvSpPr>
          <p:spPr>
            <a:xfrm>
              <a:off x="2047028" y="2198303"/>
              <a:ext cx="248526" cy="80824"/>
            </a:xfrm>
            <a:custGeom>
              <a:avLst/>
              <a:gdLst/>
              <a:ahLst/>
              <a:cxnLst>
                <a:cxn ang="0">
                  <a:pos x="wd2" y="hd2"/>
                </a:cxn>
                <a:cxn ang="5400000">
                  <a:pos x="wd2" y="hd2"/>
                </a:cxn>
                <a:cxn ang="10800000">
                  <a:pos x="wd2" y="hd2"/>
                </a:cxn>
                <a:cxn ang="16200000">
                  <a:pos x="wd2" y="hd2"/>
                </a:cxn>
              </a:cxnLst>
              <a:rect l="0" t="0" r="r" b="b"/>
              <a:pathLst>
                <a:path w="20703" h="19451" extrusionOk="0">
                  <a:moveTo>
                    <a:pt x="16876" y="11891"/>
                  </a:moveTo>
                  <a:cubicBezTo>
                    <a:pt x="15620" y="11891"/>
                    <a:pt x="11351" y="3251"/>
                    <a:pt x="7332" y="371"/>
                  </a:cubicBezTo>
                  <a:cubicBezTo>
                    <a:pt x="3062" y="-1789"/>
                    <a:pt x="-454" y="6131"/>
                    <a:pt x="48" y="7571"/>
                  </a:cubicBezTo>
                  <a:cubicBezTo>
                    <a:pt x="551" y="9731"/>
                    <a:pt x="2560" y="5411"/>
                    <a:pt x="3565" y="3251"/>
                  </a:cubicBezTo>
                  <a:cubicBezTo>
                    <a:pt x="4569" y="1091"/>
                    <a:pt x="5323" y="3971"/>
                    <a:pt x="5574" y="5411"/>
                  </a:cubicBezTo>
                  <a:cubicBezTo>
                    <a:pt x="5574" y="6851"/>
                    <a:pt x="6830" y="7571"/>
                    <a:pt x="8839" y="7571"/>
                  </a:cubicBezTo>
                  <a:cubicBezTo>
                    <a:pt x="11099" y="7571"/>
                    <a:pt x="11351" y="12611"/>
                    <a:pt x="13109" y="14051"/>
                  </a:cubicBezTo>
                  <a:cubicBezTo>
                    <a:pt x="15118" y="15491"/>
                    <a:pt x="13109" y="17651"/>
                    <a:pt x="14113" y="18371"/>
                  </a:cubicBezTo>
                  <a:cubicBezTo>
                    <a:pt x="15118" y="19811"/>
                    <a:pt x="20393" y="19811"/>
                    <a:pt x="20644" y="18371"/>
                  </a:cubicBezTo>
                  <a:cubicBezTo>
                    <a:pt x="21146" y="16931"/>
                    <a:pt x="18383" y="11891"/>
                    <a:pt x="16876" y="11891"/>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8" name="Shape"/>
            <p:cNvSpPr/>
            <p:nvPr/>
          </p:nvSpPr>
          <p:spPr>
            <a:xfrm>
              <a:off x="2193709" y="2316381"/>
              <a:ext cx="54246" cy="19699"/>
            </a:xfrm>
            <a:custGeom>
              <a:avLst/>
              <a:gdLst/>
              <a:ahLst/>
              <a:cxnLst>
                <a:cxn ang="0">
                  <a:pos x="wd2" y="hd2"/>
                </a:cxn>
                <a:cxn ang="5400000">
                  <a:pos x="wd2" y="hd2"/>
                </a:cxn>
                <a:cxn ang="10800000">
                  <a:pos x="wd2" y="hd2"/>
                </a:cxn>
                <a:cxn ang="16200000">
                  <a:pos x="wd2" y="hd2"/>
                </a:cxn>
              </a:cxnLst>
              <a:rect l="0" t="0" r="r" b="b"/>
              <a:pathLst>
                <a:path w="18551" h="12799" extrusionOk="0">
                  <a:moveTo>
                    <a:pt x="152" y="2684"/>
                  </a:moveTo>
                  <a:cubicBezTo>
                    <a:pt x="2312" y="9164"/>
                    <a:pt x="16352" y="17804"/>
                    <a:pt x="18512" y="9164"/>
                  </a:cubicBezTo>
                  <a:cubicBezTo>
                    <a:pt x="19592" y="2684"/>
                    <a:pt x="-2008" y="-3796"/>
                    <a:pt x="152" y="2684"/>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299" name="Shape"/>
            <p:cNvSpPr/>
            <p:nvPr/>
          </p:nvSpPr>
          <p:spPr>
            <a:xfrm>
              <a:off x="2472102" y="2313712"/>
              <a:ext cx="42365" cy="19221"/>
            </a:xfrm>
            <a:custGeom>
              <a:avLst/>
              <a:gdLst/>
              <a:ahLst/>
              <a:cxnLst>
                <a:cxn ang="0">
                  <a:pos x="wd2" y="hd2"/>
                </a:cxn>
                <a:cxn ang="5400000">
                  <a:pos x="wd2" y="hd2"/>
                </a:cxn>
                <a:cxn ang="10800000">
                  <a:pos x="wd2" y="hd2"/>
                </a:cxn>
                <a:cxn ang="16200000">
                  <a:pos x="wd2" y="hd2"/>
                </a:cxn>
              </a:cxnLst>
              <a:rect l="0" t="0" r="r" b="b"/>
              <a:pathLst>
                <a:path w="16193" h="12489" extrusionOk="0">
                  <a:moveTo>
                    <a:pt x="406" y="6578"/>
                  </a:moveTo>
                  <a:cubicBezTo>
                    <a:pt x="4006" y="17378"/>
                    <a:pt x="14806" y="10898"/>
                    <a:pt x="16006" y="6578"/>
                  </a:cubicBezTo>
                  <a:cubicBezTo>
                    <a:pt x="18406" y="98"/>
                    <a:pt x="-3194" y="-4222"/>
                    <a:pt x="406" y="6578"/>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300" name="Shape"/>
            <p:cNvSpPr/>
            <p:nvPr/>
          </p:nvSpPr>
          <p:spPr>
            <a:xfrm>
              <a:off x="658712" y="-1"/>
              <a:ext cx="2171108" cy="1672297"/>
            </a:xfrm>
            <a:custGeom>
              <a:avLst/>
              <a:gdLst/>
              <a:ahLst/>
              <a:cxnLst>
                <a:cxn ang="0">
                  <a:pos x="wd2" y="hd2"/>
                </a:cxn>
                <a:cxn ang="5400000">
                  <a:pos x="wd2" y="hd2"/>
                </a:cxn>
                <a:cxn ang="10800000">
                  <a:pos x="wd2" y="hd2"/>
                </a:cxn>
                <a:cxn ang="16200000">
                  <a:pos x="wd2" y="hd2"/>
                </a:cxn>
              </a:cxnLst>
              <a:rect l="0" t="0" r="r" b="b"/>
              <a:pathLst>
                <a:path w="21538" h="21517" extrusionOk="0">
                  <a:moveTo>
                    <a:pt x="4248" y="18856"/>
                  </a:moveTo>
                  <a:cubicBezTo>
                    <a:pt x="4187" y="18739"/>
                    <a:pt x="4007" y="18778"/>
                    <a:pt x="3977" y="18660"/>
                  </a:cubicBezTo>
                  <a:cubicBezTo>
                    <a:pt x="3946" y="18582"/>
                    <a:pt x="3796" y="18269"/>
                    <a:pt x="3705" y="18269"/>
                  </a:cubicBezTo>
                  <a:cubicBezTo>
                    <a:pt x="3615" y="18269"/>
                    <a:pt x="3495" y="18269"/>
                    <a:pt x="3374" y="18191"/>
                  </a:cubicBezTo>
                  <a:cubicBezTo>
                    <a:pt x="3284" y="18074"/>
                    <a:pt x="3193" y="18074"/>
                    <a:pt x="3133" y="18113"/>
                  </a:cubicBezTo>
                  <a:cubicBezTo>
                    <a:pt x="3043" y="18191"/>
                    <a:pt x="3193" y="18191"/>
                    <a:pt x="3193" y="18269"/>
                  </a:cubicBezTo>
                  <a:cubicBezTo>
                    <a:pt x="3193" y="18347"/>
                    <a:pt x="3254" y="18387"/>
                    <a:pt x="3314" y="18387"/>
                  </a:cubicBezTo>
                  <a:cubicBezTo>
                    <a:pt x="3374" y="18347"/>
                    <a:pt x="3404" y="18543"/>
                    <a:pt x="3464" y="18543"/>
                  </a:cubicBezTo>
                  <a:cubicBezTo>
                    <a:pt x="3555" y="18543"/>
                    <a:pt x="3555" y="18660"/>
                    <a:pt x="3645" y="18660"/>
                  </a:cubicBezTo>
                  <a:cubicBezTo>
                    <a:pt x="3705" y="18660"/>
                    <a:pt x="3736" y="18778"/>
                    <a:pt x="3766" y="18856"/>
                  </a:cubicBezTo>
                  <a:cubicBezTo>
                    <a:pt x="3796" y="18934"/>
                    <a:pt x="3886" y="18856"/>
                    <a:pt x="3886" y="18934"/>
                  </a:cubicBezTo>
                  <a:cubicBezTo>
                    <a:pt x="3886" y="18974"/>
                    <a:pt x="3977" y="19013"/>
                    <a:pt x="4007" y="19091"/>
                  </a:cubicBezTo>
                  <a:cubicBezTo>
                    <a:pt x="4157" y="19130"/>
                    <a:pt x="4278" y="19130"/>
                    <a:pt x="4368" y="19091"/>
                  </a:cubicBezTo>
                  <a:cubicBezTo>
                    <a:pt x="4398" y="19052"/>
                    <a:pt x="4398" y="19013"/>
                    <a:pt x="4398" y="18974"/>
                  </a:cubicBezTo>
                  <a:cubicBezTo>
                    <a:pt x="4459" y="18895"/>
                    <a:pt x="4338" y="18934"/>
                    <a:pt x="4248" y="18856"/>
                  </a:cubicBezTo>
                  <a:close/>
                  <a:moveTo>
                    <a:pt x="4067" y="7743"/>
                  </a:moveTo>
                  <a:cubicBezTo>
                    <a:pt x="4278" y="7821"/>
                    <a:pt x="4278" y="8252"/>
                    <a:pt x="4428" y="8252"/>
                  </a:cubicBezTo>
                  <a:cubicBezTo>
                    <a:pt x="4519" y="8252"/>
                    <a:pt x="4428" y="8134"/>
                    <a:pt x="4579" y="8134"/>
                  </a:cubicBezTo>
                  <a:cubicBezTo>
                    <a:pt x="4730" y="8134"/>
                    <a:pt x="4700" y="8017"/>
                    <a:pt x="4820" y="8056"/>
                  </a:cubicBezTo>
                  <a:cubicBezTo>
                    <a:pt x="4941" y="8056"/>
                    <a:pt x="5061" y="7978"/>
                    <a:pt x="5061" y="7782"/>
                  </a:cubicBezTo>
                  <a:cubicBezTo>
                    <a:pt x="5061" y="7587"/>
                    <a:pt x="5151" y="7547"/>
                    <a:pt x="5272" y="7508"/>
                  </a:cubicBezTo>
                  <a:cubicBezTo>
                    <a:pt x="5392" y="7469"/>
                    <a:pt x="5302" y="7234"/>
                    <a:pt x="5483" y="7195"/>
                  </a:cubicBezTo>
                  <a:cubicBezTo>
                    <a:pt x="5664" y="7117"/>
                    <a:pt x="6146" y="6843"/>
                    <a:pt x="6236" y="6765"/>
                  </a:cubicBezTo>
                  <a:cubicBezTo>
                    <a:pt x="6326" y="6687"/>
                    <a:pt x="6146" y="6569"/>
                    <a:pt x="5935" y="6413"/>
                  </a:cubicBezTo>
                  <a:cubicBezTo>
                    <a:pt x="5754" y="6256"/>
                    <a:pt x="5603" y="6217"/>
                    <a:pt x="5453" y="6334"/>
                  </a:cubicBezTo>
                  <a:cubicBezTo>
                    <a:pt x="5302" y="6491"/>
                    <a:pt x="5423" y="6217"/>
                    <a:pt x="5302" y="6295"/>
                  </a:cubicBezTo>
                  <a:cubicBezTo>
                    <a:pt x="5182" y="6334"/>
                    <a:pt x="4850" y="6178"/>
                    <a:pt x="4820" y="6100"/>
                  </a:cubicBezTo>
                  <a:cubicBezTo>
                    <a:pt x="4760" y="6021"/>
                    <a:pt x="4187" y="6256"/>
                    <a:pt x="4067" y="6256"/>
                  </a:cubicBezTo>
                  <a:cubicBezTo>
                    <a:pt x="3916" y="6256"/>
                    <a:pt x="4067" y="6452"/>
                    <a:pt x="4157" y="6530"/>
                  </a:cubicBezTo>
                  <a:cubicBezTo>
                    <a:pt x="4248" y="6647"/>
                    <a:pt x="3916" y="6960"/>
                    <a:pt x="3977" y="7000"/>
                  </a:cubicBezTo>
                  <a:cubicBezTo>
                    <a:pt x="4067" y="7078"/>
                    <a:pt x="3916" y="7274"/>
                    <a:pt x="3766" y="7508"/>
                  </a:cubicBezTo>
                  <a:cubicBezTo>
                    <a:pt x="3615" y="7704"/>
                    <a:pt x="3886" y="7704"/>
                    <a:pt x="4067" y="7743"/>
                  </a:cubicBezTo>
                  <a:close/>
                  <a:moveTo>
                    <a:pt x="9459" y="8917"/>
                  </a:moveTo>
                  <a:cubicBezTo>
                    <a:pt x="9520" y="8800"/>
                    <a:pt x="9791" y="9113"/>
                    <a:pt x="9791" y="8878"/>
                  </a:cubicBezTo>
                  <a:cubicBezTo>
                    <a:pt x="9791" y="8682"/>
                    <a:pt x="9490" y="8565"/>
                    <a:pt x="9369" y="8487"/>
                  </a:cubicBezTo>
                  <a:cubicBezTo>
                    <a:pt x="9218" y="8369"/>
                    <a:pt x="9188" y="8408"/>
                    <a:pt x="8977" y="8213"/>
                  </a:cubicBezTo>
                  <a:cubicBezTo>
                    <a:pt x="8767" y="8017"/>
                    <a:pt x="9038" y="7939"/>
                    <a:pt x="8887" y="7782"/>
                  </a:cubicBezTo>
                  <a:cubicBezTo>
                    <a:pt x="8736" y="7626"/>
                    <a:pt x="8676" y="7195"/>
                    <a:pt x="8767" y="7078"/>
                  </a:cubicBezTo>
                  <a:cubicBezTo>
                    <a:pt x="8887" y="6921"/>
                    <a:pt x="9008" y="6726"/>
                    <a:pt x="8827" y="6608"/>
                  </a:cubicBezTo>
                  <a:cubicBezTo>
                    <a:pt x="8616" y="6530"/>
                    <a:pt x="8315" y="6687"/>
                    <a:pt x="8345" y="6765"/>
                  </a:cubicBezTo>
                  <a:cubicBezTo>
                    <a:pt x="8375" y="6804"/>
                    <a:pt x="8646" y="7000"/>
                    <a:pt x="8646" y="7078"/>
                  </a:cubicBezTo>
                  <a:cubicBezTo>
                    <a:pt x="8646" y="7156"/>
                    <a:pt x="8405" y="6843"/>
                    <a:pt x="8315" y="6921"/>
                  </a:cubicBezTo>
                  <a:cubicBezTo>
                    <a:pt x="8224" y="7000"/>
                    <a:pt x="8134" y="6765"/>
                    <a:pt x="8044" y="6921"/>
                  </a:cubicBezTo>
                  <a:cubicBezTo>
                    <a:pt x="7983" y="7078"/>
                    <a:pt x="8134" y="7547"/>
                    <a:pt x="8224" y="7704"/>
                  </a:cubicBezTo>
                  <a:cubicBezTo>
                    <a:pt x="8285" y="7821"/>
                    <a:pt x="8134" y="7821"/>
                    <a:pt x="8074" y="7860"/>
                  </a:cubicBezTo>
                  <a:cubicBezTo>
                    <a:pt x="7983" y="7900"/>
                    <a:pt x="7953" y="7469"/>
                    <a:pt x="7893" y="7313"/>
                  </a:cubicBezTo>
                  <a:cubicBezTo>
                    <a:pt x="7803" y="7156"/>
                    <a:pt x="7441" y="6960"/>
                    <a:pt x="7441" y="7078"/>
                  </a:cubicBezTo>
                  <a:cubicBezTo>
                    <a:pt x="7411" y="7195"/>
                    <a:pt x="7652" y="7195"/>
                    <a:pt x="7622" y="7352"/>
                  </a:cubicBezTo>
                  <a:cubicBezTo>
                    <a:pt x="7592" y="7508"/>
                    <a:pt x="7441" y="7274"/>
                    <a:pt x="7321" y="7391"/>
                  </a:cubicBezTo>
                  <a:cubicBezTo>
                    <a:pt x="7200" y="7508"/>
                    <a:pt x="7230" y="7430"/>
                    <a:pt x="7260" y="7313"/>
                  </a:cubicBezTo>
                  <a:cubicBezTo>
                    <a:pt x="7290" y="7156"/>
                    <a:pt x="7079" y="7039"/>
                    <a:pt x="6869" y="7078"/>
                  </a:cubicBezTo>
                  <a:cubicBezTo>
                    <a:pt x="6658" y="7078"/>
                    <a:pt x="6778" y="7274"/>
                    <a:pt x="6718" y="7352"/>
                  </a:cubicBezTo>
                  <a:cubicBezTo>
                    <a:pt x="6658" y="7430"/>
                    <a:pt x="6326" y="7313"/>
                    <a:pt x="6537" y="7274"/>
                  </a:cubicBezTo>
                  <a:cubicBezTo>
                    <a:pt x="6718" y="7195"/>
                    <a:pt x="6658" y="7039"/>
                    <a:pt x="6567" y="6882"/>
                  </a:cubicBezTo>
                  <a:cubicBezTo>
                    <a:pt x="6507" y="6726"/>
                    <a:pt x="6296" y="6921"/>
                    <a:pt x="5965" y="7078"/>
                  </a:cubicBezTo>
                  <a:cubicBezTo>
                    <a:pt x="5633" y="7234"/>
                    <a:pt x="5483" y="7391"/>
                    <a:pt x="5513" y="7391"/>
                  </a:cubicBezTo>
                  <a:cubicBezTo>
                    <a:pt x="5543" y="7430"/>
                    <a:pt x="5573" y="7508"/>
                    <a:pt x="5453" y="7626"/>
                  </a:cubicBezTo>
                  <a:cubicBezTo>
                    <a:pt x="5302" y="7782"/>
                    <a:pt x="5453" y="7900"/>
                    <a:pt x="5543" y="7900"/>
                  </a:cubicBezTo>
                  <a:cubicBezTo>
                    <a:pt x="5664" y="7900"/>
                    <a:pt x="5573" y="8017"/>
                    <a:pt x="5664" y="8056"/>
                  </a:cubicBezTo>
                  <a:cubicBezTo>
                    <a:pt x="5724" y="8095"/>
                    <a:pt x="6115" y="7860"/>
                    <a:pt x="6236" y="7939"/>
                  </a:cubicBezTo>
                  <a:cubicBezTo>
                    <a:pt x="6326" y="8056"/>
                    <a:pt x="5603" y="8095"/>
                    <a:pt x="5603" y="8291"/>
                  </a:cubicBezTo>
                  <a:cubicBezTo>
                    <a:pt x="5603" y="8447"/>
                    <a:pt x="5995" y="8526"/>
                    <a:pt x="6296" y="8487"/>
                  </a:cubicBezTo>
                  <a:cubicBezTo>
                    <a:pt x="6597" y="8408"/>
                    <a:pt x="7140" y="8526"/>
                    <a:pt x="7140" y="8604"/>
                  </a:cubicBezTo>
                  <a:cubicBezTo>
                    <a:pt x="7140" y="8721"/>
                    <a:pt x="6778" y="8682"/>
                    <a:pt x="6507" y="8682"/>
                  </a:cubicBezTo>
                  <a:cubicBezTo>
                    <a:pt x="6236" y="8682"/>
                    <a:pt x="5784" y="8760"/>
                    <a:pt x="5784" y="8878"/>
                  </a:cubicBezTo>
                  <a:cubicBezTo>
                    <a:pt x="5814" y="8995"/>
                    <a:pt x="5844" y="8995"/>
                    <a:pt x="6115" y="9191"/>
                  </a:cubicBezTo>
                  <a:cubicBezTo>
                    <a:pt x="6417" y="9347"/>
                    <a:pt x="6688" y="9113"/>
                    <a:pt x="6688" y="9347"/>
                  </a:cubicBezTo>
                  <a:cubicBezTo>
                    <a:pt x="6688" y="9582"/>
                    <a:pt x="6838" y="9621"/>
                    <a:pt x="7200" y="9660"/>
                  </a:cubicBezTo>
                  <a:cubicBezTo>
                    <a:pt x="7592" y="9660"/>
                    <a:pt x="7772" y="9426"/>
                    <a:pt x="7953" y="9426"/>
                  </a:cubicBezTo>
                  <a:cubicBezTo>
                    <a:pt x="8134" y="9465"/>
                    <a:pt x="8224" y="9387"/>
                    <a:pt x="8285" y="9230"/>
                  </a:cubicBezTo>
                  <a:cubicBezTo>
                    <a:pt x="8375" y="9074"/>
                    <a:pt x="8465" y="9152"/>
                    <a:pt x="8465" y="9269"/>
                  </a:cubicBezTo>
                  <a:cubicBezTo>
                    <a:pt x="8495" y="9347"/>
                    <a:pt x="8736" y="9308"/>
                    <a:pt x="8797" y="9387"/>
                  </a:cubicBezTo>
                  <a:cubicBezTo>
                    <a:pt x="8917" y="9582"/>
                    <a:pt x="9369" y="9504"/>
                    <a:pt x="9550" y="9387"/>
                  </a:cubicBezTo>
                  <a:cubicBezTo>
                    <a:pt x="9731" y="9308"/>
                    <a:pt x="9490" y="8995"/>
                    <a:pt x="9399" y="9113"/>
                  </a:cubicBezTo>
                  <a:cubicBezTo>
                    <a:pt x="9309" y="9269"/>
                    <a:pt x="9218" y="9191"/>
                    <a:pt x="9218" y="9113"/>
                  </a:cubicBezTo>
                  <a:cubicBezTo>
                    <a:pt x="9188" y="9034"/>
                    <a:pt x="9369" y="8995"/>
                    <a:pt x="9459" y="8917"/>
                  </a:cubicBezTo>
                  <a:close/>
                  <a:moveTo>
                    <a:pt x="5362" y="5474"/>
                  </a:moveTo>
                  <a:cubicBezTo>
                    <a:pt x="5543" y="5513"/>
                    <a:pt x="5754" y="5278"/>
                    <a:pt x="5754" y="5160"/>
                  </a:cubicBezTo>
                  <a:cubicBezTo>
                    <a:pt x="5724" y="5004"/>
                    <a:pt x="5272" y="5474"/>
                    <a:pt x="5362" y="5474"/>
                  </a:cubicBezTo>
                  <a:close/>
                  <a:moveTo>
                    <a:pt x="4459" y="5082"/>
                  </a:moveTo>
                  <a:cubicBezTo>
                    <a:pt x="4549" y="5121"/>
                    <a:pt x="4459" y="5317"/>
                    <a:pt x="4549" y="5278"/>
                  </a:cubicBezTo>
                  <a:cubicBezTo>
                    <a:pt x="4639" y="5200"/>
                    <a:pt x="4669" y="5200"/>
                    <a:pt x="4730" y="5200"/>
                  </a:cubicBezTo>
                  <a:cubicBezTo>
                    <a:pt x="4850" y="5278"/>
                    <a:pt x="4880" y="5121"/>
                    <a:pt x="4910" y="5082"/>
                  </a:cubicBezTo>
                  <a:cubicBezTo>
                    <a:pt x="4971" y="5004"/>
                    <a:pt x="4971" y="5317"/>
                    <a:pt x="5091" y="5317"/>
                  </a:cubicBezTo>
                  <a:cubicBezTo>
                    <a:pt x="5212" y="5317"/>
                    <a:pt x="5182" y="4965"/>
                    <a:pt x="5302" y="5082"/>
                  </a:cubicBezTo>
                  <a:cubicBezTo>
                    <a:pt x="5392" y="5160"/>
                    <a:pt x="5453" y="5043"/>
                    <a:pt x="5453" y="4926"/>
                  </a:cubicBezTo>
                  <a:cubicBezTo>
                    <a:pt x="5483" y="4847"/>
                    <a:pt x="5483" y="4691"/>
                    <a:pt x="5603" y="4652"/>
                  </a:cubicBezTo>
                  <a:cubicBezTo>
                    <a:pt x="5724" y="4613"/>
                    <a:pt x="5633" y="4808"/>
                    <a:pt x="5664" y="4926"/>
                  </a:cubicBezTo>
                  <a:cubicBezTo>
                    <a:pt x="5754" y="5121"/>
                    <a:pt x="5905" y="4926"/>
                    <a:pt x="5905" y="4847"/>
                  </a:cubicBezTo>
                  <a:cubicBezTo>
                    <a:pt x="5905" y="4769"/>
                    <a:pt x="6115" y="4808"/>
                    <a:pt x="6085" y="4730"/>
                  </a:cubicBezTo>
                  <a:cubicBezTo>
                    <a:pt x="6085" y="4613"/>
                    <a:pt x="6146" y="4613"/>
                    <a:pt x="6085" y="4495"/>
                  </a:cubicBezTo>
                  <a:cubicBezTo>
                    <a:pt x="6055" y="4378"/>
                    <a:pt x="6176" y="4417"/>
                    <a:pt x="6236" y="4339"/>
                  </a:cubicBezTo>
                  <a:cubicBezTo>
                    <a:pt x="6296" y="4221"/>
                    <a:pt x="6146" y="4300"/>
                    <a:pt x="6055" y="4182"/>
                  </a:cubicBezTo>
                  <a:cubicBezTo>
                    <a:pt x="5935" y="4065"/>
                    <a:pt x="5905" y="4221"/>
                    <a:pt x="5905" y="4300"/>
                  </a:cubicBezTo>
                  <a:cubicBezTo>
                    <a:pt x="5905" y="4378"/>
                    <a:pt x="5694" y="4339"/>
                    <a:pt x="5573" y="4260"/>
                  </a:cubicBezTo>
                  <a:cubicBezTo>
                    <a:pt x="5453" y="4221"/>
                    <a:pt x="5302" y="4456"/>
                    <a:pt x="5151" y="4574"/>
                  </a:cubicBezTo>
                  <a:cubicBezTo>
                    <a:pt x="4971" y="4691"/>
                    <a:pt x="4971" y="4887"/>
                    <a:pt x="4790" y="4847"/>
                  </a:cubicBezTo>
                  <a:cubicBezTo>
                    <a:pt x="4639" y="4847"/>
                    <a:pt x="4398" y="5043"/>
                    <a:pt x="4459" y="5082"/>
                  </a:cubicBezTo>
                  <a:close/>
                  <a:moveTo>
                    <a:pt x="6146" y="5004"/>
                  </a:moveTo>
                  <a:cubicBezTo>
                    <a:pt x="5995" y="5004"/>
                    <a:pt x="5995" y="5200"/>
                    <a:pt x="6176" y="5200"/>
                  </a:cubicBezTo>
                  <a:cubicBezTo>
                    <a:pt x="6356" y="5200"/>
                    <a:pt x="6417" y="5278"/>
                    <a:pt x="6146" y="5278"/>
                  </a:cubicBezTo>
                  <a:cubicBezTo>
                    <a:pt x="5905" y="5278"/>
                    <a:pt x="5814" y="5552"/>
                    <a:pt x="5965" y="5474"/>
                  </a:cubicBezTo>
                  <a:cubicBezTo>
                    <a:pt x="6146" y="5434"/>
                    <a:pt x="6356" y="5434"/>
                    <a:pt x="6236" y="5474"/>
                  </a:cubicBezTo>
                  <a:cubicBezTo>
                    <a:pt x="6085" y="5552"/>
                    <a:pt x="5754" y="5591"/>
                    <a:pt x="5784" y="5669"/>
                  </a:cubicBezTo>
                  <a:cubicBezTo>
                    <a:pt x="5814" y="5708"/>
                    <a:pt x="5965" y="5708"/>
                    <a:pt x="6115" y="5787"/>
                  </a:cubicBezTo>
                  <a:cubicBezTo>
                    <a:pt x="6236" y="5865"/>
                    <a:pt x="6326" y="5904"/>
                    <a:pt x="6447" y="5747"/>
                  </a:cubicBezTo>
                  <a:cubicBezTo>
                    <a:pt x="6537" y="5591"/>
                    <a:pt x="6688" y="5434"/>
                    <a:pt x="6628" y="5630"/>
                  </a:cubicBezTo>
                  <a:cubicBezTo>
                    <a:pt x="6567" y="5865"/>
                    <a:pt x="6808" y="5708"/>
                    <a:pt x="7079" y="5669"/>
                  </a:cubicBezTo>
                  <a:cubicBezTo>
                    <a:pt x="7381" y="5669"/>
                    <a:pt x="7049" y="5904"/>
                    <a:pt x="6748" y="5943"/>
                  </a:cubicBezTo>
                  <a:cubicBezTo>
                    <a:pt x="6447" y="5943"/>
                    <a:pt x="6507" y="6139"/>
                    <a:pt x="6718" y="6217"/>
                  </a:cubicBezTo>
                  <a:cubicBezTo>
                    <a:pt x="6959" y="6295"/>
                    <a:pt x="7471" y="6021"/>
                    <a:pt x="7592" y="5865"/>
                  </a:cubicBezTo>
                  <a:cubicBezTo>
                    <a:pt x="7712" y="5708"/>
                    <a:pt x="7803" y="5943"/>
                    <a:pt x="7923" y="5865"/>
                  </a:cubicBezTo>
                  <a:cubicBezTo>
                    <a:pt x="8044" y="5747"/>
                    <a:pt x="8285" y="5865"/>
                    <a:pt x="8465" y="5787"/>
                  </a:cubicBezTo>
                  <a:cubicBezTo>
                    <a:pt x="8676" y="5747"/>
                    <a:pt x="8706" y="5239"/>
                    <a:pt x="8556" y="5160"/>
                  </a:cubicBezTo>
                  <a:cubicBezTo>
                    <a:pt x="8405" y="5082"/>
                    <a:pt x="8405" y="5278"/>
                    <a:pt x="8285" y="5278"/>
                  </a:cubicBezTo>
                  <a:cubicBezTo>
                    <a:pt x="8194" y="5317"/>
                    <a:pt x="8104" y="5121"/>
                    <a:pt x="8013" y="5004"/>
                  </a:cubicBezTo>
                  <a:cubicBezTo>
                    <a:pt x="7923" y="4887"/>
                    <a:pt x="7983" y="4613"/>
                    <a:pt x="7833" y="4652"/>
                  </a:cubicBezTo>
                  <a:cubicBezTo>
                    <a:pt x="7712" y="4691"/>
                    <a:pt x="7411" y="4965"/>
                    <a:pt x="7592" y="5004"/>
                  </a:cubicBezTo>
                  <a:cubicBezTo>
                    <a:pt x="7772" y="5043"/>
                    <a:pt x="7712" y="5160"/>
                    <a:pt x="7622" y="5200"/>
                  </a:cubicBezTo>
                  <a:cubicBezTo>
                    <a:pt x="7501" y="5278"/>
                    <a:pt x="7833" y="5356"/>
                    <a:pt x="7803" y="5474"/>
                  </a:cubicBezTo>
                  <a:cubicBezTo>
                    <a:pt x="7742" y="5552"/>
                    <a:pt x="7260" y="5474"/>
                    <a:pt x="7230" y="5317"/>
                  </a:cubicBezTo>
                  <a:cubicBezTo>
                    <a:pt x="7200" y="5200"/>
                    <a:pt x="6838" y="4926"/>
                    <a:pt x="6658" y="5004"/>
                  </a:cubicBezTo>
                  <a:cubicBezTo>
                    <a:pt x="6507" y="5043"/>
                    <a:pt x="6567" y="4808"/>
                    <a:pt x="6417" y="4808"/>
                  </a:cubicBezTo>
                  <a:cubicBezTo>
                    <a:pt x="6236" y="4808"/>
                    <a:pt x="6296" y="5004"/>
                    <a:pt x="6146" y="5004"/>
                  </a:cubicBezTo>
                  <a:close/>
                  <a:moveTo>
                    <a:pt x="6718" y="3987"/>
                  </a:moveTo>
                  <a:cubicBezTo>
                    <a:pt x="6748" y="3830"/>
                    <a:pt x="6356" y="3869"/>
                    <a:pt x="6387" y="3908"/>
                  </a:cubicBezTo>
                  <a:cubicBezTo>
                    <a:pt x="6447" y="4026"/>
                    <a:pt x="6658" y="4182"/>
                    <a:pt x="6718" y="3987"/>
                  </a:cubicBezTo>
                  <a:close/>
                  <a:moveTo>
                    <a:pt x="7592" y="3947"/>
                  </a:moveTo>
                  <a:cubicBezTo>
                    <a:pt x="7742" y="3908"/>
                    <a:pt x="7682" y="3752"/>
                    <a:pt x="7441" y="3791"/>
                  </a:cubicBezTo>
                  <a:cubicBezTo>
                    <a:pt x="7230" y="3830"/>
                    <a:pt x="6838" y="3830"/>
                    <a:pt x="6838" y="4065"/>
                  </a:cubicBezTo>
                  <a:cubicBezTo>
                    <a:pt x="6838" y="4221"/>
                    <a:pt x="6899" y="4300"/>
                    <a:pt x="7170" y="4339"/>
                  </a:cubicBezTo>
                  <a:cubicBezTo>
                    <a:pt x="7411" y="4378"/>
                    <a:pt x="7622" y="4065"/>
                    <a:pt x="7501" y="4065"/>
                  </a:cubicBezTo>
                  <a:cubicBezTo>
                    <a:pt x="7381" y="4065"/>
                    <a:pt x="7471" y="3947"/>
                    <a:pt x="7592" y="3947"/>
                  </a:cubicBezTo>
                  <a:close/>
                  <a:moveTo>
                    <a:pt x="7079" y="3674"/>
                  </a:moveTo>
                  <a:cubicBezTo>
                    <a:pt x="7170" y="3713"/>
                    <a:pt x="7290" y="3556"/>
                    <a:pt x="7351" y="3634"/>
                  </a:cubicBezTo>
                  <a:cubicBezTo>
                    <a:pt x="7441" y="3713"/>
                    <a:pt x="7772" y="3791"/>
                    <a:pt x="7772" y="3556"/>
                  </a:cubicBezTo>
                  <a:cubicBezTo>
                    <a:pt x="7772" y="3321"/>
                    <a:pt x="7351" y="3321"/>
                    <a:pt x="7230" y="3400"/>
                  </a:cubicBezTo>
                  <a:cubicBezTo>
                    <a:pt x="7140" y="3478"/>
                    <a:pt x="6658" y="3517"/>
                    <a:pt x="6778" y="3634"/>
                  </a:cubicBezTo>
                  <a:cubicBezTo>
                    <a:pt x="6869" y="3713"/>
                    <a:pt x="6959" y="3595"/>
                    <a:pt x="7079" y="3674"/>
                  </a:cubicBezTo>
                  <a:close/>
                  <a:moveTo>
                    <a:pt x="8857" y="3243"/>
                  </a:moveTo>
                  <a:cubicBezTo>
                    <a:pt x="9008" y="3126"/>
                    <a:pt x="9218" y="3321"/>
                    <a:pt x="9188" y="3439"/>
                  </a:cubicBezTo>
                  <a:cubicBezTo>
                    <a:pt x="9158" y="3556"/>
                    <a:pt x="8767" y="3400"/>
                    <a:pt x="8797" y="3517"/>
                  </a:cubicBezTo>
                  <a:cubicBezTo>
                    <a:pt x="8827" y="3556"/>
                    <a:pt x="8857" y="3713"/>
                    <a:pt x="9128" y="3634"/>
                  </a:cubicBezTo>
                  <a:cubicBezTo>
                    <a:pt x="9369" y="3517"/>
                    <a:pt x="9580" y="3595"/>
                    <a:pt x="9761" y="3791"/>
                  </a:cubicBezTo>
                  <a:cubicBezTo>
                    <a:pt x="9941" y="3947"/>
                    <a:pt x="10092" y="4026"/>
                    <a:pt x="10213" y="3830"/>
                  </a:cubicBezTo>
                  <a:cubicBezTo>
                    <a:pt x="10333" y="3674"/>
                    <a:pt x="10062" y="3634"/>
                    <a:pt x="10122" y="3517"/>
                  </a:cubicBezTo>
                  <a:cubicBezTo>
                    <a:pt x="10152" y="3360"/>
                    <a:pt x="9941" y="3282"/>
                    <a:pt x="9821" y="3282"/>
                  </a:cubicBezTo>
                  <a:cubicBezTo>
                    <a:pt x="9700" y="3282"/>
                    <a:pt x="9670" y="3008"/>
                    <a:pt x="9580" y="3047"/>
                  </a:cubicBezTo>
                  <a:cubicBezTo>
                    <a:pt x="9459" y="3126"/>
                    <a:pt x="9399" y="3204"/>
                    <a:pt x="9399" y="3008"/>
                  </a:cubicBezTo>
                  <a:cubicBezTo>
                    <a:pt x="9399" y="2852"/>
                    <a:pt x="8857" y="2813"/>
                    <a:pt x="8706" y="2891"/>
                  </a:cubicBezTo>
                  <a:cubicBezTo>
                    <a:pt x="8556" y="2969"/>
                    <a:pt x="8736" y="3360"/>
                    <a:pt x="8857" y="3243"/>
                  </a:cubicBezTo>
                  <a:close/>
                  <a:moveTo>
                    <a:pt x="8947" y="4417"/>
                  </a:moveTo>
                  <a:cubicBezTo>
                    <a:pt x="9038" y="4260"/>
                    <a:pt x="8586" y="3830"/>
                    <a:pt x="8586" y="4026"/>
                  </a:cubicBezTo>
                  <a:cubicBezTo>
                    <a:pt x="8556" y="4221"/>
                    <a:pt x="8857" y="4574"/>
                    <a:pt x="8947" y="4417"/>
                  </a:cubicBezTo>
                  <a:close/>
                  <a:moveTo>
                    <a:pt x="10333" y="2578"/>
                  </a:moveTo>
                  <a:cubicBezTo>
                    <a:pt x="10423" y="2421"/>
                    <a:pt x="9881" y="2265"/>
                    <a:pt x="10032" y="2421"/>
                  </a:cubicBezTo>
                  <a:cubicBezTo>
                    <a:pt x="10092" y="2500"/>
                    <a:pt x="10273" y="2734"/>
                    <a:pt x="10333" y="2578"/>
                  </a:cubicBezTo>
                  <a:close/>
                  <a:moveTo>
                    <a:pt x="9128" y="5747"/>
                  </a:moveTo>
                  <a:cubicBezTo>
                    <a:pt x="9188" y="5630"/>
                    <a:pt x="8977" y="5395"/>
                    <a:pt x="8887" y="5591"/>
                  </a:cubicBezTo>
                  <a:cubicBezTo>
                    <a:pt x="8827" y="5787"/>
                    <a:pt x="9038" y="5865"/>
                    <a:pt x="9128" y="5747"/>
                  </a:cubicBezTo>
                  <a:close/>
                  <a:moveTo>
                    <a:pt x="10333" y="4769"/>
                  </a:moveTo>
                  <a:cubicBezTo>
                    <a:pt x="10333" y="4926"/>
                    <a:pt x="10092" y="4730"/>
                    <a:pt x="9881" y="4652"/>
                  </a:cubicBezTo>
                  <a:cubicBezTo>
                    <a:pt x="9700" y="4534"/>
                    <a:pt x="9821" y="4847"/>
                    <a:pt x="9972" y="5004"/>
                  </a:cubicBezTo>
                  <a:cubicBezTo>
                    <a:pt x="10122" y="5160"/>
                    <a:pt x="9881" y="5082"/>
                    <a:pt x="9670" y="4926"/>
                  </a:cubicBezTo>
                  <a:cubicBezTo>
                    <a:pt x="9490" y="4730"/>
                    <a:pt x="9490" y="5043"/>
                    <a:pt x="9610" y="5121"/>
                  </a:cubicBezTo>
                  <a:cubicBezTo>
                    <a:pt x="9700" y="5239"/>
                    <a:pt x="9580" y="5356"/>
                    <a:pt x="9459" y="5160"/>
                  </a:cubicBezTo>
                  <a:cubicBezTo>
                    <a:pt x="9309" y="4926"/>
                    <a:pt x="9249" y="4691"/>
                    <a:pt x="9038" y="4691"/>
                  </a:cubicBezTo>
                  <a:cubicBezTo>
                    <a:pt x="8857" y="4652"/>
                    <a:pt x="8947" y="4926"/>
                    <a:pt x="9008" y="5082"/>
                  </a:cubicBezTo>
                  <a:cubicBezTo>
                    <a:pt x="9128" y="5239"/>
                    <a:pt x="9218" y="5278"/>
                    <a:pt x="9399" y="5395"/>
                  </a:cubicBezTo>
                  <a:cubicBezTo>
                    <a:pt x="9580" y="5552"/>
                    <a:pt x="9851" y="5356"/>
                    <a:pt x="9972" y="5395"/>
                  </a:cubicBezTo>
                  <a:cubicBezTo>
                    <a:pt x="10122" y="5434"/>
                    <a:pt x="9851" y="5669"/>
                    <a:pt x="9941" y="5787"/>
                  </a:cubicBezTo>
                  <a:cubicBezTo>
                    <a:pt x="10032" y="5943"/>
                    <a:pt x="10243" y="5826"/>
                    <a:pt x="10423" y="5826"/>
                  </a:cubicBezTo>
                  <a:cubicBezTo>
                    <a:pt x="10604" y="5787"/>
                    <a:pt x="10544" y="5669"/>
                    <a:pt x="10634" y="5552"/>
                  </a:cubicBezTo>
                  <a:cubicBezTo>
                    <a:pt x="10755" y="5474"/>
                    <a:pt x="10544" y="5474"/>
                    <a:pt x="10604" y="5239"/>
                  </a:cubicBezTo>
                  <a:cubicBezTo>
                    <a:pt x="10695" y="5004"/>
                    <a:pt x="10363" y="4613"/>
                    <a:pt x="10333" y="4769"/>
                  </a:cubicBezTo>
                  <a:close/>
                  <a:moveTo>
                    <a:pt x="10785" y="3947"/>
                  </a:moveTo>
                  <a:cubicBezTo>
                    <a:pt x="10966" y="3947"/>
                    <a:pt x="11086" y="3908"/>
                    <a:pt x="11207" y="3830"/>
                  </a:cubicBezTo>
                  <a:cubicBezTo>
                    <a:pt x="11357" y="3791"/>
                    <a:pt x="11146" y="3791"/>
                    <a:pt x="11237" y="3595"/>
                  </a:cubicBezTo>
                  <a:cubicBezTo>
                    <a:pt x="11327" y="3439"/>
                    <a:pt x="10996" y="3439"/>
                    <a:pt x="10996" y="3478"/>
                  </a:cubicBezTo>
                  <a:cubicBezTo>
                    <a:pt x="10966" y="3556"/>
                    <a:pt x="10544" y="3165"/>
                    <a:pt x="10484" y="3282"/>
                  </a:cubicBezTo>
                  <a:cubicBezTo>
                    <a:pt x="10423" y="3400"/>
                    <a:pt x="10634" y="3947"/>
                    <a:pt x="10785" y="3947"/>
                  </a:cubicBezTo>
                  <a:close/>
                  <a:moveTo>
                    <a:pt x="11659" y="4026"/>
                  </a:moveTo>
                  <a:cubicBezTo>
                    <a:pt x="11628" y="3947"/>
                    <a:pt x="10815" y="4065"/>
                    <a:pt x="10966" y="4182"/>
                  </a:cubicBezTo>
                  <a:cubicBezTo>
                    <a:pt x="11177" y="4378"/>
                    <a:pt x="11689" y="4104"/>
                    <a:pt x="11659" y="4026"/>
                  </a:cubicBezTo>
                  <a:close/>
                  <a:moveTo>
                    <a:pt x="11538" y="6060"/>
                  </a:moveTo>
                  <a:cubicBezTo>
                    <a:pt x="11749" y="6021"/>
                    <a:pt x="11628" y="5747"/>
                    <a:pt x="11418" y="5513"/>
                  </a:cubicBezTo>
                  <a:cubicBezTo>
                    <a:pt x="11207" y="5317"/>
                    <a:pt x="10725" y="5747"/>
                    <a:pt x="10815" y="5826"/>
                  </a:cubicBezTo>
                  <a:cubicBezTo>
                    <a:pt x="10905" y="5943"/>
                    <a:pt x="11357" y="6060"/>
                    <a:pt x="11538" y="6060"/>
                  </a:cubicBezTo>
                  <a:close/>
                  <a:moveTo>
                    <a:pt x="10152" y="8017"/>
                  </a:moveTo>
                  <a:cubicBezTo>
                    <a:pt x="10393" y="8213"/>
                    <a:pt x="10333" y="7860"/>
                    <a:pt x="10604" y="7860"/>
                  </a:cubicBezTo>
                  <a:cubicBezTo>
                    <a:pt x="10875" y="7860"/>
                    <a:pt x="10875" y="7313"/>
                    <a:pt x="10905" y="7078"/>
                  </a:cubicBezTo>
                  <a:cubicBezTo>
                    <a:pt x="10966" y="6882"/>
                    <a:pt x="10695" y="6882"/>
                    <a:pt x="10755" y="7039"/>
                  </a:cubicBezTo>
                  <a:cubicBezTo>
                    <a:pt x="10845" y="7195"/>
                    <a:pt x="10755" y="7352"/>
                    <a:pt x="10725" y="7156"/>
                  </a:cubicBezTo>
                  <a:cubicBezTo>
                    <a:pt x="10725" y="7000"/>
                    <a:pt x="10514" y="7156"/>
                    <a:pt x="10423" y="7000"/>
                  </a:cubicBezTo>
                  <a:cubicBezTo>
                    <a:pt x="10363" y="6882"/>
                    <a:pt x="10664" y="6882"/>
                    <a:pt x="10755" y="6687"/>
                  </a:cubicBezTo>
                  <a:cubicBezTo>
                    <a:pt x="10815" y="6491"/>
                    <a:pt x="10514" y="6530"/>
                    <a:pt x="10574" y="6374"/>
                  </a:cubicBezTo>
                  <a:cubicBezTo>
                    <a:pt x="10664" y="6256"/>
                    <a:pt x="10092" y="6413"/>
                    <a:pt x="10273" y="6491"/>
                  </a:cubicBezTo>
                  <a:cubicBezTo>
                    <a:pt x="10423" y="6569"/>
                    <a:pt x="10273" y="6687"/>
                    <a:pt x="10122" y="6530"/>
                  </a:cubicBezTo>
                  <a:cubicBezTo>
                    <a:pt x="9972" y="6413"/>
                    <a:pt x="9550" y="6647"/>
                    <a:pt x="9700" y="6804"/>
                  </a:cubicBezTo>
                  <a:cubicBezTo>
                    <a:pt x="9821" y="6921"/>
                    <a:pt x="10182" y="6726"/>
                    <a:pt x="9972" y="7078"/>
                  </a:cubicBezTo>
                  <a:cubicBezTo>
                    <a:pt x="9761" y="7430"/>
                    <a:pt x="9670" y="6960"/>
                    <a:pt x="9490" y="7000"/>
                  </a:cubicBezTo>
                  <a:cubicBezTo>
                    <a:pt x="9309" y="7078"/>
                    <a:pt x="9369" y="7352"/>
                    <a:pt x="9670" y="7469"/>
                  </a:cubicBezTo>
                  <a:cubicBezTo>
                    <a:pt x="9972" y="7587"/>
                    <a:pt x="9941" y="7782"/>
                    <a:pt x="10152" y="8017"/>
                  </a:cubicBezTo>
                  <a:close/>
                  <a:moveTo>
                    <a:pt x="11930" y="5787"/>
                  </a:moveTo>
                  <a:cubicBezTo>
                    <a:pt x="11990" y="6060"/>
                    <a:pt x="12080" y="5865"/>
                    <a:pt x="12201" y="5982"/>
                  </a:cubicBezTo>
                  <a:cubicBezTo>
                    <a:pt x="12321" y="6100"/>
                    <a:pt x="12502" y="6139"/>
                    <a:pt x="12592" y="6021"/>
                  </a:cubicBezTo>
                  <a:cubicBezTo>
                    <a:pt x="12683" y="5943"/>
                    <a:pt x="12743" y="5865"/>
                    <a:pt x="12773" y="5943"/>
                  </a:cubicBezTo>
                  <a:cubicBezTo>
                    <a:pt x="12833" y="6100"/>
                    <a:pt x="13044" y="6139"/>
                    <a:pt x="13587" y="6139"/>
                  </a:cubicBezTo>
                  <a:cubicBezTo>
                    <a:pt x="14099" y="6139"/>
                    <a:pt x="13948" y="5865"/>
                    <a:pt x="14099" y="5982"/>
                  </a:cubicBezTo>
                  <a:cubicBezTo>
                    <a:pt x="14249" y="6100"/>
                    <a:pt x="14611" y="6100"/>
                    <a:pt x="14762" y="6021"/>
                  </a:cubicBezTo>
                  <a:cubicBezTo>
                    <a:pt x="14912" y="5982"/>
                    <a:pt x="14972" y="5708"/>
                    <a:pt x="14972" y="5552"/>
                  </a:cubicBezTo>
                  <a:cubicBezTo>
                    <a:pt x="14972" y="5395"/>
                    <a:pt x="13797" y="5278"/>
                    <a:pt x="13617" y="5395"/>
                  </a:cubicBezTo>
                  <a:cubicBezTo>
                    <a:pt x="13406" y="5552"/>
                    <a:pt x="13074" y="5356"/>
                    <a:pt x="12924" y="5474"/>
                  </a:cubicBezTo>
                  <a:cubicBezTo>
                    <a:pt x="12743" y="5552"/>
                    <a:pt x="12803" y="5317"/>
                    <a:pt x="12532" y="5317"/>
                  </a:cubicBezTo>
                  <a:cubicBezTo>
                    <a:pt x="12231" y="5278"/>
                    <a:pt x="12532" y="5082"/>
                    <a:pt x="12592" y="5004"/>
                  </a:cubicBezTo>
                  <a:cubicBezTo>
                    <a:pt x="12653" y="4926"/>
                    <a:pt x="12141" y="4691"/>
                    <a:pt x="11960" y="4769"/>
                  </a:cubicBezTo>
                  <a:cubicBezTo>
                    <a:pt x="11749" y="4808"/>
                    <a:pt x="11628" y="4691"/>
                    <a:pt x="11448" y="4574"/>
                  </a:cubicBezTo>
                  <a:cubicBezTo>
                    <a:pt x="11237" y="4456"/>
                    <a:pt x="10725" y="4495"/>
                    <a:pt x="10815" y="4691"/>
                  </a:cubicBezTo>
                  <a:cubicBezTo>
                    <a:pt x="10905" y="4808"/>
                    <a:pt x="11508" y="5121"/>
                    <a:pt x="11598" y="4965"/>
                  </a:cubicBezTo>
                  <a:cubicBezTo>
                    <a:pt x="11659" y="4808"/>
                    <a:pt x="11809" y="5121"/>
                    <a:pt x="11900" y="5278"/>
                  </a:cubicBezTo>
                  <a:cubicBezTo>
                    <a:pt x="11990" y="5434"/>
                    <a:pt x="11839" y="5513"/>
                    <a:pt x="11930" y="5787"/>
                  </a:cubicBezTo>
                  <a:close/>
                  <a:moveTo>
                    <a:pt x="12472" y="4143"/>
                  </a:moveTo>
                  <a:cubicBezTo>
                    <a:pt x="12261" y="3987"/>
                    <a:pt x="12020" y="4260"/>
                    <a:pt x="12231" y="4378"/>
                  </a:cubicBezTo>
                  <a:cubicBezTo>
                    <a:pt x="12412" y="4456"/>
                    <a:pt x="12653" y="4260"/>
                    <a:pt x="12472" y="4143"/>
                  </a:cubicBezTo>
                  <a:close/>
                  <a:moveTo>
                    <a:pt x="10905" y="2578"/>
                  </a:moveTo>
                  <a:cubicBezTo>
                    <a:pt x="11086" y="2656"/>
                    <a:pt x="10996" y="2813"/>
                    <a:pt x="11146" y="2891"/>
                  </a:cubicBezTo>
                  <a:cubicBezTo>
                    <a:pt x="11327" y="3008"/>
                    <a:pt x="11809" y="2774"/>
                    <a:pt x="11869" y="2930"/>
                  </a:cubicBezTo>
                  <a:cubicBezTo>
                    <a:pt x="11900" y="3087"/>
                    <a:pt x="11357" y="3087"/>
                    <a:pt x="11448" y="3204"/>
                  </a:cubicBezTo>
                  <a:cubicBezTo>
                    <a:pt x="11508" y="3282"/>
                    <a:pt x="11809" y="3439"/>
                    <a:pt x="11779" y="3517"/>
                  </a:cubicBezTo>
                  <a:cubicBezTo>
                    <a:pt x="11749" y="3595"/>
                    <a:pt x="12291" y="3830"/>
                    <a:pt x="12351" y="3752"/>
                  </a:cubicBezTo>
                  <a:cubicBezTo>
                    <a:pt x="12412" y="3634"/>
                    <a:pt x="12562" y="3674"/>
                    <a:pt x="12683" y="3713"/>
                  </a:cubicBezTo>
                  <a:cubicBezTo>
                    <a:pt x="12833" y="3791"/>
                    <a:pt x="12833" y="3282"/>
                    <a:pt x="12954" y="3360"/>
                  </a:cubicBezTo>
                  <a:cubicBezTo>
                    <a:pt x="13044" y="3478"/>
                    <a:pt x="13014" y="3204"/>
                    <a:pt x="13195" y="3126"/>
                  </a:cubicBezTo>
                  <a:cubicBezTo>
                    <a:pt x="13346" y="3008"/>
                    <a:pt x="13587" y="3008"/>
                    <a:pt x="13587" y="2930"/>
                  </a:cubicBezTo>
                  <a:cubicBezTo>
                    <a:pt x="13617" y="2852"/>
                    <a:pt x="13556" y="2774"/>
                    <a:pt x="13346" y="2774"/>
                  </a:cubicBezTo>
                  <a:cubicBezTo>
                    <a:pt x="13165" y="2813"/>
                    <a:pt x="13044" y="2734"/>
                    <a:pt x="13135" y="2578"/>
                  </a:cubicBezTo>
                  <a:cubicBezTo>
                    <a:pt x="13195" y="2421"/>
                    <a:pt x="12894" y="2382"/>
                    <a:pt x="13014" y="2304"/>
                  </a:cubicBezTo>
                  <a:cubicBezTo>
                    <a:pt x="13135" y="2187"/>
                    <a:pt x="12803" y="2069"/>
                    <a:pt x="12833" y="2226"/>
                  </a:cubicBezTo>
                  <a:cubicBezTo>
                    <a:pt x="12864" y="2382"/>
                    <a:pt x="12653" y="2226"/>
                    <a:pt x="12623" y="2108"/>
                  </a:cubicBezTo>
                  <a:cubicBezTo>
                    <a:pt x="12592" y="1952"/>
                    <a:pt x="12141" y="1874"/>
                    <a:pt x="11869" y="1560"/>
                  </a:cubicBezTo>
                  <a:cubicBezTo>
                    <a:pt x="11568" y="1208"/>
                    <a:pt x="11267" y="1443"/>
                    <a:pt x="11448" y="1482"/>
                  </a:cubicBezTo>
                  <a:cubicBezTo>
                    <a:pt x="11598" y="1521"/>
                    <a:pt x="11598" y="1639"/>
                    <a:pt x="11448" y="1600"/>
                  </a:cubicBezTo>
                  <a:cubicBezTo>
                    <a:pt x="11327" y="1600"/>
                    <a:pt x="11056" y="1639"/>
                    <a:pt x="11297" y="1756"/>
                  </a:cubicBezTo>
                  <a:cubicBezTo>
                    <a:pt x="11508" y="1834"/>
                    <a:pt x="11267" y="1913"/>
                    <a:pt x="11086" y="1913"/>
                  </a:cubicBezTo>
                  <a:cubicBezTo>
                    <a:pt x="10905" y="1913"/>
                    <a:pt x="10905" y="2187"/>
                    <a:pt x="11146" y="2226"/>
                  </a:cubicBezTo>
                  <a:cubicBezTo>
                    <a:pt x="11357" y="2304"/>
                    <a:pt x="11207" y="2460"/>
                    <a:pt x="10996" y="2382"/>
                  </a:cubicBezTo>
                  <a:cubicBezTo>
                    <a:pt x="10815" y="2343"/>
                    <a:pt x="10755" y="2460"/>
                    <a:pt x="10905" y="2578"/>
                  </a:cubicBezTo>
                  <a:close/>
                  <a:moveTo>
                    <a:pt x="12231" y="1169"/>
                  </a:moveTo>
                  <a:cubicBezTo>
                    <a:pt x="12382" y="1052"/>
                    <a:pt x="12502" y="1130"/>
                    <a:pt x="12351" y="1208"/>
                  </a:cubicBezTo>
                  <a:cubicBezTo>
                    <a:pt x="12231" y="1326"/>
                    <a:pt x="12261" y="1365"/>
                    <a:pt x="12442" y="1365"/>
                  </a:cubicBezTo>
                  <a:cubicBezTo>
                    <a:pt x="12653" y="1326"/>
                    <a:pt x="12382" y="1404"/>
                    <a:pt x="12382" y="1560"/>
                  </a:cubicBezTo>
                  <a:cubicBezTo>
                    <a:pt x="12382" y="1717"/>
                    <a:pt x="12592" y="1600"/>
                    <a:pt x="12592" y="1756"/>
                  </a:cubicBezTo>
                  <a:cubicBezTo>
                    <a:pt x="12623" y="1913"/>
                    <a:pt x="13074" y="1952"/>
                    <a:pt x="13225" y="1795"/>
                  </a:cubicBezTo>
                  <a:cubicBezTo>
                    <a:pt x="13346" y="1600"/>
                    <a:pt x="13315" y="1834"/>
                    <a:pt x="13285" y="1952"/>
                  </a:cubicBezTo>
                  <a:cubicBezTo>
                    <a:pt x="13285" y="2030"/>
                    <a:pt x="13948" y="2147"/>
                    <a:pt x="13978" y="1991"/>
                  </a:cubicBezTo>
                  <a:cubicBezTo>
                    <a:pt x="14008" y="1874"/>
                    <a:pt x="14099" y="1913"/>
                    <a:pt x="14249" y="1952"/>
                  </a:cubicBezTo>
                  <a:cubicBezTo>
                    <a:pt x="14370" y="1991"/>
                    <a:pt x="15003" y="1795"/>
                    <a:pt x="15003" y="1639"/>
                  </a:cubicBezTo>
                  <a:cubicBezTo>
                    <a:pt x="15033" y="1482"/>
                    <a:pt x="15213" y="1717"/>
                    <a:pt x="15003" y="1913"/>
                  </a:cubicBezTo>
                  <a:cubicBezTo>
                    <a:pt x="14822" y="2108"/>
                    <a:pt x="14400" y="2069"/>
                    <a:pt x="14219" y="2147"/>
                  </a:cubicBezTo>
                  <a:cubicBezTo>
                    <a:pt x="14038" y="2187"/>
                    <a:pt x="14340" y="2382"/>
                    <a:pt x="14521" y="2539"/>
                  </a:cubicBezTo>
                  <a:cubicBezTo>
                    <a:pt x="14701" y="2734"/>
                    <a:pt x="14279" y="2617"/>
                    <a:pt x="14099" y="2382"/>
                  </a:cubicBezTo>
                  <a:cubicBezTo>
                    <a:pt x="13948" y="2147"/>
                    <a:pt x="13556" y="2147"/>
                    <a:pt x="13346" y="2187"/>
                  </a:cubicBezTo>
                  <a:cubicBezTo>
                    <a:pt x="13135" y="2187"/>
                    <a:pt x="13195" y="2695"/>
                    <a:pt x="13346" y="2695"/>
                  </a:cubicBezTo>
                  <a:cubicBezTo>
                    <a:pt x="13496" y="2695"/>
                    <a:pt x="13647" y="2734"/>
                    <a:pt x="13797" y="3047"/>
                  </a:cubicBezTo>
                  <a:cubicBezTo>
                    <a:pt x="13948" y="3360"/>
                    <a:pt x="14279" y="3282"/>
                    <a:pt x="14279" y="3439"/>
                  </a:cubicBezTo>
                  <a:cubicBezTo>
                    <a:pt x="14279" y="3556"/>
                    <a:pt x="13858" y="3321"/>
                    <a:pt x="13617" y="3282"/>
                  </a:cubicBezTo>
                  <a:cubicBezTo>
                    <a:pt x="13406" y="3204"/>
                    <a:pt x="13014" y="3400"/>
                    <a:pt x="13014" y="3634"/>
                  </a:cubicBezTo>
                  <a:cubicBezTo>
                    <a:pt x="12984" y="3830"/>
                    <a:pt x="13346" y="3830"/>
                    <a:pt x="13587" y="3634"/>
                  </a:cubicBezTo>
                  <a:cubicBezTo>
                    <a:pt x="13828" y="3478"/>
                    <a:pt x="13647" y="3713"/>
                    <a:pt x="13526" y="3830"/>
                  </a:cubicBezTo>
                  <a:cubicBezTo>
                    <a:pt x="13406" y="3987"/>
                    <a:pt x="13797" y="4104"/>
                    <a:pt x="13797" y="4260"/>
                  </a:cubicBezTo>
                  <a:cubicBezTo>
                    <a:pt x="13797" y="4417"/>
                    <a:pt x="13526" y="4378"/>
                    <a:pt x="13496" y="4221"/>
                  </a:cubicBezTo>
                  <a:cubicBezTo>
                    <a:pt x="13466" y="4065"/>
                    <a:pt x="13346" y="3908"/>
                    <a:pt x="13074" y="3947"/>
                  </a:cubicBezTo>
                  <a:cubicBezTo>
                    <a:pt x="12803" y="3947"/>
                    <a:pt x="12864" y="4221"/>
                    <a:pt x="13044" y="4221"/>
                  </a:cubicBezTo>
                  <a:cubicBezTo>
                    <a:pt x="13195" y="4260"/>
                    <a:pt x="13225" y="4417"/>
                    <a:pt x="13014" y="4417"/>
                  </a:cubicBezTo>
                  <a:cubicBezTo>
                    <a:pt x="12833" y="4417"/>
                    <a:pt x="12382" y="4613"/>
                    <a:pt x="12532" y="4769"/>
                  </a:cubicBezTo>
                  <a:cubicBezTo>
                    <a:pt x="12683" y="4926"/>
                    <a:pt x="13225" y="4769"/>
                    <a:pt x="13315" y="4887"/>
                  </a:cubicBezTo>
                  <a:cubicBezTo>
                    <a:pt x="13436" y="4965"/>
                    <a:pt x="13677" y="5004"/>
                    <a:pt x="13767" y="4887"/>
                  </a:cubicBezTo>
                  <a:cubicBezTo>
                    <a:pt x="13828" y="4769"/>
                    <a:pt x="14038" y="4808"/>
                    <a:pt x="14249" y="4808"/>
                  </a:cubicBezTo>
                  <a:cubicBezTo>
                    <a:pt x="14460" y="4808"/>
                    <a:pt x="14521" y="4887"/>
                    <a:pt x="14611" y="4965"/>
                  </a:cubicBezTo>
                  <a:cubicBezTo>
                    <a:pt x="14701" y="5082"/>
                    <a:pt x="14882" y="5043"/>
                    <a:pt x="15003" y="4926"/>
                  </a:cubicBezTo>
                  <a:cubicBezTo>
                    <a:pt x="15123" y="4808"/>
                    <a:pt x="15123" y="4808"/>
                    <a:pt x="15274" y="4808"/>
                  </a:cubicBezTo>
                  <a:cubicBezTo>
                    <a:pt x="15424" y="4808"/>
                    <a:pt x="15454" y="4691"/>
                    <a:pt x="15364" y="4534"/>
                  </a:cubicBezTo>
                  <a:cubicBezTo>
                    <a:pt x="15304" y="4378"/>
                    <a:pt x="15123" y="4652"/>
                    <a:pt x="15093" y="4534"/>
                  </a:cubicBezTo>
                  <a:cubicBezTo>
                    <a:pt x="15063" y="4417"/>
                    <a:pt x="14882" y="4378"/>
                    <a:pt x="14581" y="4417"/>
                  </a:cubicBezTo>
                  <a:cubicBezTo>
                    <a:pt x="14279" y="4495"/>
                    <a:pt x="14400" y="4182"/>
                    <a:pt x="14581" y="4221"/>
                  </a:cubicBezTo>
                  <a:cubicBezTo>
                    <a:pt x="14792" y="4300"/>
                    <a:pt x="15033" y="4300"/>
                    <a:pt x="15244" y="4221"/>
                  </a:cubicBezTo>
                  <a:cubicBezTo>
                    <a:pt x="15424" y="4143"/>
                    <a:pt x="15274" y="4026"/>
                    <a:pt x="15274" y="3908"/>
                  </a:cubicBezTo>
                  <a:cubicBezTo>
                    <a:pt x="15274" y="3791"/>
                    <a:pt x="15515" y="3869"/>
                    <a:pt x="15726" y="3869"/>
                  </a:cubicBezTo>
                  <a:cubicBezTo>
                    <a:pt x="15906" y="3869"/>
                    <a:pt x="16208" y="3478"/>
                    <a:pt x="16208" y="3204"/>
                  </a:cubicBezTo>
                  <a:cubicBezTo>
                    <a:pt x="16208" y="2969"/>
                    <a:pt x="15786" y="3047"/>
                    <a:pt x="15575" y="3047"/>
                  </a:cubicBezTo>
                  <a:cubicBezTo>
                    <a:pt x="15334" y="3047"/>
                    <a:pt x="15695" y="2813"/>
                    <a:pt x="16117" y="2852"/>
                  </a:cubicBezTo>
                  <a:cubicBezTo>
                    <a:pt x="16509" y="2891"/>
                    <a:pt x="16328" y="2656"/>
                    <a:pt x="16418" y="2578"/>
                  </a:cubicBezTo>
                  <a:cubicBezTo>
                    <a:pt x="16479" y="2500"/>
                    <a:pt x="16690" y="2656"/>
                    <a:pt x="16870" y="2617"/>
                  </a:cubicBezTo>
                  <a:cubicBezTo>
                    <a:pt x="17081" y="2539"/>
                    <a:pt x="16961" y="2343"/>
                    <a:pt x="17081" y="2343"/>
                  </a:cubicBezTo>
                  <a:cubicBezTo>
                    <a:pt x="17172" y="2343"/>
                    <a:pt x="17413" y="2147"/>
                    <a:pt x="17864" y="1795"/>
                  </a:cubicBezTo>
                  <a:cubicBezTo>
                    <a:pt x="18286" y="1482"/>
                    <a:pt x="18648" y="1560"/>
                    <a:pt x="18648" y="1365"/>
                  </a:cubicBezTo>
                  <a:cubicBezTo>
                    <a:pt x="18678" y="1169"/>
                    <a:pt x="18045" y="1365"/>
                    <a:pt x="17925" y="1326"/>
                  </a:cubicBezTo>
                  <a:cubicBezTo>
                    <a:pt x="17834" y="1247"/>
                    <a:pt x="18377" y="1091"/>
                    <a:pt x="18497" y="1130"/>
                  </a:cubicBezTo>
                  <a:cubicBezTo>
                    <a:pt x="18648" y="1169"/>
                    <a:pt x="18798" y="1130"/>
                    <a:pt x="19250" y="856"/>
                  </a:cubicBezTo>
                  <a:cubicBezTo>
                    <a:pt x="19702" y="582"/>
                    <a:pt x="19491" y="504"/>
                    <a:pt x="19310" y="543"/>
                  </a:cubicBezTo>
                  <a:cubicBezTo>
                    <a:pt x="19130" y="582"/>
                    <a:pt x="18919" y="504"/>
                    <a:pt x="18949" y="347"/>
                  </a:cubicBezTo>
                  <a:cubicBezTo>
                    <a:pt x="18949" y="191"/>
                    <a:pt x="18678" y="347"/>
                    <a:pt x="18648" y="269"/>
                  </a:cubicBezTo>
                  <a:cubicBezTo>
                    <a:pt x="18648" y="191"/>
                    <a:pt x="18377" y="230"/>
                    <a:pt x="18105" y="347"/>
                  </a:cubicBezTo>
                  <a:cubicBezTo>
                    <a:pt x="17834" y="504"/>
                    <a:pt x="18075" y="230"/>
                    <a:pt x="18196" y="152"/>
                  </a:cubicBezTo>
                  <a:cubicBezTo>
                    <a:pt x="18316" y="113"/>
                    <a:pt x="17503" y="152"/>
                    <a:pt x="17352" y="34"/>
                  </a:cubicBezTo>
                  <a:cubicBezTo>
                    <a:pt x="17202" y="-83"/>
                    <a:pt x="17051" y="230"/>
                    <a:pt x="16931" y="74"/>
                  </a:cubicBezTo>
                  <a:cubicBezTo>
                    <a:pt x="16810" y="-83"/>
                    <a:pt x="16479" y="34"/>
                    <a:pt x="16509" y="191"/>
                  </a:cubicBezTo>
                  <a:cubicBezTo>
                    <a:pt x="16539" y="308"/>
                    <a:pt x="16449" y="308"/>
                    <a:pt x="16328" y="152"/>
                  </a:cubicBezTo>
                  <a:cubicBezTo>
                    <a:pt x="16208" y="34"/>
                    <a:pt x="15936" y="191"/>
                    <a:pt x="15726" y="152"/>
                  </a:cubicBezTo>
                  <a:cubicBezTo>
                    <a:pt x="15485" y="113"/>
                    <a:pt x="15605" y="387"/>
                    <a:pt x="15334" y="230"/>
                  </a:cubicBezTo>
                  <a:cubicBezTo>
                    <a:pt x="15093" y="113"/>
                    <a:pt x="14822" y="152"/>
                    <a:pt x="14912" y="191"/>
                  </a:cubicBezTo>
                  <a:cubicBezTo>
                    <a:pt x="14972" y="230"/>
                    <a:pt x="14882" y="347"/>
                    <a:pt x="14792" y="308"/>
                  </a:cubicBezTo>
                  <a:cubicBezTo>
                    <a:pt x="14671" y="230"/>
                    <a:pt x="14581" y="308"/>
                    <a:pt x="14641" y="426"/>
                  </a:cubicBezTo>
                  <a:cubicBezTo>
                    <a:pt x="14671" y="582"/>
                    <a:pt x="14219" y="387"/>
                    <a:pt x="14219" y="543"/>
                  </a:cubicBezTo>
                  <a:cubicBezTo>
                    <a:pt x="14219" y="700"/>
                    <a:pt x="14069" y="778"/>
                    <a:pt x="13948" y="660"/>
                  </a:cubicBezTo>
                  <a:cubicBezTo>
                    <a:pt x="13797" y="504"/>
                    <a:pt x="13406" y="465"/>
                    <a:pt x="13526" y="582"/>
                  </a:cubicBezTo>
                  <a:cubicBezTo>
                    <a:pt x="13647" y="739"/>
                    <a:pt x="13165" y="660"/>
                    <a:pt x="13285" y="778"/>
                  </a:cubicBezTo>
                  <a:cubicBezTo>
                    <a:pt x="13406" y="895"/>
                    <a:pt x="13135" y="1013"/>
                    <a:pt x="13135" y="934"/>
                  </a:cubicBezTo>
                  <a:cubicBezTo>
                    <a:pt x="13135" y="856"/>
                    <a:pt x="12864" y="739"/>
                    <a:pt x="12743" y="856"/>
                  </a:cubicBezTo>
                  <a:cubicBezTo>
                    <a:pt x="12653" y="974"/>
                    <a:pt x="12592" y="1130"/>
                    <a:pt x="12562" y="1052"/>
                  </a:cubicBezTo>
                  <a:cubicBezTo>
                    <a:pt x="12502" y="974"/>
                    <a:pt x="12261" y="1013"/>
                    <a:pt x="12050" y="1130"/>
                  </a:cubicBezTo>
                  <a:cubicBezTo>
                    <a:pt x="11809" y="1208"/>
                    <a:pt x="12080" y="1326"/>
                    <a:pt x="12231" y="1169"/>
                  </a:cubicBezTo>
                  <a:close/>
                  <a:moveTo>
                    <a:pt x="14942" y="13221"/>
                  </a:moveTo>
                  <a:cubicBezTo>
                    <a:pt x="15003" y="13221"/>
                    <a:pt x="15153" y="12869"/>
                    <a:pt x="14972" y="12869"/>
                  </a:cubicBezTo>
                  <a:cubicBezTo>
                    <a:pt x="14762" y="12908"/>
                    <a:pt x="14822" y="13260"/>
                    <a:pt x="14942" y="13221"/>
                  </a:cubicBezTo>
                  <a:close/>
                  <a:moveTo>
                    <a:pt x="13978" y="12908"/>
                  </a:moveTo>
                  <a:cubicBezTo>
                    <a:pt x="14159" y="13065"/>
                    <a:pt x="14400" y="12674"/>
                    <a:pt x="14400" y="12556"/>
                  </a:cubicBezTo>
                  <a:cubicBezTo>
                    <a:pt x="14370" y="12478"/>
                    <a:pt x="13767" y="12752"/>
                    <a:pt x="13978" y="12908"/>
                  </a:cubicBezTo>
                  <a:close/>
                  <a:moveTo>
                    <a:pt x="14762" y="12165"/>
                  </a:moveTo>
                  <a:cubicBezTo>
                    <a:pt x="14792" y="12008"/>
                    <a:pt x="14400" y="11969"/>
                    <a:pt x="14430" y="11813"/>
                  </a:cubicBezTo>
                  <a:cubicBezTo>
                    <a:pt x="14430" y="11656"/>
                    <a:pt x="14069" y="11539"/>
                    <a:pt x="13948" y="11460"/>
                  </a:cubicBezTo>
                  <a:cubicBezTo>
                    <a:pt x="13828" y="11343"/>
                    <a:pt x="13647" y="11304"/>
                    <a:pt x="13647" y="11147"/>
                  </a:cubicBezTo>
                  <a:cubicBezTo>
                    <a:pt x="13647" y="10991"/>
                    <a:pt x="13406" y="11108"/>
                    <a:pt x="13376" y="11343"/>
                  </a:cubicBezTo>
                  <a:cubicBezTo>
                    <a:pt x="13376" y="11617"/>
                    <a:pt x="13255" y="11539"/>
                    <a:pt x="13315" y="11774"/>
                  </a:cubicBezTo>
                  <a:cubicBezTo>
                    <a:pt x="13376" y="12047"/>
                    <a:pt x="13074" y="12087"/>
                    <a:pt x="13105" y="12204"/>
                  </a:cubicBezTo>
                  <a:cubicBezTo>
                    <a:pt x="13135" y="12321"/>
                    <a:pt x="13285" y="12204"/>
                    <a:pt x="13406" y="12204"/>
                  </a:cubicBezTo>
                  <a:cubicBezTo>
                    <a:pt x="13556" y="12204"/>
                    <a:pt x="13376" y="12439"/>
                    <a:pt x="13556" y="12439"/>
                  </a:cubicBezTo>
                  <a:cubicBezTo>
                    <a:pt x="13677" y="12478"/>
                    <a:pt x="13888" y="12282"/>
                    <a:pt x="13948" y="12165"/>
                  </a:cubicBezTo>
                  <a:cubicBezTo>
                    <a:pt x="14008" y="12047"/>
                    <a:pt x="14099" y="12008"/>
                    <a:pt x="14249" y="12126"/>
                  </a:cubicBezTo>
                  <a:cubicBezTo>
                    <a:pt x="14400" y="12282"/>
                    <a:pt x="14731" y="12282"/>
                    <a:pt x="14762" y="12165"/>
                  </a:cubicBezTo>
                  <a:close/>
                  <a:moveTo>
                    <a:pt x="18256" y="10913"/>
                  </a:moveTo>
                  <a:cubicBezTo>
                    <a:pt x="18407" y="10952"/>
                    <a:pt x="18407" y="11147"/>
                    <a:pt x="18618" y="11382"/>
                  </a:cubicBezTo>
                  <a:cubicBezTo>
                    <a:pt x="18828" y="11578"/>
                    <a:pt x="18859" y="11460"/>
                    <a:pt x="18889" y="11304"/>
                  </a:cubicBezTo>
                  <a:cubicBezTo>
                    <a:pt x="18919" y="11147"/>
                    <a:pt x="19130" y="11265"/>
                    <a:pt x="19130" y="11108"/>
                  </a:cubicBezTo>
                  <a:cubicBezTo>
                    <a:pt x="19130" y="10952"/>
                    <a:pt x="19310" y="10756"/>
                    <a:pt x="19431" y="10717"/>
                  </a:cubicBezTo>
                  <a:cubicBezTo>
                    <a:pt x="19582" y="10639"/>
                    <a:pt x="19341" y="10482"/>
                    <a:pt x="19160" y="10482"/>
                  </a:cubicBezTo>
                  <a:cubicBezTo>
                    <a:pt x="18979" y="10482"/>
                    <a:pt x="18949" y="10326"/>
                    <a:pt x="18949" y="10247"/>
                  </a:cubicBezTo>
                  <a:cubicBezTo>
                    <a:pt x="18949" y="10130"/>
                    <a:pt x="18648" y="9895"/>
                    <a:pt x="18527" y="9934"/>
                  </a:cubicBezTo>
                  <a:cubicBezTo>
                    <a:pt x="18407" y="9974"/>
                    <a:pt x="18226" y="9778"/>
                    <a:pt x="18105" y="9739"/>
                  </a:cubicBezTo>
                  <a:cubicBezTo>
                    <a:pt x="17955" y="9739"/>
                    <a:pt x="17744" y="9582"/>
                    <a:pt x="17774" y="9387"/>
                  </a:cubicBezTo>
                  <a:cubicBezTo>
                    <a:pt x="17804" y="9191"/>
                    <a:pt x="18045" y="9465"/>
                    <a:pt x="18105" y="9308"/>
                  </a:cubicBezTo>
                  <a:cubicBezTo>
                    <a:pt x="18166" y="9152"/>
                    <a:pt x="17834" y="9230"/>
                    <a:pt x="17834" y="9113"/>
                  </a:cubicBezTo>
                  <a:cubicBezTo>
                    <a:pt x="17804" y="8995"/>
                    <a:pt x="17895" y="9074"/>
                    <a:pt x="17955" y="8995"/>
                  </a:cubicBezTo>
                  <a:cubicBezTo>
                    <a:pt x="18045" y="8917"/>
                    <a:pt x="17925" y="8760"/>
                    <a:pt x="17834" y="8721"/>
                  </a:cubicBezTo>
                  <a:cubicBezTo>
                    <a:pt x="17774" y="8682"/>
                    <a:pt x="17744" y="8839"/>
                    <a:pt x="17654" y="8839"/>
                  </a:cubicBezTo>
                  <a:cubicBezTo>
                    <a:pt x="17593" y="8839"/>
                    <a:pt x="17654" y="8682"/>
                    <a:pt x="17714" y="8565"/>
                  </a:cubicBezTo>
                  <a:cubicBezTo>
                    <a:pt x="17774" y="8487"/>
                    <a:pt x="17473" y="8369"/>
                    <a:pt x="17322" y="8408"/>
                  </a:cubicBezTo>
                  <a:cubicBezTo>
                    <a:pt x="17202" y="8487"/>
                    <a:pt x="17172" y="8369"/>
                    <a:pt x="17172" y="8291"/>
                  </a:cubicBezTo>
                  <a:cubicBezTo>
                    <a:pt x="17172" y="8174"/>
                    <a:pt x="16931" y="8291"/>
                    <a:pt x="16840" y="8369"/>
                  </a:cubicBezTo>
                  <a:cubicBezTo>
                    <a:pt x="16780" y="8447"/>
                    <a:pt x="16659" y="8291"/>
                    <a:pt x="16780" y="8252"/>
                  </a:cubicBezTo>
                  <a:cubicBezTo>
                    <a:pt x="16870" y="8252"/>
                    <a:pt x="16991" y="8134"/>
                    <a:pt x="16961" y="8017"/>
                  </a:cubicBezTo>
                  <a:cubicBezTo>
                    <a:pt x="16931" y="7900"/>
                    <a:pt x="16659" y="7860"/>
                    <a:pt x="16599" y="8017"/>
                  </a:cubicBezTo>
                  <a:cubicBezTo>
                    <a:pt x="16539" y="8174"/>
                    <a:pt x="16328" y="7860"/>
                    <a:pt x="16328" y="7743"/>
                  </a:cubicBezTo>
                  <a:cubicBezTo>
                    <a:pt x="16328" y="7587"/>
                    <a:pt x="15967" y="7704"/>
                    <a:pt x="16027" y="7508"/>
                  </a:cubicBezTo>
                  <a:cubicBezTo>
                    <a:pt x="16057" y="7313"/>
                    <a:pt x="15635" y="7234"/>
                    <a:pt x="15515" y="7234"/>
                  </a:cubicBezTo>
                  <a:cubicBezTo>
                    <a:pt x="15394" y="7234"/>
                    <a:pt x="15213" y="7352"/>
                    <a:pt x="15244" y="7508"/>
                  </a:cubicBezTo>
                  <a:cubicBezTo>
                    <a:pt x="15274" y="7665"/>
                    <a:pt x="15123" y="7587"/>
                    <a:pt x="15093" y="7430"/>
                  </a:cubicBezTo>
                  <a:cubicBezTo>
                    <a:pt x="15063" y="7274"/>
                    <a:pt x="14792" y="7587"/>
                    <a:pt x="14701" y="7587"/>
                  </a:cubicBezTo>
                  <a:cubicBezTo>
                    <a:pt x="14611" y="7587"/>
                    <a:pt x="14731" y="7195"/>
                    <a:pt x="14701" y="7078"/>
                  </a:cubicBezTo>
                  <a:cubicBezTo>
                    <a:pt x="14671" y="6960"/>
                    <a:pt x="14581" y="6921"/>
                    <a:pt x="14521" y="6687"/>
                  </a:cubicBezTo>
                  <a:cubicBezTo>
                    <a:pt x="14460" y="6491"/>
                    <a:pt x="14129" y="6569"/>
                    <a:pt x="14069" y="6687"/>
                  </a:cubicBezTo>
                  <a:cubicBezTo>
                    <a:pt x="13978" y="6804"/>
                    <a:pt x="13677" y="6765"/>
                    <a:pt x="13556" y="6960"/>
                  </a:cubicBezTo>
                  <a:cubicBezTo>
                    <a:pt x="13406" y="7156"/>
                    <a:pt x="13556" y="7352"/>
                    <a:pt x="13617" y="7430"/>
                  </a:cubicBezTo>
                  <a:cubicBezTo>
                    <a:pt x="13677" y="7508"/>
                    <a:pt x="13406" y="7587"/>
                    <a:pt x="13496" y="7704"/>
                  </a:cubicBezTo>
                  <a:cubicBezTo>
                    <a:pt x="13587" y="7821"/>
                    <a:pt x="13737" y="7782"/>
                    <a:pt x="13737" y="7939"/>
                  </a:cubicBezTo>
                  <a:cubicBezTo>
                    <a:pt x="13767" y="8134"/>
                    <a:pt x="13406" y="7900"/>
                    <a:pt x="13346" y="7743"/>
                  </a:cubicBezTo>
                  <a:cubicBezTo>
                    <a:pt x="13285" y="7587"/>
                    <a:pt x="13346" y="7469"/>
                    <a:pt x="13285" y="7352"/>
                  </a:cubicBezTo>
                  <a:cubicBezTo>
                    <a:pt x="13195" y="7234"/>
                    <a:pt x="13285" y="7078"/>
                    <a:pt x="13406" y="6882"/>
                  </a:cubicBezTo>
                  <a:cubicBezTo>
                    <a:pt x="13556" y="6687"/>
                    <a:pt x="13647" y="6726"/>
                    <a:pt x="13647" y="6608"/>
                  </a:cubicBezTo>
                  <a:cubicBezTo>
                    <a:pt x="13647" y="6491"/>
                    <a:pt x="13044" y="6491"/>
                    <a:pt x="12713" y="6921"/>
                  </a:cubicBezTo>
                  <a:cubicBezTo>
                    <a:pt x="12351" y="7352"/>
                    <a:pt x="12442" y="7900"/>
                    <a:pt x="12472" y="8017"/>
                  </a:cubicBezTo>
                  <a:cubicBezTo>
                    <a:pt x="12502" y="8134"/>
                    <a:pt x="12803" y="8056"/>
                    <a:pt x="12984" y="8134"/>
                  </a:cubicBezTo>
                  <a:cubicBezTo>
                    <a:pt x="13165" y="8213"/>
                    <a:pt x="13074" y="8291"/>
                    <a:pt x="12954" y="8291"/>
                  </a:cubicBezTo>
                  <a:cubicBezTo>
                    <a:pt x="12803" y="8252"/>
                    <a:pt x="12562" y="8174"/>
                    <a:pt x="12562" y="8330"/>
                  </a:cubicBezTo>
                  <a:cubicBezTo>
                    <a:pt x="12592" y="8447"/>
                    <a:pt x="12864" y="8682"/>
                    <a:pt x="13044" y="8604"/>
                  </a:cubicBezTo>
                  <a:cubicBezTo>
                    <a:pt x="13225" y="8565"/>
                    <a:pt x="13225" y="8565"/>
                    <a:pt x="13285" y="8682"/>
                  </a:cubicBezTo>
                  <a:cubicBezTo>
                    <a:pt x="13376" y="8800"/>
                    <a:pt x="13587" y="8760"/>
                    <a:pt x="13767" y="8800"/>
                  </a:cubicBezTo>
                  <a:cubicBezTo>
                    <a:pt x="13978" y="8800"/>
                    <a:pt x="14219" y="8917"/>
                    <a:pt x="14310" y="8917"/>
                  </a:cubicBezTo>
                  <a:cubicBezTo>
                    <a:pt x="14400" y="8917"/>
                    <a:pt x="14521" y="8839"/>
                    <a:pt x="14551" y="8760"/>
                  </a:cubicBezTo>
                  <a:cubicBezTo>
                    <a:pt x="14581" y="8721"/>
                    <a:pt x="15003" y="8878"/>
                    <a:pt x="15123" y="8878"/>
                  </a:cubicBezTo>
                  <a:cubicBezTo>
                    <a:pt x="15244" y="8878"/>
                    <a:pt x="15153" y="8721"/>
                    <a:pt x="15093" y="8682"/>
                  </a:cubicBezTo>
                  <a:cubicBezTo>
                    <a:pt x="15003" y="8643"/>
                    <a:pt x="15033" y="8447"/>
                    <a:pt x="15123" y="8526"/>
                  </a:cubicBezTo>
                  <a:cubicBezTo>
                    <a:pt x="15244" y="8604"/>
                    <a:pt x="15394" y="8643"/>
                    <a:pt x="15424" y="8760"/>
                  </a:cubicBezTo>
                  <a:cubicBezTo>
                    <a:pt x="15454" y="8878"/>
                    <a:pt x="15545" y="8800"/>
                    <a:pt x="15545" y="8917"/>
                  </a:cubicBezTo>
                  <a:cubicBezTo>
                    <a:pt x="15575" y="8995"/>
                    <a:pt x="15906" y="9113"/>
                    <a:pt x="15906" y="9230"/>
                  </a:cubicBezTo>
                  <a:cubicBezTo>
                    <a:pt x="15936" y="9347"/>
                    <a:pt x="15575" y="9387"/>
                    <a:pt x="15665" y="9504"/>
                  </a:cubicBezTo>
                  <a:cubicBezTo>
                    <a:pt x="15786" y="9582"/>
                    <a:pt x="15936" y="9387"/>
                    <a:pt x="16057" y="9347"/>
                  </a:cubicBezTo>
                  <a:cubicBezTo>
                    <a:pt x="16177" y="9347"/>
                    <a:pt x="16177" y="9739"/>
                    <a:pt x="16268" y="9660"/>
                  </a:cubicBezTo>
                  <a:cubicBezTo>
                    <a:pt x="16418" y="9582"/>
                    <a:pt x="16509" y="9739"/>
                    <a:pt x="16659" y="9974"/>
                  </a:cubicBezTo>
                  <a:cubicBezTo>
                    <a:pt x="16780" y="10208"/>
                    <a:pt x="16629" y="10443"/>
                    <a:pt x="16659" y="10521"/>
                  </a:cubicBezTo>
                  <a:cubicBezTo>
                    <a:pt x="16659" y="10600"/>
                    <a:pt x="16900" y="10560"/>
                    <a:pt x="17051" y="10482"/>
                  </a:cubicBezTo>
                  <a:cubicBezTo>
                    <a:pt x="17172" y="10365"/>
                    <a:pt x="17322" y="10600"/>
                    <a:pt x="17413" y="10717"/>
                  </a:cubicBezTo>
                  <a:cubicBezTo>
                    <a:pt x="17533" y="10834"/>
                    <a:pt x="17021" y="11069"/>
                    <a:pt x="17051" y="10952"/>
                  </a:cubicBezTo>
                  <a:cubicBezTo>
                    <a:pt x="17111" y="10834"/>
                    <a:pt x="16780" y="10482"/>
                    <a:pt x="16449" y="10639"/>
                  </a:cubicBezTo>
                  <a:cubicBezTo>
                    <a:pt x="16147" y="10795"/>
                    <a:pt x="16358" y="11030"/>
                    <a:pt x="16388" y="11187"/>
                  </a:cubicBezTo>
                  <a:cubicBezTo>
                    <a:pt x="16418" y="11304"/>
                    <a:pt x="16117" y="11460"/>
                    <a:pt x="15816" y="11343"/>
                  </a:cubicBezTo>
                  <a:cubicBezTo>
                    <a:pt x="15515" y="11187"/>
                    <a:pt x="15605" y="11421"/>
                    <a:pt x="15485" y="11421"/>
                  </a:cubicBezTo>
                  <a:cubicBezTo>
                    <a:pt x="15364" y="11421"/>
                    <a:pt x="15244" y="11656"/>
                    <a:pt x="15364" y="11813"/>
                  </a:cubicBezTo>
                  <a:cubicBezTo>
                    <a:pt x="15454" y="11969"/>
                    <a:pt x="15695" y="11813"/>
                    <a:pt x="15906" y="11852"/>
                  </a:cubicBezTo>
                  <a:cubicBezTo>
                    <a:pt x="16087" y="11852"/>
                    <a:pt x="16117" y="11930"/>
                    <a:pt x="16117" y="11774"/>
                  </a:cubicBezTo>
                  <a:cubicBezTo>
                    <a:pt x="16147" y="11656"/>
                    <a:pt x="16358" y="11695"/>
                    <a:pt x="16509" y="11734"/>
                  </a:cubicBezTo>
                  <a:cubicBezTo>
                    <a:pt x="16629" y="11774"/>
                    <a:pt x="16599" y="12047"/>
                    <a:pt x="16780" y="12087"/>
                  </a:cubicBezTo>
                  <a:cubicBezTo>
                    <a:pt x="16961" y="12087"/>
                    <a:pt x="16810" y="12321"/>
                    <a:pt x="16931" y="12478"/>
                  </a:cubicBezTo>
                  <a:cubicBezTo>
                    <a:pt x="17021" y="12634"/>
                    <a:pt x="17352" y="12556"/>
                    <a:pt x="17503" y="12713"/>
                  </a:cubicBezTo>
                  <a:cubicBezTo>
                    <a:pt x="17623" y="12869"/>
                    <a:pt x="18166" y="13221"/>
                    <a:pt x="18256" y="13104"/>
                  </a:cubicBezTo>
                  <a:cubicBezTo>
                    <a:pt x="18346" y="12947"/>
                    <a:pt x="17774" y="12321"/>
                    <a:pt x="17623" y="12243"/>
                  </a:cubicBezTo>
                  <a:cubicBezTo>
                    <a:pt x="17443" y="12204"/>
                    <a:pt x="17774" y="12126"/>
                    <a:pt x="17985" y="12321"/>
                  </a:cubicBezTo>
                  <a:cubicBezTo>
                    <a:pt x="18196" y="12556"/>
                    <a:pt x="18497" y="12634"/>
                    <a:pt x="18648" y="12400"/>
                  </a:cubicBezTo>
                  <a:cubicBezTo>
                    <a:pt x="18798" y="12126"/>
                    <a:pt x="18497" y="12204"/>
                    <a:pt x="18497" y="12047"/>
                  </a:cubicBezTo>
                  <a:cubicBezTo>
                    <a:pt x="18497" y="11852"/>
                    <a:pt x="18407" y="11578"/>
                    <a:pt x="18256" y="11578"/>
                  </a:cubicBezTo>
                  <a:cubicBezTo>
                    <a:pt x="18105" y="11578"/>
                    <a:pt x="17714" y="11187"/>
                    <a:pt x="17864" y="11108"/>
                  </a:cubicBezTo>
                  <a:cubicBezTo>
                    <a:pt x="18015" y="11030"/>
                    <a:pt x="17804" y="10913"/>
                    <a:pt x="17925" y="10756"/>
                  </a:cubicBezTo>
                  <a:cubicBezTo>
                    <a:pt x="18045" y="10600"/>
                    <a:pt x="18136" y="10913"/>
                    <a:pt x="18256" y="10913"/>
                  </a:cubicBezTo>
                  <a:close/>
                  <a:moveTo>
                    <a:pt x="15997" y="10247"/>
                  </a:moveTo>
                  <a:cubicBezTo>
                    <a:pt x="16117" y="10247"/>
                    <a:pt x="16117" y="9974"/>
                    <a:pt x="16027" y="9856"/>
                  </a:cubicBezTo>
                  <a:cubicBezTo>
                    <a:pt x="15967" y="9739"/>
                    <a:pt x="15846" y="9739"/>
                    <a:pt x="15726" y="9739"/>
                  </a:cubicBezTo>
                  <a:cubicBezTo>
                    <a:pt x="15605" y="9739"/>
                    <a:pt x="15394" y="9974"/>
                    <a:pt x="15515" y="10247"/>
                  </a:cubicBezTo>
                  <a:cubicBezTo>
                    <a:pt x="15605" y="10482"/>
                    <a:pt x="15876" y="10287"/>
                    <a:pt x="15997" y="10247"/>
                  </a:cubicBezTo>
                  <a:close/>
                  <a:moveTo>
                    <a:pt x="14671" y="6608"/>
                  </a:moveTo>
                  <a:cubicBezTo>
                    <a:pt x="14581" y="6804"/>
                    <a:pt x="14792" y="6804"/>
                    <a:pt x="14822" y="7000"/>
                  </a:cubicBezTo>
                  <a:cubicBezTo>
                    <a:pt x="14822" y="7234"/>
                    <a:pt x="15033" y="7313"/>
                    <a:pt x="15183" y="7156"/>
                  </a:cubicBezTo>
                  <a:cubicBezTo>
                    <a:pt x="15334" y="7039"/>
                    <a:pt x="15756" y="7195"/>
                    <a:pt x="15756" y="7039"/>
                  </a:cubicBezTo>
                  <a:cubicBezTo>
                    <a:pt x="15756" y="6882"/>
                    <a:pt x="15304" y="6608"/>
                    <a:pt x="15153" y="6647"/>
                  </a:cubicBezTo>
                  <a:cubicBezTo>
                    <a:pt x="14972" y="6687"/>
                    <a:pt x="14731" y="6452"/>
                    <a:pt x="14671" y="6608"/>
                  </a:cubicBezTo>
                  <a:close/>
                  <a:moveTo>
                    <a:pt x="18678" y="18504"/>
                  </a:moveTo>
                  <a:cubicBezTo>
                    <a:pt x="18708" y="18621"/>
                    <a:pt x="19341" y="18934"/>
                    <a:pt x="19341" y="18817"/>
                  </a:cubicBezTo>
                  <a:cubicBezTo>
                    <a:pt x="19371" y="18660"/>
                    <a:pt x="18678" y="18426"/>
                    <a:pt x="18678" y="18504"/>
                  </a:cubicBezTo>
                  <a:close/>
                  <a:moveTo>
                    <a:pt x="21419" y="19326"/>
                  </a:moveTo>
                  <a:cubicBezTo>
                    <a:pt x="21359" y="19443"/>
                    <a:pt x="21299" y="19247"/>
                    <a:pt x="21389" y="19169"/>
                  </a:cubicBezTo>
                  <a:cubicBezTo>
                    <a:pt x="21479" y="19091"/>
                    <a:pt x="21389" y="19052"/>
                    <a:pt x="21299" y="19091"/>
                  </a:cubicBezTo>
                  <a:cubicBezTo>
                    <a:pt x="21208" y="19169"/>
                    <a:pt x="21238" y="18856"/>
                    <a:pt x="21329" y="18778"/>
                  </a:cubicBezTo>
                  <a:cubicBezTo>
                    <a:pt x="21389" y="18739"/>
                    <a:pt x="21118" y="18621"/>
                    <a:pt x="21118" y="18739"/>
                  </a:cubicBezTo>
                  <a:cubicBezTo>
                    <a:pt x="21118" y="18817"/>
                    <a:pt x="20937" y="18778"/>
                    <a:pt x="20907" y="18660"/>
                  </a:cubicBezTo>
                  <a:cubicBezTo>
                    <a:pt x="20877" y="18582"/>
                    <a:pt x="20756" y="18543"/>
                    <a:pt x="20787" y="18465"/>
                  </a:cubicBezTo>
                  <a:cubicBezTo>
                    <a:pt x="20847" y="18426"/>
                    <a:pt x="20636" y="18387"/>
                    <a:pt x="20606" y="18504"/>
                  </a:cubicBezTo>
                  <a:cubicBezTo>
                    <a:pt x="20576" y="18621"/>
                    <a:pt x="20515" y="18426"/>
                    <a:pt x="20636" y="18269"/>
                  </a:cubicBezTo>
                  <a:cubicBezTo>
                    <a:pt x="20726" y="18113"/>
                    <a:pt x="20696" y="17995"/>
                    <a:pt x="20817" y="17917"/>
                  </a:cubicBezTo>
                  <a:cubicBezTo>
                    <a:pt x="20907" y="17839"/>
                    <a:pt x="20787" y="17760"/>
                    <a:pt x="20696" y="17800"/>
                  </a:cubicBezTo>
                  <a:cubicBezTo>
                    <a:pt x="20576" y="17878"/>
                    <a:pt x="20305" y="18387"/>
                    <a:pt x="20305" y="18504"/>
                  </a:cubicBezTo>
                  <a:cubicBezTo>
                    <a:pt x="20305" y="18660"/>
                    <a:pt x="20305" y="18817"/>
                    <a:pt x="20184" y="18817"/>
                  </a:cubicBezTo>
                  <a:cubicBezTo>
                    <a:pt x="20094" y="18817"/>
                    <a:pt x="19973" y="18934"/>
                    <a:pt x="20064" y="19013"/>
                  </a:cubicBezTo>
                  <a:cubicBezTo>
                    <a:pt x="20124" y="19091"/>
                    <a:pt x="19853" y="19287"/>
                    <a:pt x="19973" y="19404"/>
                  </a:cubicBezTo>
                  <a:cubicBezTo>
                    <a:pt x="20064" y="19443"/>
                    <a:pt x="20214" y="19365"/>
                    <a:pt x="20365" y="19365"/>
                  </a:cubicBezTo>
                  <a:cubicBezTo>
                    <a:pt x="20485" y="19404"/>
                    <a:pt x="20576" y="19404"/>
                    <a:pt x="20696" y="19287"/>
                  </a:cubicBezTo>
                  <a:cubicBezTo>
                    <a:pt x="20817" y="19208"/>
                    <a:pt x="20817" y="19404"/>
                    <a:pt x="20907" y="19365"/>
                  </a:cubicBezTo>
                  <a:cubicBezTo>
                    <a:pt x="21028" y="19365"/>
                    <a:pt x="20847" y="19482"/>
                    <a:pt x="20877" y="19600"/>
                  </a:cubicBezTo>
                  <a:cubicBezTo>
                    <a:pt x="20877" y="19717"/>
                    <a:pt x="20997" y="19560"/>
                    <a:pt x="21058" y="19482"/>
                  </a:cubicBezTo>
                  <a:cubicBezTo>
                    <a:pt x="21148" y="19443"/>
                    <a:pt x="21269" y="19482"/>
                    <a:pt x="21208" y="19560"/>
                  </a:cubicBezTo>
                  <a:cubicBezTo>
                    <a:pt x="21178" y="19678"/>
                    <a:pt x="21449" y="19756"/>
                    <a:pt x="21510" y="19600"/>
                  </a:cubicBezTo>
                  <a:cubicBezTo>
                    <a:pt x="21600" y="19482"/>
                    <a:pt x="21449" y="19247"/>
                    <a:pt x="21419" y="19326"/>
                  </a:cubicBezTo>
                  <a:close/>
                  <a:moveTo>
                    <a:pt x="1988" y="16782"/>
                  </a:moveTo>
                  <a:cubicBezTo>
                    <a:pt x="1808" y="16900"/>
                    <a:pt x="2259" y="17526"/>
                    <a:pt x="2350" y="17447"/>
                  </a:cubicBezTo>
                  <a:cubicBezTo>
                    <a:pt x="2440" y="17408"/>
                    <a:pt x="2259" y="17134"/>
                    <a:pt x="2259" y="16978"/>
                  </a:cubicBezTo>
                  <a:cubicBezTo>
                    <a:pt x="2259" y="16821"/>
                    <a:pt x="2199" y="16626"/>
                    <a:pt x="1988" y="16782"/>
                  </a:cubicBezTo>
                  <a:close/>
                  <a:moveTo>
                    <a:pt x="19702" y="19952"/>
                  </a:moveTo>
                  <a:cubicBezTo>
                    <a:pt x="19612" y="19952"/>
                    <a:pt x="19672" y="19834"/>
                    <a:pt x="19702" y="19756"/>
                  </a:cubicBezTo>
                  <a:cubicBezTo>
                    <a:pt x="19702" y="19678"/>
                    <a:pt x="19521" y="19756"/>
                    <a:pt x="19521" y="19874"/>
                  </a:cubicBezTo>
                  <a:cubicBezTo>
                    <a:pt x="19521" y="19952"/>
                    <a:pt x="19401" y="19991"/>
                    <a:pt x="19401" y="20030"/>
                  </a:cubicBezTo>
                  <a:cubicBezTo>
                    <a:pt x="19401" y="20226"/>
                    <a:pt x="19401" y="20108"/>
                    <a:pt x="19310" y="20187"/>
                  </a:cubicBezTo>
                  <a:cubicBezTo>
                    <a:pt x="19220" y="20226"/>
                    <a:pt x="18889" y="20187"/>
                    <a:pt x="18859" y="20069"/>
                  </a:cubicBezTo>
                  <a:cubicBezTo>
                    <a:pt x="18859" y="19991"/>
                    <a:pt x="18618" y="19952"/>
                    <a:pt x="18618" y="19795"/>
                  </a:cubicBezTo>
                  <a:cubicBezTo>
                    <a:pt x="18587" y="19678"/>
                    <a:pt x="18467" y="19639"/>
                    <a:pt x="18587" y="19482"/>
                  </a:cubicBezTo>
                  <a:cubicBezTo>
                    <a:pt x="18678" y="19326"/>
                    <a:pt x="18557" y="19247"/>
                    <a:pt x="18467" y="19365"/>
                  </a:cubicBezTo>
                  <a:cubicBezTo>
                    <a:pt x="18377" y="19482"/>
                    <a:pt x="18316" y="19326"/>
                    <a:pt x="18437" y="19247"/>
                  </a:cubicBezTo>
                  <a:cubicBezTo>
                    <a:pt x="18557" y="19208"/>
                    <a:pt x="18798" y="19130"/>
                    <a:pt x="18678" y="18856"/>
                  </a:cubicBezTo>
                  <a:cubicBezTo>
                    <a:pt x="18557" y="18582"/>
                    <a:pt x="17834" y="18934"/>
                    <a:pt x="17623" y="19052"/>
                  </a:cubicBezTo>
                  <a:cubicBezTo>
                    <a:pt x="17443" y="19208"/>
                    <a:pt x="17202" y="19639"/>
                    <a:pt x="17111" y="19639"/>
                  </a:cubicBezTo>
                  <a:cubicBezTo>
                    <a:pt x="17021" y="19639"/>
                    <a:pt x="17292" y="19404"/>
                    <a:pt x="17322" y="19326"/>
                  </a:cubicBezTo>
                  <a:cubicBezTo>
                    <a:pt x="17382" y="19247"/>
                    <a:pt x="17322" y="19130"/>
                    <a:pt x="17382" y="19169"/>
                  </a:cubicBezTo>
                  <a:cubicBezTo>
                    <a:pt x="17443" y="19208"/>
                    <a:pt x="17593" y="18895"/>
                    <a:pt x="17714" y="18778"/>
                  </a:cubicBezTo>
                  <a:cubicBezTo>
                    <a:pt x="17834" y="18660"/>
                    <a:pt x="17955" y="18778"/>
                    <a:pt x="17955" y="18660"/>
                  </a:cubicBezTo>
                  <a:cubicBezTo>
                    <a:pt x="17985" y="18582"/>
                    <a:pt x="18045" y="18504"/>
                    <a:pt x="18136" y="18387"/>
                  </a:cubicBezTo>
                  <a:cubicBezTo>
                    <a:pt x="18256" y="18269"/>
                    <a:pt x="19551" y="18308"/>
                    <a:pt x="19672" y="18308"/>
                  </a:cubicBezTo>
                  <a:cubicBezTo>
                    <a:pt x="19792" y="18308"/>
                    <a:pt x="20033" y="18074"/>
                    <a:pt x="20094" y="17956"/>
                  </a:cubicBezTo>
                  <a:cubicBezTo>
                    <a:pt x="20154" y="17800"/>
                    <a:pt x="20244" y="17800"/>
                    <a:pt x="20425" y="17839"/>
                  </a:cubicBezTo>
                  <a:cubicBezTo>
                    <a:pt x="20606" y="17839"/>
                    <a:pt x="20696" y="17643"/>
                    <a:pt x="20756" y="17565"/>
                  </a:cubicBezTo>
                  <a:cubicBezTo>
                    <a:pt x="20847" y="17487"/>
                    <a:pt x="20817" y="17447"/>
                    <a:pt x="20756" y="17408"/>
                  </a:cubicBezTo>
                  <a:cubicBezTo>
                    <a:pt x="20666" y="17408"/>
                    <a:pt x="20606" y="17330"/>
                    <a:pt x="20666" y="17330"/>
                  </a:cubicBezTo>
                  <a:cubicBezTo>
                    <a:pt x="20756" y="17330"/>
                    <a:pt x="20787" y="17252"/>
                    <a:pt x="20817" y="17134"/>
                  </a:cubicBezTo>
                  <a:cubicBezTo>
                    <a:pt x="20847" y="17017"/>
                    <a:pt x="20787" y="17056"/>
                    <a:pt x="20696" y="16900"/>
                  </a:cubicBezTo>
                  <a:cubicBezTo>
                    <a:pt x="20576" y="16743"/>
                    <a:pt x="20546" y="16939"/>
                    <a:pt x="20425" y="16939"/>
                  </a:cubicBezTo>
                  <a:cubicBezTo>
                    <a:pt x="20335" y="16939"/>
                    <a:pt x="20515" y="16743"/>
                    <a:pt x="20425" y="16704"/>
                  </a:cubicBezTo>
                  <a:cubicBezTo>
                    <a:pt x="20335" y="16626"/>
                    <a:pt x="20184" y="16665"/>
                    <a:pt x="20033" y="16821"/>
                  </a:cubicBezTo>
                  <a:cubicBezTo>
                    <a:pt x="19913" y="16939"/>
                    <a:pt x="19913" y="16821"/>
                    <a:pt x="19823" y="16939"/>
                  </a:cubicBezTo>
                  <a:cubicBezTo>
                    <a:pt x="19702" y="17095"/>
                    <a:pt x="19702" y="16860"/>
                    <a:pt x="19762" y="16821"/>
                  </a:cubicBezTo>
                  <a:cubicBezTo>
                    <a:pt x="19792" y="16743"/>
                    <a:pt x="19853" y="16821"/>
                    <a:pt x="19883" y="16743"/>
                  </a:cubicBezTo>
                  <a:cubicBezTo>
                    <a:pt x="19943" y="16665"/>
                    <a:pt x="20003" y="16743"/>
                    <a:pt x="20124" y="16626"/>
                  </a:cubicBezTo>
                  <a:cubicBezTo>
                    <a:pt x="20244" y="16547"/>
                    <a:pt x="20335" y="16587"/>
                    <a:pt x="20395" y="16508"/>
                  </a:cubicBezTo>
                  <a:cubicBezTo>
                    <a:pt x="20425" y="16430"/>
                    <a:pt x="20335" y="16313"/>
                    <a:pt x="20214" y="16352"/>
                  </a:cubicBezTo>
                  <a:cubicBezTo>
                    <a:pt x="20094" y="16391"/>
                    <a:pt x="20003" y="16156"/>
                    <a:pt x="19943" y="16234"/>
                  </a:cubicBezTo>
                  <a:cubicBezTo>
                    <a:pt x="19853" y="16274"/>
                    <a:pt x="19883" y="16117"/>
                    <a:pt x="19792" y="16195"/>
                  </a:cubicBezTo>
                  <a:cubicBezTo>
                    <a:pt x="19702" y="16234"/>
                    <a:pt x="19642" y="16156"/>
                    <a:pt x="19612" y="16039"/>
                  </a:cubicBezTo>
                  <a:cubicBezTo>
                    <a:pt x="19582" y="15882"/>
                    <a:pt x="19341" y="15687"/>
                    <a:pt x="19190" y="15608"/>
                  </a:cubicBezTo>
                  <a:cubicBezTo>
                    <a:pt x="19069" y="15569"/>
                    <a:pt x="19160" y="15452"/>
                    <a:pt x="19220" y="15530"/>
                  </a:cubicBezTo>
                  <a:cubicBezTo>
                    <a:pt x="19310" y="15608"/>
                    <a:pt x="19401" y="15452"/>
                    <a:pt x="19431" y="15413"/>
                  </a:cubicBezTo>
                  <a:cubicBezTo>
                    <a:pt x="19461" y="15334"/>
                    <a:pt x="19371" y="15256"/>
                    <a:pt x="19341" y="15256"/>
                  </a:cubicBezTo>
                  <a:cubicBezTo>
                    <a:pt x="19280" y="15256"/>
                    <a:pt x="19280" y="15178"/>
                    <a:pt x="19310" y="15100"/>
                  </a:cubicBezTo>
                  <a:cubicBezTo>
                    <a:pt x="19310" y="15021"/>
                    <a:pt x="19160" y="14943"/>
                    <a:pt x="19130" y="14865"/>
                  </a:cubicBezTo>
                  <a:cubicBezTo>
                    <a:pt x="19130" y="14787"/>
                    <a:pt x="19039" y="14747"/>
                    <a:pt x="19039" y="14669"/>
                  </a:cubicBezTo>
                  <a:cubicBezTo>
                    <a:pt x="19039" y="14630"/>
                    <a:pt x="18949" y="14513"/>
                    <a:pt x="18949" y="14434"/>
                  </a:cubicBezTo>
                  <a:cubicBezTo>
                    <a:pt x="18949" y="14356"/>
                    <a:pt x="18798" y="14200"/>
                    <a:pt x="18798" y="14082"/>
                  </a:cubicBezTo>
                  <a:cubicBezTo>
                    <a:pt x="18798" y="14004"/>
                    <a:pt x="18708" y="13926"/>
                    <a:pt x="18678" y="13808"/>
                  </a:cubicBezTo>
                  <a:cubicBezTo>
                    <a:pt x="18648" y="13691"/>
                    <a:pt x="18587" y="13730"/>
                    <a:pt x="18557" y="13926"/>
                  </a:cubicBezTo>
                  <a:cubicBezTo>
                    <a:pt x="18527" y="14082"/>
                    <a:pt x="18407" y="14082"/>
                    <a:pt x="18437" y="14121"/>
                  </a:cubicBezTo>
                  <a:cubicBezTo>
                    <a:pt x="18527" y="14239"/>
                    <a:pt x="18467" y="14239"/>
                    <a:pt x="18407" y="14317"/>
                  </a:cubicBezTo>
                  <a:cubicBezTo>
                    <a:pt x="18377" y="14395"/>
                    <a:pt x="18437" y="14474"/>
                    <a:pt x="18377" y="14474"/>
                  </a:cubicBezTo>
                  <a:cubicBezTo>
                    <a:pt x="18286" y="14474"/>
                    <a:pt x="18316" y="14708"/>
                    <a:pt x="18286" y="14630"/>
                  </a:cubicBezTo>
                  <a:cubicBezTo>
                    <a:pt x="18226" y="14513"/>
                    <a:pt x="18136" y="14552"/>
                    <a:pt x="18136" y="14630"/>
                  </a:cubicBezTo>
                  <a:cubicBezTo>
                    <a:pt x="18136" y="14747"/>
                    <a:pt x="17955" y="14826"/>
                    <a:pt x="17895" y="14826"/>
                  </a:cubicBezTo>
                  <a:cubicBezTo>
                    <a:pt x="17834" y="14826"/>
                    <a:pt x="17834" y="14630"/>
                    <a:pt x="17774" y="14669"/>
                  </a:cubicBezTo>
                  <a:cubicBezTo>
                    <a:pt x="17714" y="14747"/>
                    <a:pt x="17714" y="14513"/>
                    <a:pt x="17623" y="14513"/>
                  </a:cubicBezTo>
                  <a:cubicBezTo>
                    <a:pt x="17533" y="14552"/>
                    <a:pt x="17473" y="14513"/>
                    <a:pt x="17503" y="14434"/>
                  </a:cubicBezTo>
                  <a:cubicBezTo>
                    <a:pt x="17533" y="14317"/>
                    <a:pt x="17352" y="14278"/>
                    <a:pt x="17413" y="14200"/>
                  </a:cubicBezTo>
                  <a:cubicBezTo>
                    <a:pt x="17473" y="14121"/>
                    <a:pt x="17382" y="14043"/>
                    <a:pt x="17382" y="13847"/>
                  </a:cubicBezTo>
                  <a:cubicBezTo>
                    <a:pt x="17352" y="13652"/>
                    <a:pt x="17443" y="13652"/>
                    <a:pt x="17443" y="13574"/>
                  </a:cubicBezTo>
                  <a:cubicBezTo>
                    <a:pt x="17443" y="13495"/>
                    <a:pt x="17382" y="13495"/>
                    <a:pt x="17322" y="13574"/>
                  </a:cubicBezTo>
                  <a:cubicBezTo>
                    <a:pt x="17262" y="13613"/>
                    <a:pt x="17262" y="13495"/>
                    <a:pt x="17202" y="13495"/>
                  </a:cubicBezTo>
                  <a:cubicBezTo>
                    <a:pt x="17111" y="13495"/>
                    <a:pt x="16900" y="13495"/>
                    <a:pt x="16900" y="13378"/>
                  </a:cubicBezTo>
                  <a:cubicBezTo>
                    <a:pt x="16900" y="13221"/>
                    <a:pt x="16810" y="13300"/>
                    <a:pt x="16780" y="13182"/>
                  </a:cubicBezTo>
                  <a:cubicBezTo>
                    <a:pt x="16750" y="13065"/>
                    <a:pt x="16659" y="13143"/>
                    <a:pt x="16659" y="13065"/>
                  </a:cubicBezTo>
                  <a:cubicBezTo>
                    <a:pt x="16659" y="12987"/>
                    <a:pt x="16629" y="12947"/>
                    <a:pt x="16569" y="12947"/>
                  </a:cubicBezTo>
                  <a:cubicBezTo>
                    <a:pt x="16509" y="12947"/>
                    <a:pt x="16479" y="12830"/>
                    <a:pt x="16388" y="12830"/>
                  </a:cubicBezTo>
                  <a:cubicBezTo>
                    <a:pt x="16298" y="12830"/>
                    <a:pt x="16208" y="12908"/>
                    <a:pt x="16147" y="12947"/>
                  </a:cubicBezTo>
                  <a:cubicBezTo>
                    <a:pt x="16117" y="12947"/>
                    <a:pt x="15967" y="12830"/>
                    <a:pt x="15936" y="12869"/>
                  </a:cubicBezTo>
                  <a:cubicBezTo>
                    <a:pt x="15876" y="12947"/>
                    <a:pt x="15876" y="12869"/>
                    <a:pt x="15726" y="12791"/>
                  </a:cubicBezTo>
                  <a:cubicBezTo>
                    <a:pt x="15605" y="12752"/>
                    <a:pt x="15424" y="12752"/>
                    <a:pt x="15424" y="12791"/>
                  </a:cubicBezTo>
                  <a:cubicBezTo>
                    <a:pt x="15394" y="12869"/>
                    <a:pt x="15304" y="12869"/>
                    <a:pt x="15304" y="13026"/>
                  </a:cubicBezTo>
                  <a:cubicBezTo>
                    <a:pt x="15334" y="13182"/>
                    <a:pt x="15454" y="13143"/>
                    <a:pt x="15485" y="13260"/>
                  </a:cubicBezTo>
                  <a:cubicBezTo>
                    <a:pt x="15485" y="13339"/>
                    <a:pt x="15424" y="13300"/>
                    <a:pt x="15424" y="13417"/>
                  </a:cubicBezTo>
                  <a:cubicBezTo>
                    <a:pt x="15394" y="13495"/>
                    <a:pt x="15334" y="13495"/>
                    <a:pt x="15334" y="13534"/>
                  </a:cubicBezTo>
                  <a:cubicBezTo>
                    <a:pt x="15334" y="13613"/>
                    <a:pt x="15394" y="13613"/>
                    <a:pt x="15424" y="13730"/>
                  </a:cubicBezTo>
                  <a:cubicBezTo>
                    <a:pt x="15424" y="13847"/>
                    <a:pt x="15485" y="13847"/>
                    <a:pt x="15515" y="14004"/>
                  </a:cubicBezTo>
                  <a:cubicBezTo>
                    <a:pt x="15515" y="14160"/>
                    <a:pt x="15454" y="14160"/>
                    <a:pt x="15424" y="14160"/>
                  </a:cubicBezTo>
                  <a:cubicBezTo>
                    <a:pt x="15364" y="14200"/>
                    <a:pt x="15424" y="14278"/>
                    <a:pt x="15334" y="14395"/>
                  </a:cubicBezTo>
                  <a:cubicBezTo>
                    <a:pt x="15274" y="14474"/>
                    <a:pt x="15213" y="14630"/>
                    <a:pt x="15274" y="14669"/>
                  </a:cubicBezTo>
                  <a:cubicBezTo>
                    <a:pt x="15334" y="14747"/>
                    <a:pt x="15545" y="14865"/>
                    <a:pt x="15635" y="15060"/>
                  </a:cubicBezTo>
                  <a:cubicBezTo>
                    <a:pt x="15726" y="15256"/>
                    <a:pt x="15695" y="15530"/>
                    <a:pt x="15665" y="15765"/>
                  </a:cubicBezTo>
                  <a:cubicBezTo>
                    <a:pt x="15665" y="15960"/>
                    <a:pt x="15485" y="16000"/>
                    <a:pt x="15334" y="16195"/>
                  </a:cubicBezTo>
                  <a:cubicBezTo>
                    <a:pt x="15213" y="16352"/>
                    <a:pt x="15063" y="16352"/>
                    <a:pt x="15003" y="16352"/>
                  </a:cubicBezTo>
                  <a:cubicBezTo>
                    <a:pt x="14942" y="16352"/>
                    <a:pt x="14972" y="16508"/>
                    <a:pt x="15063" y="16665"/>
                  </a:cubicBezTo>
                  <a:cubicBezTo>
                    <a:pt x="15153" y="16782"/>
                    <a:pt x="15093" y="16821"/>
                    <a:pt x="15123" y="16978"/>
                  </a:cubicBezTo>
                  <a:cubicBezTo>
                    <a:pt x="15183" y="17095"/>
                    <a:pt x="15123" y="17213"/>
                    <a:pt x="15183" y="17330"/>
                  </a:cubicBezTo>
                  <a:cubicBezTo>
                    <a:pt x="15274" y="17487"/>
                    <a:pt x="15213" y="17526"/>
                    <a:pt x="15153" y="17604"/>
                  </a:cubicBezTo>
                  <a:cubicBezTo>
                    <a:pt x="15063" y="17721"/>
                    <a:pt x="15183" y="17643"/>
                    <a:pt x="15183" y="17760"/>
                  </a:cubicBezTo>
                  <a:cubicBezTo>
                    <a:pt x="15183" y="17878"/>
                    <a:pt x="15153" y="17839"/>
                    <a:pt x="15063" y="17760"/>
                  </a:cubicBezTo>
                  <a:cubicBezTo>
                    <a:pt x="15003" y="17682"/>
                    <a:pt x="14942" y="17878"/>
                    <a:pt x="14942" y="17956"/>
                  </a:cubicBezTo>
                  <a:cubicBezTo>
                    <a:pt x="14942" y="18034"/>
                    <a:pt x="14762" y="17839"/>
                    <a:pt x="14731" y="17839"/>
                  </a:cubicBezTo>
                  <a:cubicBezTo>
                    <a:pt x="14701" y="17878"/>
                    <a:pt x="14731" y="17721"/>
                    <a:pt x="14641" y="17643"/>
                  </a:cubicBezTo>
                  <a:cubicBezTo>
                    <a:pt x="14551" y="17526"/>
                    <a:pt x="14490" y="17526"/>
                    <a:pt x="14490" y="17408"/>
                  </a:cubicBezTo>
                  <a:cubicBezTo>
                    <a:pt x="14490" y="17330"/>
                    <a:pt x="14310" y="17252"/>
                    <a:pt x="14310" y="17134"/>
                  </a:cubicBezTo>
                  <a:cubicBezTo>
                    <a:pt x="14310" y="17017"/>
                    <a:pt x="14340" y="16743"/>
                    <a:pt x="14279" y="16665"/>
                  </a:cubicBezTo>
                  <a:cubicBezTo>
                    <a:pt x="14249" y="16587"/>
                    <a:pt x="14279" y="16469"/>
                    <a:pt x="14310" y="16430"/>
                  </a:cubicBezTo>
                  <a:cubicBezTo>
                    <a:pt x="14340" y="16352"/>
                    <a:pt x="14279" y="16234"/>
                    <a:pt x="14189" y="16234"/>
                  </a:cubicBezTo>
                  <a:cubicBezTo>
                    <a:pt x="14099" y="16234"/>
                    <a:pt x="13948" y="16156"/>
                    <a:pt x="13828" y="16195"/>
                  </a:cubicBezTo>
                  <a:cubicBezTo>
                    <a:pt x="13677" y="16195"/>
                    <a:pt x="13617" y="16156"/>
                    <a:pt x="13556" y="16117"/>
                  </a:cubicBezTo>
                  <a:cubicBezTo>
                    <a:pt x="13526" y="16078"/>
                    <a:pt x="13406" y="15960"/>
                    <a:pt x="13225" y="15921"/>
                  </a:cubicBezTo>
                  <a:cubicBezTo>
                    <a:pt x="13074" y="15843"/>
                    <a:pt x="12984" y="15765"/>
                    <a:pt x="12984" y="15687"/>
                  </a:cubicBezTo>
                  <a:cubicBezTo>
                    <a:pt x="12954" y="15608"/>
                    <a:pt x="12803" y="15569"/>
                    <a:pt x="12743" y="15530"/>
                  </a:cubicBezTo>
                  <a:cubicBezTo>
                    <a:pt x="12713" y="15452"/>
                    <a:pt x="12562" y="15413"/>
                    <a:pt x="12502" y="15413"/>
                  </a:cubicBezTo>
                  <a:cubicBezTo>
                    <a:pt x="12442" y="15452"/>
                    <a:pt x="12261" y="15256"/>
                    <a:pt x="12171" y="15256"/>
                  </a:cubicBezTo>
                  <a:cubicBezTo>
                    <a:pt x="12080" y="15256"/>
                    <a:pt x="11839" y="15374"/>
                    <a:pt x="11809" y="15413"/>
                  </a:cubicBezTo>
                  <a:cubicBezTo>
                    <a:pt x="11779" y="15413"/>
                    <a:pt x="11809" y="15295"/>
                    <a:pt x="11839" y="15256"/>
                  </a:cubicBezTo>
                  <a:cubicBezTo>
                    <a:pt x="11869" y="15178"/>
                    <a:pt x="11749" y="14982"/>
                    <a:pt x="11749" y="14865"/>
                  </a:cubicBezTo>
                  <a:cubicBezTo>
                    <a:pt x="11719" y="14708"/>
                    <a:pt x="11659" y="14552"/>
                    <a:pt x="11568" y="14591"/>
                  </a:cubicBezTo>
                  <a:cubicBezTo>
                    <a:pt x="11448" y="14591"/>
                    <a:pt x="11327" y="14513"/>
                    <a:pt x="11297" y="14474"/>
                  </a:cubicBezTo>
                  <a:cubicBezTo>
                    <a:pt x="11267" y="14474"/>
                    <a:pt x="11267" y="14082"/>
                    <a:pt x="11267" y="13887"/>
                  </a:cubicBezTo>
                  <a:cubicBezTo>
                    <a:pt x="11297" y="13730"/>
                    <a:pt x="11448" y="13495"/>
                    <a:pt x="11448" y="13378"/>
                  </a:cubicBezTo>
                  <a:cubicBezTo>
                    <a:pt x="11448" y="13260"/>
                    <a:pt x="11538" y="13221"/>
                    <a:pt x="11628" y="13182"/>
                  </a:cubicBezTo>
                  <a:cubicBezTo>
                    <a:pt x="11689" y="13182"/>
                    <a:pt x="11628" y="12947"/>
                    <a:pt x="11719" y="12947"/>
                  </a:cubicBezTo>
                  <a:cubicBezTo>
                    <a:pt x="11809" y="12947"/>
                    <a:pt x="11809" y="12908"/>
                    <a:pt x="11809" y="12791"/>
                  </a:cubicBezTo>
                  <a:cubicBezTo>
                    <a:pt x="11839" y="12713"/>
                    <a:pt x="11930" y="12791"/>
                    <a:pt x="11869" y="12713"/>
                  </a:cubicBezTo>
                  <a:cubicBezTo>
                    <a:pt x="11809" y="12634"/>
                    <a:pt x="11869" y="12634"/>
                    <a:pt x="11990" y="12634"/>
                  </a:cubicBezTo>
                  <a:cubicBezTo>
                    <a:pt x="12110" y="12634"/>
                    <a:pt x="12291" y="12556"/>
                    <a:pt x="12261" y="12400"/>
                  </a:cubicBezTo>
                  <a:cubicBezTo>
                    <a:pt x="12231" y="12243"/>
                    <a:pt x="11930" y="12360"/>
                    <a:pt x="11930" y="12243"/>
                  </a:cubicBezTo>
                  <a:cubicBezTo>
                    <a:pt x="11930" y="12087"/>
                    <a:pt x="11508" y="12087"/>
                    <a:pt x="11538" y="12008"/>
                  </a:cubicBezTo>
                  <a:cubicBezTo>
                    <a:pt x="11568" y="11930"/>
                    <a:pt x="11960" y="12087"/>
                    <a:pt x="12080" y="12126"/>
                  </a:cubicBezTo>
                  <a:cubicBezTo>
                    <a:pt x="12231" y="12204"/>
                    <a:pt x="12261" y="12204"/>
                    <a:pt x="12382" y="12204"/>
                  </a:cubicBezTo>
                  <a:cubicBezTo>
                    <a:pt x="12502" y="12204"/>
                    <a:pt x="12412" y="12008"/>
                    <a:pt x="12442" y="11930"/>
                  </a:cubicBezTo>
                  <a:cubicBezTo>
                    <a:pt x="12442" y="11852"/>
                    <a:pt x="12683" y="12047"/>
                    <a:pt x="12803" y="12008"/>
                  </a:cubicBezTo>
                  <a:cubicBezTo>
                    <a:pt x="12924" y="11969"/>
                    <a:pt x="13044" y="11617"/>
                    <a:pt x="13135" y="11539"/>
                  </a:cubicBezTo>
                  <a:cubicBezTo>
                    <a:pt x="13255" y="11460"/>
                    <a:pt x="13135" y="11382"/>
                    <a:pt x="12954" y="11382"/>
                  </a:cubicBezTo>
                  <a:cubicBezTo>
                    <a:pt x="12743" y="11421"/>
                    <a:pt x="12653" y="11304"/>
                    <a:pt x="12532" y="11187"/>
                  </a:cubicBezTo>
                  <a:cubicBezTo>
                    <a:pt x="12412" y="11108"/>
                    <a:pt x="12442" y="11030"/>
                    <a:pt x="12562" y="11030"/>
                  </a:cubicBezTo>
                  <a:cubicBezTo>
                    <a:pt x="12653" y="11030"/>
                    <a:pt x="12924" y="11343"/>
                    <a:pt x="13044" y="11343"/>
                  </a:cubicBezTo>
                  <a:cubicBezTo>
                    <a:pt x="13135" y="11343"/>
                    <a:pt x="13315" y="11069"/>
                    <a:pt x="13406" y="10991"/>
                  </a:cubicBezTo>
                  <a:cubicBezTo>
                    <a:pt x="13496" y="10913"/>
                    <a:pt x="13315" y="10874"/>
                    <a:pt x="13255" y="10795"/>
                  </a:cubicBezTo>
                  <a:cubicBezTo>
                    <a:pt x="13195" y="10756"/>
                    <a:pt x="13346" y="10717"/>
                    <a:pt x="13436" y="10717"/>
                  </a:cubicBezTo>
                  <a:cubicBezTo>
                    <a:pt x="13526" y="10717"/>
                    <a:pt x="13556" y="10795"/>
                    <a:pt x="13587" y="10874"/>
                  </a:cubicBezTo>
                  <a:cubicBezTo>
                    <a:pt x="13647" y="10913"/>
                    <a:pt x="13797" y="10834"/>
                    <a:pt x="13858" y="10834"/>
                  </a:cubicBezTo>
                  <a:cubicBezTo>
                    <a:pt x="13948" y="10834"/>
                    <a:pt x="13858" y="10678"/>
                    <a:pt x="13737" y="10600"/>
                  </a:cubicBezTo>
                  <a:cubicBezTo>
                    <a:pt x="13587" y="10521"/>
                    <a:pt x="13737" y="10404"/>
                    <a:pt x="13767" y="10521"/>
                  </a:cubicBezTo>
                  <a:cubicBezTo>
                    <a:pt x="13797" y="10600"/>
                    <a:pt x="13888" y="10600"/>
                    <a:pt x="13948" y="10717"/>
                  </a:cubicBezTo>
                  <a:cubicBezTo>
                    <a:pt x="14008" y="10874"/>
                    <a:pt x="14038" y="10756"/>
                    <a:pt x="14129" y="10717"/>
                  </a:cubicBezTo>
                  <a:cubicBezTo>
                    <a:pt x="14249" y="10678"/>
                    <a:pt x="14310" y="10560"/>
                    <a:pt x="14370" y="10482"/>
                  </a:cubicBezTo>
                  <a:cubicBezTo>
                    <a:pt x="14430" y="10404"/>
                    <a:pt x="14430" y="10521"/>
                    <a:pt x="14490" y="10365"/>
                  </a:cubicBezTo>
                  <a:cubicBezTo>
                    <a:pt x="14581" y="10247"/>
                    <a:pt x="14460" y="10130"/>
                    <a:pt x="14400" y="10052"/>
                  </a:cubicBezTo>
                  <a:cubicBezTo>
                    <a:pt x="14310" y="9934"/>
                    <a:pt x="14400" y="9856"/>
                    <a:pt x="14310" y="9817"/>
                  </a:cubicBezTo>
                  <a:cubicBezTo>
                    <a:pt x="14219" y="9739"/>
                    <a:pt x="14189" y="9660"/>
                    <a:pt x="14310" y="9660"/>
                  </a:cubicBezTo>
                  <a:cubicBezTo>
                    <a:pt x="14430" y="9700"/>
                    <a:pt x="14490" y="9660"/>
                    <a:pt x="14551" y="9582"/>
                  </a:cubicBezTo>
                  <a:cubicBezTo>
                    <a:pt x="14611" y="9465"/>
                    <a:pt x="14400" y="9465"/>
                    <a:pt x="14490" y="9387"/>
                  </a:cubicBezTo>
                  <a:cubicBezTo>
                    <a:pt x="14581" y="9308"/>
                    <a:pt x="14490" y="9230"/>
                    <a:pt x="14400" y="9230"/>
                  </a:cubicBezTo>
                  <a:cubicBezTo>
                    <a:pt x="14310" y="9230"/>
                    <a:pt x="14219" y="9191"/>
                    <a:pt x="14219" y="9074"/>
                  </a:cubicBezTo>
                  <a:cubicBezTo>
                    <a:pt x="14219" y="8956"/>
                    <a:pt x="14038" y="9034"/>
                    <a:pt x="13948" y="8956"/>
                  </a:cubicBezTo>
                  <a:cubicBezTo>
                    <a:pt x="13858" y="8917"/>
                    <a:pt x="13617" y="8917"/>
                    <a:pt x="13556" y="8917"/>
                  </a:cubicBezTo>
                  <a:cubicBezTo>
                    <a:pt x="13526" y="8956"/>
                    <a:pt x="13496" y="9230"/>
                    <a:pt x="13587" y="9230"/>
                  </a:cubicBezTo>
                  <a:cubicBezTo>
                    <a:pt x="13677" y="9230"/>
                    <a:pt x="13737" y="9347"/>
                    <a:pt x="13677" y="9387"/>
                  </a:cubicBezTo>
                  <a:cubicBezTo>
                    <a:pt x="13587" y="9426"/>
                    <a:pt x="13677" y="9543"/>
                    <a:pt x="13617" y="9504"/>
                  </a:cubicBezTo>
                  <a:cubicBezTo>
                    <a:pt x="13556" y="9504"/>
                    <a:pt x="13496" y="9465"/>
                    <a:pt x="13466" y="9660"/>
                  </a:cubicBezTo>
                  <a:cubicBezTo>
                    <a:pt x="13436" y="9856"/>
                    <a:pt x="13436" y="9895"/>
                    <a:pt x="13346" y="9974"/>
                  </a:cubicBezTo>
                  <a:cubicBezTo>
                    <a:pt x="13255" y="10052"/>
                    <a:pt x="13315" y="9778"/>
                    <a:pt x="13255" y="9778"/>
                  </a:cubicBezTo>
                  <a:cubicBezTo>
                    <a:pt x="13165" y="9778"/>
                    <a:pt x="13135" y="10013"/>
                    <a:pt x="13195" y="10013"/>
                  </a:cubicBezTo>
                  <a:cubicBezTo>
                    <a:pt x="13285" y="10052"/>
                    <a:pt x="13285" y="10130"/>
                    <a:pt x="13285" y="10208"/>
                  </a:cubicBezTo>
                  <a:cubicBezTo>
                    <a:pt x="13315" y="10326"/>
                    <a:pt x="13195" y="10247"/>
                    <a:pt x="13135" y="10365"/>
                  </a:cubicBezTo>
                  <a:cubicBezTo>
                    <a:pt x="13074" y="10482"/>
                    <a:pt x="13074" y="10326"/>
                    <a:pt x="12984" y="10247"/>
                  </a:cubicBezTo>
                  <a:cubicBezTo>
                    <a:pt x="12924" y="10169"/>
                    <a:pt x="12833" y="10013"/>
                    <a:pt x="12833" y="9895"/>
                  </a:cubicBezTo>
                  <a:cubicBezTo>
                    <a:pt x="12833" y="9817"/>
                    <a:pt x="12864" y="9778"/>
                    <a:pt x="12924" y="9778"/>
                  </a:cubicBezTo>
                  <a:cubicBezTo>
                    <a:pt x="12984" y="9739"/>
                    <a:pt x="12924" y="9700"/>
                    <a:pt x="12924" y="9543"/>
                  </a:cubicBezTo>
                  <a:cubicBezTo>
                    <a:pt x="12924" y="9426"/>
                    <a:pt x="12864" y="9465"/>
                    <a:pt x="12773" y="9347"/>
                  </a:cubicBezTo>
                  <a:cubicBezTo>
                    <a:pt x="12683" y="9191"/>
                    <a:pt x="12592" y="9191"/>
                    <a:pt x="12532" y="9269"/>
                  </a:cubicBezTo>
                  <a:cubicBezTo>
                    <a:pt x="12502" y="9347"/>
                    <a:pt x="12532" y="9465"/>
                    <a:pt x="12442" y="9504"/>
                  </a:cubicBezTo>
                  <a:cubicBezTo>
                    <a:pt x="12382" y="9543"/>
                    <a:pt x="12412" y="9739"/>
                    <a:pt x="12351" y="9739"/>
                  </a:cubicBezTo>
                  <a:cubicBezTo>
                    <a:pt x="12291" y="9778"/>
                    <a:pt x="12321" y="9387"/>
                    <a:pt x="12261" y="9387"/>
                  </a:cubicBezTo>
                  <a:cubicBezTo>
                    <a:pt x="12201" y="9347"/>
                    <a:pt x="12201" y="9269"/>
                    <a:pt x="12291" y="9230"/>
                  </a:cubicBezTo>
                  <a:cubicBezTo>
                    <a:pt x="12382" y="9230"/>
                    <a:pt x="12412" y="9113"/>
                    <a:pt x="12351" y="9113"/>
                  </a:cubicBezTo>
                  <a:cubicBezTo>
                    <a:pt x="12291" y="9113"/>
                    <a:pt x="12171" y="8995"/>
                    <a:pt x="12110" y="8995"/>
                  </a:cubicBezTo>
                  <a:cubicBezTo>
                    <a:pt x="12050" y="8956"/>
                    <a:pt x="11990" y="9113"/>
                    <a:pt x="11930" y="9034"/>
                  </a:cubicBezTo>
                  <a:cubicBezTo>
                    <a:pt x="11869" y="8995"/>
                    <a:pt x="11930" y="8839"/>
                    <a:pt x="11930" y="8760"/>
                  </a:cubicBezTo>
                  <a:cubicBezTo>
                    <a:pt x="11960" y="8682"/>
                    <a:pt x="12020" y="8800"/>
                    <a:pt x="12080" y="8721"/>
                  </a:cubicBezTo>
                  <a:cubicBezTo>
                    <a:pt x="12141" y="8604"/>
                    <a:pt x="11930" y="8604"/>
                    <a:pt x="11930" y="8526"/>
                  </a:cubicBezTo>
                  <a:cubicBezTo>
                    <a:pt x="11930" y="8408"/>
                    <a:pt x="11779" y="8369"/>
                    <a:pt x="11719" y="8330"/>
                  </a:cubicBezTo>
                  <a:cubicBezTo>
                    <a:pt x="11659" y="8291"/>
                    <a:pt x="11749" y="8134"/>
                    <a:pt x="11719" y="8056"/>
                  </a:cubicBezTo>
                  <a:cubicBezTo>
                    <a:pt x="11689" y="7978"/>
                    <a:pt x="11508" y="7782"/>
                    <a:pt x="11418" y="7782"/>
                  </a:cubicBezTo>
                  <a:cubicBezTo>
                    <a:pt x="11327" y="7821"/>
                    <a:pt x="11297" y="7626"/>
                    <a:pt x="11357" y="7665"/>
                  </a:cubicBezTo>
                  <a:cubicBezTo>
                    <a:pt x="11418" y="7665"/>
                    <a:pt x="11448" y="7626"/>
                    <a:pt x="11538" y="7469"/>
                  </a:cubicBezTo>
                  <a:cubicBezTo>
                    <a:pt x="11628" y="7352"/>
                    <a:pt x="11628" y="7313"/>
                    <a:pt x="11568" y="7274"/>
                  </a:cubicBezTo>
                  <a:cubicBezTo>
                    <a:pt x="11508" y="7234"/>
                    <a:pt x="11478" y="7156"/>
                    <a:pt x="11598" y="7156"/>
                  </a:cubicBezTo>
                  <a:cubicBezTo>
                    <a:pt x="11689" y="7195"/>
                    <a:pt x="11900" y="7274"/>
                    <a:pt x="11960" y="7195"/>
                  </a:cubicBezTo>
                  <a:cubicBezTo>
                    <a:pt x="12020" y="7156"/>
                    <a:pt x="12231" y="6726"/>
                    <a:pt x="12321" y="6608"/>
                  </a:cubicBezTo>
                  <a:cubicBezTo>
                    <a:pt x="12382" y="6452"/>
                    <a:pt x="12261" y="6413"/>
                    <a:pt x="12050" y="6452"/>
                  </a:cubicBezTo>
                  <a:cubicBezTo>
                    <a:pt x="11869" y="6491"/>
                    <a:pt x="11809" y="6374"/>
                    <a:pt x="11659" y="6334"/>
                  </a:cubicBezTo>
                  <a:cubicBezTo>
                    <a:pt x="11508" y="6334"/>
                    <a:pt x="11207" y="6374"/>
                    <a:pt x="11146" y="6452"/>
                  </a:cubicBezTo>
                  <a:cubicBezTo>
                    <a:pt x="11116" y="6491"/>
                    <a:pt x="11237" y="6569"/>
                    <a:pt x="11207" y="6647"/>
                  </a:cubicBezTo>
                  <a:cubicBezTo>
                    <a:pt x="11207" y="6687"/>
                    <a:pt x="11116" y="6569"/>
                    <a:pt x="11056" y="6608"/>
                  </a:cubicBezTo>
                  <a:cubicBezTo>
                    <a:pt x="11026" y="6647"/>
                    <a:pt x="11086" y="6726"/>
                    <a:pt x="11056" y="6960"/>
                  </a:cubicBezTo>
                  <a:cubicBezTo>
                    <a:pt x="11056" y="7234"/>
                    <a:pt x="11116" y="7234"/>
                    <a:pt x="11146" y="7313"/>
                  </a:cubicBezTo>
                  <a:cubicBezTo>
                    <a:pt x="11207" y="7430"/>
                    <a:pt x="11207" y="7547"/>
                    <a:pt x="11207" y="7704"/>
                  </a:cubicBezTo>
                  <a:cubicBezTo>
                    <a:pt x="11207" y="7860"/>
                    <a:pt x="11086" y="7821"/>
                    <a:pt x="11056" y="7860"/>
                  </a:cubicBezTo>
                  <a:cubicBezTo>
                    <a:pt x="11026" y="7900"/>
                    <a:pt x="11146" y="7978"/>
                    <a:pt x="11116" y="8056"/>
                  </a:cubicBezTo>
                  <a:cubicBezTo>
                    <a:pt x="11116" y="8174"/>
                    <a:pt x="10996" y="8017"/>
                    <a:pt x="10936" y="8017"/>
                  </a:cubicBezTo>
                  <a:cubicBezTo>
                    <a:pt x="10875" y="8056"/>
                    <a:pt x="10815" y="8291"/>
                    <a:pt x="10875" y="8369"/>
                  </a:cubicBezTo>
                  <a:cubicBezTo>
                    <a:pt x="10936" y="8447"/>
                    <a:pt x="10966" y="8447"/>
                    <a:pt x="10905" y="8526"/>
                  </a:cubicBezTo>
                  <a:cubicBezTo>
                    <a:pt x="10875" y="8604"/>
                    <a:pt x="10815" y="8760"/>
                    <a:pt x="10936" y="8878"/>
                  </a:cubicBezTo>
                  <a:cubicBezTo>
                    <a:pt x="11056" y="8995"/>
                    <a:pt x="11297" y="8995"/>
                    <a:pt x="11418" y="9113"/>
                  </a:cubicBezTo>
                  <a:cubicBezTo>
                    <a:pt x="11538" y="9191"/>
                    <a:pt x="11357" y="9152"/>
                    <a:pt x="11418" y="9269"/>
                  </a:cubicBezTo>
                  <a:cubicBezTo>
                    <a:pt x="11478" y="9387"/>
                    <a:pt x="11327" y="9426"/>
                    <a:pt x="11357" y="9504"/>
                  </a:cubicBezTo>
                  <a:cubicBezTo>
                    <a:pt x="11357" y="9621"/>
                    <a:pt x="11387" y="9543"/>
                    <a:pt x="11448" y="9387"/>
                  </a:cubicBezTo>
                  <a:cubicBezTo>
                    <a:pt x="11538" y="9269"/>
                    <a:pt x="11568" y="9465"/>
                    <a:pt x="11568" y="9582"/>
                  </a:cubicBezTo>
                  <a:cubicBezTo>
                    <a:pt x="11568" y="9700"/>
                    <a:pt x="11478" y="9621"/>
                    <a:pt x="11418" y="9778"/>
                  </a:cubicBezTo>
                  <a:cubicBezTo>
                    <a:pt x="11327" y="9895"/>
                    <a:pt x="11267" y="9934"/>
                    <a:pt x="11177" y="9895"/>
                  </a:cubicBezTo>
                  <a:cubicBezTo>
                    <a:pt x="11056" y="9856"/>
                    <a:pt x="11116" y="10091"/>
                    <a:pt x="11177" y="10208"/>
                  </a:cubicBezTo>
                  <a:cubicBezTo>
                    <a:pt x="11207" y="10326"/>
                    <a:pt x="11146" y="10365"/>
                    <a:pt x="11026" y="10326"/>
                  </a:cubicBezTo>
                  <a:cubicBezTo>
                    <a:pt x="10905" y="10287"/>
                    <a:pt x="10845" y="10169"/>
                    <a:pt x="10905" y="10052"/>
                  </a:cubicBezTo>
                  <a:cubicBezTo>
                    <a:pt x="10966" y="9934"/>
                    <a:pt x="11026" y="9817"/>
                    <a:pt x="10936" y="9817"/>
                  </a:cubicBezTo>
                  <a:cubicBezTo>
                    <a:pt x="10875" y="9817"/>
                    <a:pt x="10725" y="9817"/>
                    <a:pt x="10664" y="9700"/>
                  </a:cubicBezTo>
                  <a:cubicBezTo>
                    <a:pt x="10604" y="9621"/>
                    <a:pt x="10695" y="9660"/>
                    <a:pt x="10845" y="9660"/>
                  </a:cubicBezTo>
                  <a:cubicBezTo>
                    <a:pt x="10996" y="9700"/>
                    <a:pt x="10875" y="9543"/>
                    <a:pt x="10966" y="9543"/>
                  </a:cubicBezTo>
                  <a:cubicBezTo>
                    <a:pt x="11086" y="9543"/>
                    <a:pt x="11146" y="9621"/>
                    <a:pt x="11237" y="9504"/>
                  </a:cubicBezTo>
                  <a:cubicBezTo>
                    <a:pt x="11327" y="9426"/>
                    <a:pt x="11177" y="9230"/>
                    <a:pt x="11116" y="9269"/>
                  </a:cubicBezTo>
                  <a:cubicBezTo>
                    <a:pt x="11026" y="9269"/>
                    <a:pt x="10905" y="9347"/>
                    <a:pt x="10905" y="9230"/>
                  </a:cubicBezTo>
                  <a:cubicBezTo>
                    <a:pt x="10905" y="9152"/>
                    <a:pt x="11056" y="9191"/>
                    <a:pt x="11116" y="9191"/>
                  </a:cubicBezTo>
                  <a:cubicBezTo>
                    <a:pt x="11177" y="9152"/>
                    <a:pt x="11086" y="9034"/>
                    <a:pt x="10966" y="9074"/>
                  </a:cubicBezTo>
                  <a:cubicBezTo>
                    <a:pt x="10875" y="9113"/>
                    <a:pt x="10785" y="9113"/>
                    <a:pt x="10695" y="8995"/>
                  </a:cubicBezTo>
                  <a:cubicBezTo>
                    <a:pt x="10604" y="8878"/>
                    <a:pt x="10454" y="8800"/>
                    <a:pt x="10423" y="9074"/>
                  </a:cubicBezTo>
                  <a:cubicBezTo>
                    <a:pt x="10393" y="9347"/>
                    <a:pt x="10243" y="9191"/>
                    <a:pt x="10182" y="9308"/>
                  </a:cubicBezTo>
                  <a:cubicBezTo>
                    <a:pt x="10122" y="9387"/>
                    <a:pt x="10243" y="9465"/>
                    <a:pt x="10393" y="9465"/>
                  </a:cubicBezTo>
                  <a:cubicBezTo>
                    <a:pt x="10544" y="9465"/>
                    <a:pt x="10634" y="9621"/>
                    <a:pt x="10574" y="9621"/>
                  </a:cubicBezTo>
                  <a:cubicBezTo>
                    <a:pt x="10514" y="9621"/>
                    <a:pt x="10544" y="9778"/>
                    <a:pt x="10454" y="9700"/>
                  </a:cubicBezTo>
                  <a:cubicBezTo>
                    <a:pt x="10393" y="9660"/>
                    <a:pt x="10303" y="9700"/>
                    <a:pt x="10363" y="9817"/>
                  </a:cubicBezTo>
                  <a:cubicBezTo>
                    <a:pt x="10423" y="9895"/>
                    <a:pt x="10333" y="9934"/>
                    <a:pt x="10363" y="10013"/>
                  </a:cubicBezTo>
                  <a:cubicBezTo>
                    <a:pt x="10363" y="10091"/>
                    <a:pt x="10243" y="10013"/>
                    <a:pt x="10122" y="10013"/>
                  </a:cubicBezTo>
                  <a:cubicBezTo>
                    <a:pt x="10002" y="9974"/>
                    <a:pt x="9791" y="10052"/>
                    <a:pt x="9640" y="10091"/>
                  </a:cubicBezTo>
                  <a:cubicBezTo>
                    <a:pt x="9490" y="10130"/>
                    <a:pt x="9339" y="10052"/>
                    <a:pt x="9279" y="9974"/>
                  </a:cubicBezTo>
                  <a:cubicBezTo>
                    <a:pt x="9218" y="9856"/>
                    <a:pt x="9128" y="9895"/>
                    <a:pt x="9008" y="9895"/>
                  </a:cubicBezTo>
                  <a:cubicBezTo>
                    <a:pt x="8917" y="9895"/>
                    <a:pt x="8947" y="9739"/>
                    <a:pt x="8797" y="9739"/>
                  </a:cubicBezTo>
                  <a:cubicBezTo>
                    <a:pt x="8646" y="9739"/>
                    <a:pt x="8676" y="9582"/>
                    <a:pt x="8676" y="9504"/>
                  </a:cubicBezTo>
                  <a:cubicBezTo>
                    <a:pt x="8646" y="9387"/>
                    <a:pt x="8375" y="9426"/>
                    <a:pt x="8285" y="9504"/>
                  </a:cubicBezTo>
                  <a:cubicBezTo>
                    <a:pt x="8164" y="9582"/>
                    <a:pt x="7983" y="9543"/>
                    <a:pt x="7923" y="9700"/>
                  </a:cubicBezTo>
                  <a:cubicBezTo>
                    <a:pt x="7863" y="9856"/>
                    <a:pt x="7983" y="9856"/>
                    <a:pt x="8044" y="9856"/>
                  </a:cubicBezTo>
                  <a:cubicBezTo>
                    <a:pt x="8104" y="9856"/>
                    <a:pt x="8104" y="9700"/>
                    <a:pt x="8254" y="9739"/>
                  </a:cubicBezTo>
                  <a:cubicBezTo>
                    <a:pt x="8405" y="9778"/>
                    <a:pt x="8526" y="9543"/>
                    <a:pt x="8586" y="9621"/>
                  </a:cubicBezTo>
                  <a:cubicBezTo>
                    <a:pt x="8646" y="9700"/>
                    <a:pt x="8315" y="9856"/>
                    <a:pt x="8194" y="9895"/>
                  </a:cubicBezTo>
                  <a:cubicBezTo>
                    <a:pt x="8044" y="9934"/>
                    <a:pt x="8074" y="10091"/>
                    <a:pt x="8194" y="10326"/>
                  </a:cubicBezTo>
                  <a:cubicBezTo>
                    <a:pt x="8345" y="10600"/>
                    <a:pt x="8134" y="10443"/>
                    <a:pt x="8134" y="10560"/>
                  </a:cubicBezTo>
                  <a:cubicBezTo>
                    <a:pt x="8134" y="10678"/>
                    <a:pt x="7893" y="10521"/>
                    <a:pt x="7983" y="10482"/>
                  </a:cubicBezTo>
                  <a:cubicBezTo>
                    <a:pt x="8104" y="10443"/>
                    <a:pt x="8044" y="10326"/>
                    <a:pt x="7983" y="10247"/>
                  </a:cubicBezTo>
                  <a:cubicBezTo>
                    <a:pt x="7893" y="10130"/>
                    <a:pt x="7833" y="10247"/>
                    <a:pt x="7833" y="10130"/>
                  </a:cubicBezTo>
                  <a:cubicBezTo>
                    <a:pt x="7863" y="10052"/>
                    <a:pt x="7772" y="10130"/>
                    <a:pt x="7682" y="10052"/>
                  </a:cubicBezTo>
                  <a:cubicBezTo>
                    <a:pt x="7622" y="9974"/>
                    <a:pt x="7562" y="9934"/>
                    <a:pt x="7471" y="10013"/>
                  </a:cubicBezTo>
                  <a:cubicBezTo>
                    <a:pt x="7381" y="10052"/>
                    <a:pt x="7260" y="10052"/>
                    <a:pt x="7019" y="10091"/>
                  </a:cubicBezTo>
                  <a:cubicBezTo>
                    <a:pt x="6808" y="10130"/>
                    <a:pt x="6387" y="10130"/>
                    <a:pt x="6296" y="10052"/>
                  </a:cubicBezTo>
                  <a:cubicBezTo>
                    <a:pt x="6236" y="9934"/>
                    <a:pt x="6507" y="9778"/>
                    <a:pt x="6597" y="9778"/>
                  </a:cubicBezTo>
                  <a:cubicBezTo>
                    <a:pt x="6658" y="9817"/>
                    <a:pt x="6628" y="9660"/>
                    <a:pt x="6507" y="9543"/>
                  </a:cubicBezTo>
                  <a:cubicBezTo>
                    <a:pt x="6356" y="9426"/>
                    <a:pt x="6085" y="9347"/>
                    <a:pt x="6085" y="9426"/>
                  </a:cubicBezTo>
                  <a:cubicBezTo>
                    <a:pt x="6115" y="9504"/>
                    <a:pt x="5935" y="9426"/>
                    <a:pt x="5754" y="9387"/>
                  </a:cubicBezTo>
                  <a:cubicBezTo>
                    <a:pt x="5543" y="9347"/>
                    <a:pt x="5513" y="9230"/>
                    <a:pt x="5392" y="9230"/>
                  </a:cubicBezTo>
                  <a:cubicBezTo>
                    <a:pt x="5272" y="9230"/>
                    <a:pt x="5061" y="9191"/>
                    <a:pt x="4910" y="9034"/>
                  </a:cubicBezTo>
                  <a:cubicBezTo>
                    <a:pt x="4760" y="8878"/>
                    <a:pt x="4398" y="8917"/>
                    <a:pt x="4368" y="9074"/>
                  </a:cubicBezTo>
                  <a:cubicBezTo>
                    <a:pt x="4338" y="9191"/>
                    <a:pt x="4218" y="9191"/>
                    <a:pt x="4097" y="9191"/>
                  </a:cubicBezTo>
                  <a:cubicBezTo>
                    <a:pt x="3977" y="9191"/>
                    <a:pt x="4157" y="9034"/>
                    <a:pt x="4097" y="8995"/>
                  </a:cubicBezTo>
                  <a:cubicBezTo>
                    <a:pt x="4037" y="8956"/>
                    <a:pt x="4097" y="8760"/>
                    <a:pt x="4007" y="8760"/>
                  </a:cubicBezTo>
                  <a:cubicBezTo>
                    <a:pt x="3946" y="8721"/>
                    <a:pt x="3856" y="9191"/>
                    <a:pt x="3705" y="9191"/>
                  </a:cubicBezTo>
                  <a:cubicBezTo>
                    <a:pt x="3525" y="9191"/>
                    <a:pt x="3464" y="8682"/>
                    <a:pt x="3314" y="8565"/>
                  </a:cubicBezTo>
                  <a:cubicBezTo>
                    <a:pt x="3193" y="8447"/>
                    <a:pt x="3073" y="8408"/>
                    <a:pt x="3193" y="8604"/>
                  </a:cubicBezTo>
                  <a:cubicBezTo>
                    <a:pt x="3284" y="8800"/>
                    <a:pt x="3073" y="8682"/>
                    <a:pt x="3103" y="8800"/>
                  </a:cubicBezTo>
                  <a:cubicBezTo>
                    <a:pt x="3103" y="8917"/>
                    <a:pt x="2922" y="9074"/>
                    <a:pt x="2922" y="8995"/>
                  </a:cubicBezTo>
                  <a:cubicBezTo>
                    <a:pt x="2922" y="8917"/>
                    <a:pt x="2802" y="8839"/>
                    <a:pt x="2681" y="9034"/>
                  </a:cubicBezTo>
                  <a:cubicBezTo>
                    <a:pt x="2561" y="9230"/>
                    <a:pt x="2470" y="9230"/>
                    <a:pt x="2440" y="9152"/>
                  </a:cubicBezTo>
                  <a:cubicBezTo>
                    <a:pt x="2440" y="9074"/>
                    <a:pt x="2049" y="9347"/>
                    <a:pt x="2079" y="9426"/>
                  </a:cubicBezTo>
                  <a:cubicBezTo>
                    <a:pt x="2079" y="9504"/>
                    <a:pt x="2018" y="9543"/>
                    <a:pt x="1928" y="9543"/>
                  </a:cubicBezTo>
                  <a:cubicBezTo>
                    <a:pt x="1808" y="9543"/>
                    <a:pt x="1898" y="9426"/>
                    <a:pt x="1988" y="9387"/>
                  </a:cubicBezTo>
                  <a:cubicBezTo>
                    <a:pt x="2079" y="9308"/>
                    <a:pt x="2320" y="9074"/>
                    <a:pt x="2440" y="9034"/>
                  </a:cubicBezTo>
                  <a:cubicBezTo>
                    <a:pt x="2561" y="8995"/>
                    <a:pt x="2832" y="8878"/>
                    <a:pt x="2832" y="8800"/>
                  </a:cubicBezTo>
                  <a:cubicBezTo>
                    <a:pt x="2832" y="8721"/>
                    <a:pt x="2711" y="8760"/>
                    <a:pt x="2621" y="8760"/>
                  </a:cubicBezTo>
                  <a:cubicBezTo>
                    <a:pt x="2531" y="8721"/>
                    <a:pt x="2380" y="8878"/>
                    <a:pt x="2229" y="8956"/>
                  </a:cubicBezTo>
                  <a:cubicBezTo>
                    <a:pt x="2079" y="9034"/>
                    <a:pt x="1928" y="8995"/>
                    <a:pt x="1958" y="9113"/>
                  </a:cubicBezTo>
                  <a:cubicBezTo>
                    <a:pt x="2018" y="9230"/>
                    <a:pt x="1838" y="9113"/>
                    <a:pt x="1777" y="9191"/>
                  </a:cubicBezTo>
                  <a:cubicBezTo>
                    <a:pt x="1747" y="9269"/>
                    <a:pt x="1687" y="9152"/>
                    <a:pt x="1747" y="9113"/>
                  </a:cubicBezTo>
                  <a:cubicBezTo>
                    <a:pt x="1777" y="9074"/>
                    <a:pt x="1597" y="8995"/>
                    <a:pt x="1597" y="9074"/>
                  </a:cubicBezTo>
                  <a:cubicBezTo>
                    <a:pt x="1597" y="9113"/>
                    <a:pt x="1567" y="9152"/>
                    <a:pt x="1446" y="9152"/>
                  </a:cubicBezTo>
                  <a:cubicBezTo>
                    <a:pt x="1326" y="9152"/>
                    <a:pt x="1175" y="9269"/>
                    <a:pt x="1265" y="9387"/>
                  </a:cubicBezTo>
                  <a:cubicBezTo>
                    <a:pt x="1356" y="9465"/>
                    <a:pt x="1416" y="9504"/>
                    <a:pt x="1386" y="9543"/>
                  </a:cubicBezTo>
                  <a:cubicBezTo>
                    <a:pt x="1326" y="9621"/>
                    <a:pt x="1205" y="9387"/>
                    <a:pt x="994" y="9426"/>
                  </a:cubicBezTo>
                  <a:cubicBezTo>
                    <a:pt x="813" y="9465"/>
                    <a:pt x="452" y="9152"/>
                    <a:pt x="452" y="9074"/>
                  </a:cubicBezTo>
                  <a:cubicBezTo>
                    <a:pt x="452" y="9034"/>
                    <a:pt x="181" y="9074"/>
                    <a:pt x="0" y="9034"/>
                  </a:cubicBezTo>
                  <a:cubicBezTo>
                    <a:pt x="0" y="13847"/>
                    <a:pt x="0" y="13847"/>
                    <a:pt x="0" y="13847"/>
                  </a:cubicBezTo>
                  <a:cubicBezTo>
                    <a:pt x="0" y="13847"/>
                    <a:pt x="90" y="13965"/>
                    <a:pt x="121" y="13887"/>
                  </a:cubicBezTo>
                  <a:cubicBezTo>
                    <a:pt x="151" y="13847"/>
                    <a:pt x="211" y="13926"/>
                    <a:pt x="331" y="13847"/>
                  </a:cubicBezTo>
                  <a:cubicBezTo>
                    <a:pt x="482" y="13769"/>
                    <a:pt x="512" y="13926"/>
                    <a:pt x="512" y="14004"/>
                  </a:cubicBezTo>
                  <a:cubicBezTo>
                    <a:pt x="512" y="14082"/>
                    <a:pt x="693" y="14200"/>
                    <a:pt x="753" y="14317"/>
                  </a:cubicBezTo>
                  <a:cubicBezTo>
                    <a:pt x="813" y="14434"/>
                    <a:pt x="874" y="14552"/>
                    <a:pt x="934" y="14474"/>
                  </a:cubicBezTo>
                  <a:cubicBezTo>
                    <a:pt x="1024" y="14395"/>
                    <a:pt x="1175" y="14356"/>
                    <a:pt x="1175" y="14239"/>
                  </a:cubicBezTo>
                  <a:cubicBezTo>
                    <a:pt x="1175" y="14121"/>
                    <a:pt x="1506" y="14121"/>
                    <a:pt x="1506" y="14278"/>
                  </a:cubicBezTo>
                  <a:cubicBezTo>
                    <a:pt x="1506" y="14434"/>
                    <a:pt x="1838" y="14630"/>
                    <a:pt x="2018" y="15021"/>
                  </a:cubicBezTo>
                  <a:cubicBezTo>
                    <a:pt x="2199" y="15452"/>
                    <a:pt x="2169" y="15569"/>
                    <a:pt x="2440" y="15687"/>
                  </a:cubicBezTo>
                  <a:cubicBezTo>
                    <a:pt x="2711" y="15843"/>
                    <a:pt x="2711" y="15921"/>
                    <a:pt x="2681" y="16039"/>
                  </a:cubicBezTo>
                  <a:cubicBezTo>
                    <a:pt x="2651" y="16156"/>
                    <a:pt x="2832" y="16234"/>
                    <a:pt x="2711" y="16313"/>
                  </a:cubicBezTo>
                  <a:cubicBezTo>
                    <a:pt x="2681" y="16352"/>
                    <a:pt x="2621" y="16430"/>
                    <a:pt x="2561" y="16469"/>
                  </a:cubicBezTo>
                  <a:cubicBezTo>
                    <a:pt x="2561" y="16547"/>
                    <a:pt x="2621" y="16587"/>
                    <a:pt x="2651" y="16626"/>
                  </a:cubicBezTo>
                  <a:cubicBezTo>
                    <a:pt x="2711" y="16704"/>
                    <a:pt x="2531" y="16704"/>
                    <a:pt x="2591" y="16782"/>
                  </a:cubicBezTo>
                  <a:cubicBezTo>
                    <a:pt x="2651" y="16821"/>
                    <a:pt x="2591" y="16939"/>
                    <a:pt x="2651" y="17017"/>
                  </a:cubicBezTo>
                  <a:cubicBezTo>
                    <a:pt x="2681" y="17095"/>
                    <a:pt x="2802" y="17056"/>
                    <a:pt x="2862" y="16978"/>
                  </a:cubicBezTo>
                  <a:cubicBezTo>
                    <a:pt x="2922" y="16939"/>
                    <a:pt x="2952" y="17056"/>
                    <a:pt x="2892" y="17174"/>
                  </a:cubicBezTo>
                  <a:cubicBezTo>
                    <a:pt x="2862" y="17291"/>
                    <a:pt x="2952" y="17369"/>
                    <a:pt x="3013" y="17291"/>
                  </a:cubicBezTo>
                  <a:cubicBezTo>
                    <a:pt x="3043" y="17213"/>
                    <a:pt x="3163" y="17408"/>
                    <a:pt x="3193" y="17447"/>
                  </a:cubicBezTo>
                  <a:cubicBezTo>
                    <a:pt x="3254" y="17487"/>
                    <a:pt x="3314" y="17565"/>
                    <a:pt x="3223" y="17565"/>
                  </a:cubicBezTo>
                  <a:cubicBezTo>
                    <a:pt x="3133" y="17565"/>
                    <a:pt x="3163" y="17760"/>
                    <a:pt x="3223" y="17760"/>
                  </a:cubicBezTo>
                  <a:cubicBezTo>
                    <a:pt x="3284" y="17760"/>
                    <a:pt x="3254" y="17878"/>
                    <a:pt x="3254" y="17917"/>
                  </a:cubicBezTo>
                  <a:cubicBezTo>
                    <a:pt x="3254" y="17995"/>
                    <a:pt x="3464" y="18074"/>
                    <a:pt x="3525" y="18074"/>
                  </a:cubicBezTo>
                  <a:cubicBezTo>
                    <a:pt x="3585" y="18034"/>
                    <a:pt x="3645" y="18113"/>
                    <a:pt x="3675" y="18191"/>
                  </a:cubicBezTo>
                  <a:cubicBezTo>
                    <a:pt x="3705" y="18269"/>
                    <a:pt x="3856" y="18308"/>
                    <a:pt x="3886" y="18269"/>
                  </a:cubicBezTo>
                  <a:cubicBezTo>
                    <a:pt x="3946" y="18230"/>
                    <a:pt x="3977" y="18347"/>
                    <a:pt x="3977" y="18465"/>
                  </a:cubicBezTo>
                  <a:cubicBezTo>
                    <a:pt x="4007" y="18543"/>
                    <a:pt x="4097" y="18504"/>
                    <a:pt x="4157" y="18504"/>
                  </a:cubicBezTo>
                  <a:cubicBezTo>
                    <a:pt x="4248" y="18504"/>
                    <a:pt x="4278" y="18621"/>
                    <a:pt x="4308" y="18582"/>
                  </a:cubicBezTo>
                  <a:cubicBezTo>
                    <a:pt x="4398" y="18543"/>
                    <a:pt x="4428" y="18739"/>
                    <a:pt x="4489" y="18895"/>
                  </a:cubicBezTo>
                  <a:cubicBezTo>
                    <a:pt x="11177" y="18856"/>
                    <a:pt x="11177" y="18856"/>
                    <a:pt x="11177" y="18856"/>
                  </a:cubicBezTo>
                  <a:cubicBezTo>
                    <a:pt x="11177" y="18856"/>
                    <a:pt x="11177" y="18621"/>
                    <a:pt x="11267" y="18700"/>
                  </a:cubicBezTo>
                  <a:cubicBezTo>
                    <a:pt x="11327" y="18778"/>
                    <a:pt x="11267" y="18895"/>
                    <a:pt x="11357" y="18934"/>
                  </a:cubicBezTo>
                  <a:cubicBezTo>
                    <a:pt x="11448" y="18974"/>
                    <a:pt x="11508" y="19052"/>
                    <a:pt x="11568" y="19013"/>
                  </a:cubicBezTo>
                  <a:cubicBezTo>
                    <a:pt x="11628" y="19013"/>
                    <a:pt x="11719" y="18895"/>
                    <a:pt x="11779" y="19052"/>
                  </a:cubicBezTo>
                  <a:cubicBezTo>
                    <a:pt x="11869" y="19169"/>
                    <a:pt x="11930" y="19052"/>
                    <a:pt x="11990" y="19130"/>
                  </a:cubicBezTo>
                  <a:cubicBezTo>
                    <a:pt x="12050" y="19208"/>
                    <a:pt x="12141" y="19287"/>
                    <a:pt x="12201" y="19208"/>
                  </a:cubicBezTo>
                  <a:cubicBezTo>
                    <a:pt x="12261" y="19091"/>
                    <a:pt x="12442" y="19208"/>
                    <a:pt x="12562" y="19247"/>
                  </a:cubicBezTo>
                  <a:cubicBezTo>
                    <a:pt x="12653" y="19130"/>
                    <a:pt x="12773" y="18856"/>
                    <a:pt x="12864" y="18856"/>
                  </a:cubicBezTo>
                  <a:cubicBezTo>
                    <a:pt x="13014" y="18856"/>
                    <a:pt x="13346" y="18895"/>
                    <a:pt x="13376" y="19130"/>
                  </a:cubicBezTo>
                  <a:cubicBezTo>
                    <a:pt x="13406" y="19404"/>
                    <a:pt x="13617" y="19169"/>
                    <a:pt x="13647" y="19404"/>
                  </a:cubicBezTo>
                  <a:cubicBezTo>
                    <a:pt x="13647" y="19560"/>
                    <a:pt x="13797" y="19717"/>
                    <a:pt x="13767" y="19834"/>
                  </a:cubicBezTo>
                  <a:cubicBezTo>
                    <a:pt x="13828" y="19874"/>
                    <a:pt x="13858" y="19913"/>
                    <a:pt x="13918" y="19952"/>
                  </a:cubicBezTo>
                  <a:cubicBezTo>
                    <a:pt x="13978" y="19913"/>
                    <a:pt x="14159" y="19952"/>
                    <a:pt x="14279" y="20030"/>
                  </a:cubicBezTo>
                  <a:cubicBezTo>
                    <a:pt x="14430" y="20069"/>
                    <a:pt x="14671" y="19913"/>
                    <a:pt x="14731" y="20147"/>
                  </a:cubicBezTo>
                  <a:cubicBezTo>
                    <a:pt x="14822" y="20421"/>
                    <a:pt x="14972" y="20578"/>
                    <a:pt x="14822" y="20617"/>
                  </a:cubicBezTo>
                  <a:cubicBezTo>
                    <a:pt x="14671" y="20617"/>
                    <a:pt x="14490" y="20343"/>
                    <a:pt x="14521" y="20500"/>
                  </a:cubicBezTo>
                  <a:cubicBezTo>
                    <a:pt x="14521" y="20656"/>
                    <a:pt x="14430" y="20578"/>
                    <a:pt x="14430" y="20774"/>
                  </a:cubicBezTo>
                  <a:cubicBezTo>
                    <a:pt x="14430" y="21008"/>
                    <a:pt x="14340" y="21282"/>
                    <a:pt x="14249" y="21282"/>
                  </a:cubicBezTo>
                  <a:cubicBezTo>
                    <a:pt x="14249" y="21282"/>
                    <a:pt x="14249" y="21282"/>
                    <a:pt x="14249" y="21282"/>
                  </a:cubicBezTo>
                  <a:cubicBezTo>
                    <a:pt x="14249" y="21360"/>
                    <a:pt x="14249" y="21439"/>
                    <a:pt x="14279" y="21517"/>
                  </a:cubicBezTo>
                  <a:cubicBezTo>
                    <a:pt x="14370" y="21439"/>
                    <a:pt x="14490" y="21321"/>
                    <a:pt x="14581" y="21321"/>
                  </a:cubicBezTo>
                  <a:cubicBezTo>
                    <a:pt x="14762" y="21321"/>
                    <a:pt x="14792" y="21439"/>
                    <a:pt x="14912" y="21360"/>
                  </a:cubicBezTo>
                  <a:cubicBezTo>
                    <a:pt x="15003" y="21243"/>
                    <a:pt x="15033" y="21204"/>
                    <a:pt x="15063" y="21282"/>
                  </a:cubicBezTo>
                  <a:cubicBezTo>
                    <a:pt x="15063" y="21282"/>
                    <a:pt x="15063" y="21321"/>
                    <a:pt x="15063" y="21321"/>
                  </a:cubicBezTo>
                  <a:cubicBezTo>
                    <a:pt x="15093" y="21282"/>
                    <a:pt x="15123" y="21243"/>
                    <a:pt x="15123" y="21243"/>
                  </a:cubicBezTo>
                  <a:cubicBezTo>
                    <a:pt x="15123" y="21204"/>
                    <a:pt x="15123" y="21165"/>
                    <a:pt x="15123" y="21126"/>
                  </a:cubicBezTo>
                  <a:cubicBezTo>
                    <a:pt x="15003" y="21126"/>
                    <a:pt x="14972" y="21126"/>
                    <a:pt x="14942" y="21047"/>
                  </a:cubicBezTo>
                  <a:cubicBezTo>
                    <a:pt x="14882" y="20891"/>
                    <a:pt x="15274" y="20774"/>
                    <a:pt x="15424" y="20813"/>
                  </a:cubicBezTo>
                  <a:cubicBezTo>
                    <a:pt x="15605" y="20813"/>
                    <a:pt x="15695" y="20656"/>
                    <a:pt x="15756" y="20774"/>
                  </a:cubicBezTo>
                  <a:cubicBezTo>
                    <a:pt x="15876" y="20656"/>
                    <a:pt x="16057" y="20460"/>
                    <a:pt x="16087" y="20460"/>
                  </a:cubicBezTo>
                  <a:cubicBezTo>
                    <a:pt x="16147" y="20460"/>
                    <a:pt x="16931" y="20421"/>
                    <a:pt x="16931" y="20421"/>
                  </a:cubicBezTo>
                  <a:cubicBezTo>
                    <a:pt x="16931" y="20421"/>
                    <a:pt x="17202" y="20226"/>
                    <a:pt x="17232" y="20030"/>
                  </a:cubicBezTo>
                  <a:cubicBezTo>
                    <a:pt x="17262" y="19834"/>
                    <a:pt x="17443" y="19365"/>
                    <a:pt x="17533" y="19482"/>
                  </a:cubicBezTo>
                  <a:cubicBezTo>
                    <a:pt x="17623" y="19560"/>
                    <a:pt x="17834" y="19482"/>
                    <a:pt x="17864" y="19600"/>
                  </a:cubicBezTo>
                  <a:cubicBezTo>
                    <a:pt x="17864" y="19678"/>
                    <a:pt x="17774" y="19991"/>
                    <a:pt x="18045" y="20460"/>
                  </a:cubicBezTo>
                  <a:cubicBezTo>
                    <a:pt x="18166" y="20382"/>
                    <a:pt x="18256" y="20304"/>
                    <a:pt x="18316" y="20343"/>
                  </a:cubicBezTo>
                  <a:cubicBezTo>
                    <a:pt x="18407" y="20343"/>
                    <a:pt x="18557" y="20147"/>
                    <a:pt x="18587" y="20069"/>
                  </a:cubicBezTo>
                  <a:cubicBezTo>
                    <a:pt x="18648" y="19952"/>
                    <a:pt x="18708" y="20147"/>
                    <a:pt x="18618" y="20187"/>
                  </a:cubicBezTo>
                  <a:cubicBezTo>
                    <a:pt x="18527" y="20226"/>
                    <a:pt x="18678" y="20304"/>
                    <a:pt x="18828" y="20304"/>
                  </a:cubicBezTo>
                  <a:cubicBezTo>
                    <a:pt x="18979" y="20304"/>
                    <a:pt x="18768" y="20382"/>
                    <a:pt x="18648" y="20382"/>
                  </a:cubicBezTo>
                  <a:cubicBezTo>
                    <a:pt x="18527" y="20343"/>
                    <a:pt x="18497" y="20382"/>
                    <a:pt x="18346" y="20578"/>
                  </a:cubicBezTo>
                  <a:cubicBezTo>
                    <a:pt x="18196" y="20774"/>
                    <a:pt x="18226" y="20813"/>
                    <a:pt x="18316" y="20930"/>
                  </a:cubicBezTo>
                  <a:cubicBezTo>
                    <a:pt x="18407" y="21008"/>
                    <a:pt x="18497" y="20969"/>
                    <a:pt x="18618" y="20852"/>
                  </a:cubicBezTo>
                  <a:cubicBezTo>
                    <a:pt x="18738" y="20734"/>
                    <a:pt x="18738" y="20578"/>
                    <a:pt x="18859" y="20578"/>
                  </a:cubicBezTo>
                  <a:cubicBezTo>
                    <a:pt x="18979" y="20617"/>
                    <a:pt x="19280" y="20460"/>
                    <a:pt x="19431" y="20382"/>
                  </a:cubicBezTo>
                  <a:cubicBezTo>
                    <a:pt x="19551" y="20343"/>
                    <a:pt x="19461" y="20304"/>
                    <a:pt x="19461" y="20226"/>
                  </a:cubicBezTo>
                  <a:cubicBezTo>
                    <a:pt x="19461" y="20147"/>
                    <a:pt x="19702" y="20147"/>
                    <a:pt x="19792" y="20069"/>
                  </a:cubicBezTo>
                  <a:cubicBezTo>
                    <a:pt x="19883" y="19991"/>
                    <a:pt x="19762" y="19952"/>
                    <a:pt x="19702" y="19952"/>
                  </a:cubicBezTo>
                  <a:close/>
                  <a:moveTo>
                    <a:pt x="5724" y="10913"/>
                  </a:moveTo>
                  <a:cubicBezTo>
                    <a:pt x="5573" y="11147"/>
                    <a:pt x="5513" y="11187"/>
                    <a:pt x="5392" y="11147"/>
                  </a:cubicBezTo>
                  <a:cubicBezTo>
                    <a:pt x="5242" y="11108"/>
                    <a:pt x="5151" y="11187"/>
                    <a:pt x="5212" y="11265"/>
                  </a:cubicBezTo>
                  <a:cubicBezTo>
                    <a:pt x="5302" y="11343"/>
                    <a:pt x="5302" y="11382"/>
                    <a:pt x="5151" y="11421"/>
                  </a:cubicBezTo>
                  <a:cubicBezTo>
                    <a:pt x="5001" y="11460"/>
                    <a:pt x="4910" y="11617"/>
                    <a:pt x="4850" y="11617"/>
                  </a:cubicBezTo>
                  <a:cubicBezTo>
                    <a:pt x="4790" y="11578"/>
                    <a:pt x="5091" y="11304"/>
                    <a:pt x="5001" y="11226"/>
                  </a:cubicBezTo>
                  <a:cubicBezTo>
                    <a:pt x="4941" y="11147"/>
                    <a:pt x="4730" y="11343"/>
                    <a:pt x="4730" y="11460"/>
                  </a:cubicBezTo>
                  <a:cubicBezTo>
                    <a:pt x="4730" y="11539"/>
                    <a:pt x="4579" y="11539"/>
                    <a:pt x="4519" y="11539"/>
                  </a:cubicBezTo>
                  <a:cubicBezTo>
                    <a:pt x="4428" y="11539"/>
                    <a:pt x="4308" y="11421"/>
                    <a:pt x="4398" y="11421"/>
                  </a:cubicBezTo>
                  <a:cubicBezTo>
                    <a:pt x="4489" y="11421"/>
                    <a:pt x="4428" y="11304"/>
                    <a:pt x="4549" y="11226"/>
                  </a:cubicBezTo>
                  <a:cubicBezTo>
                    <a:pt x="4639" y="11187"/>
                    <a:pt x="4519" y="11108"/>
                    <a:pt x="4549" y="11030"/>
                  </a:cubicBezTo>
                  <a:cubicBezTo>
                    <a:pt x="4579" y="10991"/>
                    <a:pt x="4820" y="11108"/>
                    <a:pt x="4820" y="10991"/>
                  </a:cubicBezTo>
                  <a:cubicBezTo>
                    <a:pt x="4820" y="10874"/>
                    <a:pt x="4579" y="10795"/>
                    <a:pt x="4519" y="10874"/>
                  </a:cubicBezTo>
                  <a:cubicBezTo>
                    <a:pt x="4428" y="10913"/>
                    <a:pt x="4248" y="11069"/>
                    <a:pt x="4037" y="10952"/>
                  </a:cubicBezTo>
                  <a:cubicBezTo>
                    <a:pt x="3977" y="10913"/>
                    <a:pt x="4579" y="10834"/>
                    <a:pt x="4700" y="10717"/>
                  </a:cubicBezTo>
                  <a:cubicBezTo>
                    <a:pt x="4790" y="10600"/>
                    <a:pt x="5242" y="10443"/>
                    <a:pt x="5272" y="10560"/>
                  </a:cubicBezTo>
                  <a:cubicBezTo>
                    <a:pt x="5332" y="10678"/>
                    <a:pt x="5031" y="10756"/>
                    <a:pt x="5182" y="10834"/>
                  </a:cubicBezTo>
                  <a:cubicBezTo>
                    <a:pt x="5302" y="10952"/>
                    <a:pt x="5543" y="10874"/>
                    <a:pt x="5573" y="10756"/>
                  </a:cubicBezTo>
                  <a:cubicBezTo>
                    <a:pt x="5633" y="10678"/>
                    <a:pt x="5844" y="10678"/>
                    <a:pt x="5724" y="10913"/>
                  </a:cubicBezTo>
                  <a:close/>
                  <a:moveTo>
                    <a:pt x="7079" y="13143"/>
                  </a:moveTo>
                  <a:cubicBezTo>
                    <a:pt x="6899" y="13339"/>
                    <a:pt x="6929" y="13300"/>
                    <a:pt x="6778" y="13339"/>
                  </a:cubicBezTo>
                  <a:cubicBezTo>
                    <a:pt x="6628" y="13339"/>
                    <a:pt x="6748" y="13534"/>
                    <a:pt x="6567" y="13574"/>
                  </a:cubicBezTo>
                  <a:cubicBezTo>
                    <a:pt x="6387" y="13574"/>
                    <a:pt x="5965" y="13613"/>
                    <a:pt x="5905" y="13456"/>
                  </a:cubicBezTo>
                  <a:cubicBezTo>
                    <a:pt x="5905" y="13417"/>
                    <a:pt x="6146" y="13456"/>
                    <a:pt x="6146" y="13378"/>
                  </a:cubicBezTo>
                  <a:cubicBezTo>
                    <a:pt x="6176" y="13260"/>
                    <a:pt x="6236" y="13143"/>
                    <a:pt x="6356" y="13143"/>
                  </a:cubicBezTo>
                  <a:cubicBezTo>
                    <a:pt x="6447" y="13143"/>
                    <a:pt x="6447" y="12947"/>
                    <a:pt x="6266" y="12830"/>
                  </a:cubicBezTo>
                  <a:cubicBezTo>
                    <a:pt x="6085" y="12713"/>
                    <a:pt x="6537" y="12634"/>
                    <a:pt x="6628" y="12830"/>
                  </a:cubicBezTo>
                  <a:cubicBezTo>
                    <a:pt x="6718" y="12987"/>
                    <a:pt x="6899" y="13143"/>
                    <a:pt x="6989" y="12987"/>
                  </a:cubicBezTo>
                  <a:cubicBezTo>
                    <a:pt x="7079" y="12869"/>
                    <a:pt x="7652" y="12517"/>
                    <a:pt x="7652" y="12674"/>
                  </a:cubicBezTo>
                  <a:cubicBezTo>
                    <a:pt x="7652" y="12869"/>
                    <a:pt x="7230" y="12947"/>
                    <a:pt x="7079" y="13143"/>
                  </a:cubicBezTo>
                  <a:close/>
                  <a:moveTo>
                    <a:pt x="10815" y="18230"/>
                  </a:moveTo>
                  <a:cubicBezTo>
                    <a:pt x="10695" y="18230"/>
                    <a:pt x="10815" y="17839"/>
                    <a:pt x="10604" y="17682"/>
                  </a:cubicBezTo>
                  <a:cubicBezTo>
                    <a:pt x="10363" y="17487"/>
                    <a:pt x="10243" y="17134"/>
                    <a:pt x="10243" y="16978"/>
                  </a:cubicBezTo>
                  <a:cubicBezTo>
                    <a:pt x="10243" y="16782"/>
                    <a:pt x="10454" y="16704"/>
                    <a:pt x="10544" y="16860"/>
                  </a:cubicBezTo>
                  <a:cubicBezTo>
                    <a:pt x="10634" y="16978"/>
                    <a:pt x="10755" y="17565"/>
                    <a:pt x="10845" y="17721"/>
                  </a:cubicBezTo>
                  <a:cubicBezTo>
                    <a:pt x="10905" y="17917"/>
                    <a:pt x="10905" y="18230"/>
                    <a:pt x="10815" y="18230"/>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301" name="Shape"/>
            <p:cNvSpPr/>
            <p:nvPr/>
          </p:nvSpPr>
          <p:spPr>
            <a:xfrm>
              <a:off x="0" y="627617"/>
              <a:ext cx="2477043" cy="1680909"/>
            </a:xfrm>
            <a:custGeom>
              <a:avLst/>
              <a:gdLst/>
              <a:ahLst/>
              <a:cxnLst>
                <a:cxn ang="0">
                  <a:pos x="wd2" y="hd2"/>
                </a:cxn>
                <a:cxn ang="5400000">
                  <a:pos x="wd2" y="hd2"/>
                </a:cxn>
                <a:cxn ang="10800000">
                  <a:pos x="wd2" y="hd2"/>
                </a:cxn>
                <a:cxn ang="16200000">
                  <a:pos x="wd2" y="hd2"/>
                </a:cxn>
              </a:cxnLst>
              <a:rect l="0" t="0" r="r" b="b"/>
              <a:pathLst>
                <a:path w="21576" h="21500" extrusionOk="0">
                  <a:moveTo>
                    <a:pt x="8093" y="7894"/>
                  </a:moveTo>
                  <a:cubicBezTo>
                    <a:pt x="8119" y="7778"/>
                    <a:pt x="8119" y="7700"/>
                    <a:pt x="7881" y="7545"/>
                  </a:cubicBezTo>
                  <a:cubicBezTo>
                    <a:pt x="7643" y="7428"/>
                    <a:pt x="7670" y="7311"/>
                    <a:pt x="7511" y="6884"/>
                  </a:cubicBezTo>
                  <a:cubicBezTo>
                    <a:pt x="7352" y="6496"/>
                    <a:pt x="7061" y="6301"/>
                    <a:pt x="7061" y="6146"/>
                  </a:cubicBezTo>
                  <a:cubicBezTo>
                    <a:pt x="7061" y="5991"/>
                    <a:pt x="6771" y="5991"/>
                    <a:pt x="6771" y="6107"/>
                  </a:cubicBezTo>
                  <a:cubicBezTo>
                    <a:pt x="6771" y="6224"/>
                    <a:pt x="6638" y="6263"/>
                    <a:pt x="6559" y="6340"/>
                  </a:cubicBezTo>
                  <a:cubicBezTo>
                    <a:pt x="6506" y="6418"/>
                    <a:pt x="6453" y="6301"/>
                    <a:pt x="6400" y="6185"/>
                  </a:cubicBezTo>
                  <a:cubicBezTo>
                    <a:pt x="6348" y="6068"/>
                    <a:pt x="6189" y="5952"/>
                    <a:pt x="6189" y="5874"/>
                  </a:cubicBezTo>
                  <a:cubicBezTo>
                    <a:pt x="6189" y="5796"/>
                    <a:pt x="6163" y="5641"/>
                    <a:pt x="6030" y="5719"/>
                  </a:cubicBezTo>
                  <a:cubicBezTo>
                    <a:pt x="5925" y="5796"/>
                    <a:pt x="5872" y="5719"/>
                    <a:pt x="5845" y="5757"/>
                  </a:cubicBezTo>
                  <a:cubicBezTo>
                    <a:pt x="5819" y="5835"/>
                    <a:pt x="5740" y="5719"/>
                    <a:pt x="5740" y="5719"/>
                  </a:cubicBezTo>
                  <a:cubicBezTo>
                    <a:pt x="5740" y="940"/>
                    <a:pt x="5740" y="940"/>
                    <a:pt x="5740" y="940"/>
                  </a:cubicBezTo>
                  <a:cubicBezTo>
                    <a:pt x="5687" y="940"/>
                    <a:pt x="5660" y="940"/>
                    <a:pt x="5634" y="901"/>
                  </a:cubicBezTo>
                  <a:cubicBezTo>
                    <a:pt x="5502" y="824"/>
                    <a:pt x="5290" y="707"/>
                    <a:pt x="5184" y="746"/>
                  </a:cubicBezTo>
                  <a:cubicBezTo>
                    <a:pt x="5079" y="785"/>
                    <a:pt x="4867" y="824"/>
                    <a:pt x="4788" y="746"/>
                  </a:cubicBezTo>
                  <a:cubicBezTo>
                    <a:pt x="4708" y="707"/>
                    <a:pt x="4603" y="668"/>
                    <a:pt x="4444" y="668"/>
                  </a:cubicBezTo>
                  <a:cubicBezTo>
                    <a:pt x="4285" y="707"/>
                    <a:pt x="4206" y="552"/>
                    <a:pt x="3995" y="474"/>
                  </a:cubicBezTo>
                  <a:cubicBezTo>
                    <a:pt x="3810" y="435"/>
                    <a:pt x="3519" y="513"/>
                    <a:pt x="3466" y="552"/>
                  </a:cubicBezTo>
                  <a:cubicBezTo>
                    <a:pt x="3387" y="591"/>
                    <a:pt x="3413" y="435"/>
                    <a:pt x="3334" y="474"/>
                  </a:cubicBezTo>
                  <a:cubicBezTo>
                    <a:pt x="3228" y="474"/>
                    <a:pt x="3307" y="396"/>
                    <a:pt x="3254" y="280"/>
                  </a:cubicBezTo>
                  <a:cubicBezTo>
                    <a:pt x="3201" y="202"/>
                    <a:pt x="2964" y="280"/>
                    <a:pt x="2884" y="319"/>
                  </a:cubicBezTo>
                  <a:cubicBezTo>
                    <a:pt x="2805" y="319"/>
                    <a:pt x="2778" y="241"/>
                    <a:pt x="2778" y="163"/>
                  </a:cubicBezTo>
                  <a:cubicBezTo>
                    <a:pt x="2778" y="124"/>
                    <a:pt x="2699" y="124"/>
                    <a:pt x="2673" y="202"/>
                  </a:cubicBezTo>
                  <a:cubicBezTo>
                    <a:pt x="2646" y="319"/>
                    <a:pt x="2541" y="319"/>
                    <a:pt x="2514" y="280"/>
                  </a:cubicBezTo>
                  <a:cubicBezTo>
                    <a:pt x="2461" y="202"/>
                    <a:pt x="2593" y="202"/>
                    <a:pt x="2593" y="124"/>
                  </a:cubicBezTo>
                  <a:cubicBezTo>
                    <a:pt x="2593" y="47"/>
                    <a:pt x="2461" y="8"/>
                    <a:pt x="2435" y="8"/>
                  </a:cubicBezTo>
                  <a:cubicBezTo>
                    <a:pt x="2382" y="-31"/>
                    <a:pt x="2303" y="86"/>
                    <a:pt x="2197" y="202"/>
                  </a:cubicBezTo>
                  <a:cubicBezTo>
                    <a:pt x="2117" y="319"/>
                    <a:pt x="1959" y="319"/>
                    <a:pt x="1880" y="319"/>
                  </a:cubicBezTo>
                  <a:cubicBezTo>
                    <a:pt x="1774" y="280"/>
                    <a:pt x="1668" y="319"/>
                    <a:pt x="1668" y="396"/>
                  </a:cubicBezTo>
                  <a:cubicBezTo>
                    <a:pt x="1668" y="474"/>
                    <a:pt x="1774" y="474"/>
                    <a:pt x="1721" y="552"/>
                  </a:cubicBezTo>
                  <a:cubicBezTo>
                    <a:pt x="1642" y="668"/>
                    <a:pt x="1642" y="435"/>
                    <a:pt x="1562" y="552"/>
                  </a:cubicBezTo>
                  <a:cubicBezTo>
                    <a:pt x="1509" y="629"/>
                    <a:pt x="1298" y="629"/>
                    <a:pt x="1245" y="629"/>
                  </a:cubicBezTo>
                  <a:cubicBezTo>
                    <a:pt x="1219" y="591"/>
                    <a:pt x="1060" y="863"/>
                    <a:pt x="1007" y="940"/>
                  </a:cubicBezTo>
                  <a:cubicBezTo>
                    <a:pt x="954" y="979"/>
                    <a:pt x="1034" y="1057"/>
                    <a:pt x="901" y="1251"/>
                  </a:cubicBezTo>
                  <a:cubicBezTo>
                    <a:pt x="796" y="1445"/>
                    <a:pt x="452" y="1406"/>
                    <a:pt x="373" y="1406"/>
                  </a:cubicBezTo>
                  <a:cubicBezTo>
                    <a:pt x="293" y="1406"/>
                    <a:pt x="346" y="1523"/>
                    <a:pt x="320" y="1601"/>
                  </a:cubicBezTo>
                  <a:cubicBezTo>
                    <a:pt x="293" y="1678"/>
                    <a:pt x="373" y="1756"/>
                    <a:pt x="558" y="1834"/>
                  </a:cubicBezTo>
                  <a:cubicBezTo>
                    <a:pt x="743" y="1911"/>
                    <a:pt x="875" y="2300"/>
                    <a:pt x="901" y="2378"/>
                  </a:cubicBezTo>
                  <a:cubicBezTo>
                    <a:pt x="928" y="2455"/>
                    <a:pt x="1166" y="2378"/>
                    <a:pt x="1271" y="2378"/>
                  </a:cubicBezTo>
                  <a:cubicBezTo>
                    <a:pt x="1351" y="2416"/>
                    <a:pt x="1245" y="2611"/>
                    <a:pt x="1324" y="2650"/>
                  </a:cubicBezTo>
                  <a:cubicBezTo>
                    <a:pt x="1404" y="2727"/>
                    <a:pt x="1536" y="2650"/>
                    <a:pt x="1562" y="2727"/>
                  </a:cubicBezTo>
                  <a:cubicBezTo>
                    <a:pt x="1589" y="2844"/>
                    <a:pt x="1404" y="2727"/>
                    <a:pt x="1298" y="2844"/>
                  </a:cubicBezTo>
                  <a:cubicBezTo>
                    <a:pt x="1219" y="2922"/>
                    <a:pt x="1166" y="2999"/>
                    <a:pt x="1113" y="2922"/>
                  </a:cubicBezTo>
                  <a:cubicBezTo>
                    <a:pt x="1086" y="2844"/>
                    <a:pt x="928" y="2883"/>
                    <a:pt x="848" y="2883"/>
                  </a:cubicBezTo>
                  <a:cubicBezTo>
                    <a:pt x="769" y="2922"/>
                    <a:pt x="848" y="2766"/>
                    <a:pt x="848" y="2688"/>
                  </a:cubicBezTo>
                  <a:cubicBezTo>
                    <a:pt x="848" y="2611"/>
                    <a:pt x="743" y="2572"/>
                    <a:pt x="584" y="2688"/>
                  </a:cubicBezTo>
                  <a:cubicBezTo>
                    <a:pt x="425" y="2844"/>
                    <a:pt x="478" y="2766"/>
                    <a:pt x="478" y="2883"/>
                  </a:cubicBezTo>
                  <a:cubicBezTo>
                    <a:pt x="452" y="2999"/>
                    <a:pt x="373" y="2805"/>
                    <a:pt x="293" y="2922"/>
                  </a:cubicBezTo>
                  <a:cubicBezTo>
                    <a:pt x="188" y="2999"/>
                    <a:pt x="29" y="3077"/>
                    <a:pt x="2" y="3155"/>
                  </a:cubicBezTo>
                  <a:cubicBezTo>
                    <a:pt x="-24" y="3232"/>
                    <a:pt x="214" y="3310"/>
                    <a:pt x="293" y="3349"/>
                  </a:cubicBezTo>
                  <a:cubicBezTo>
                    <a:pt x="399" y="3349"/>
                    <a:pt x="188" y="3465"/>
                    <a:pt x="267" y="3465"/>
                  </a:cubicBezTo>
                  <a:cubicBezTo>
                    <a:pt x="346" y="3504"/>
                    <a:pt x="320" y="3621"/>
                    <a:pt x="425" y="3698"/>
                  </a:cubicBezTo>
                  <a:cubicBezTo>
                    <a:pt x="558" y="3815"/>
                    <a:pt x="822" y="3698"/>
                    <a:pt x="875" y="3698"/>
                  </a:cubicBezTo>
                  <a:cubicBezTo>
                    <a:pt x="954" y="3698"/>
                    <a:pt x="1007" y="3854"/>
                    <a:pt x="1086" y="3737"/>
                  </a:cubicBezTo>
                  <a:cubicBezTo>
                    <a:pt x="1139" y="3660"/>
                    <a:pt x="1351" y="3427"/>
                    <a:pt x="1457" y="3543"/>
                  </a:cubicBezTo>
                  <a:cubicBezTo>
                    <a:pt x="1562" y="3698"/>
                    <a:pt x="1324" y="3660"/>
                    <a:pt x="1377" y="3776"/>
                  </a:cubicBezTo>
                  <a:cubicBezTo>
                    <a:pt x="1457" y="3854"/>
                    <a:pt x="1509" y="4087"/>
                    <a:pt x="1404" y="4165"/>
                  </a:cubicBezTo>
                  <a:cubicBezTo>
                    <a:pt x="1298" y="4281"/>
                    <a:pt x="1219" y="4204"/>
                    <a:pt x="1166" y="4204"/>
                  </a:cubicBezTo>
                  <a:cubicBezTo>
                    <a:pt x="1086" y="4204"/>
                    <a:pt x="1139" y="4359"/>
                    <a:pt x="1034" y="4475"/>
                  </a:cubicBezTo>
                  <a:cubicBezTo>
                    <a:pt x="954" y="4553"/>
                    <a:pt x="875" y="4359"/>
                    <a:pt x="769" y="4359"/>
                  </a:cubicBezTo>
                  <a:cubicBezTo>
                    <a:pt x="663" y="4359"/>
                    <a:pt x="690" y="4553"/>
                    <a:pt x="690" y="4670"/>
                  </a:cubicBezTo>
                  <a:cubicBezTo>
                    <a:pt x="690" y="4786"/>
                    <a:pt x="505" y="4670"/>
                    <a:pt x="478" y="4903"/>
                  </a:cubicBezTo>
                  <a:cubicBezTo>
                    <a:pt x="425" y="5136"/>
                    <a:pt x="240" y="4942"/>
                    <a:pt x="373" y="5175"/>
                  </a:cubicBezTo>
                  <a:cubicBezTo>
                    <a:pt x="478" y="5408"/>
                    <a:pt x="478" y="5252"/>
                    <a:pt x="558" y="5369"/>
                  </a:cubicBezTo>
                  <a:cubicBezTo>
                    <a:pt x="663" y="5447"/>
                    <a:pt x="452" y="5641"/>
                    <a:pt x="558" y="5680"/>
                  </a:cubicBezTo>
                  <a:cubicBezTo>
                    <a:pt x="637" y="5680"/>
                    <a:pt x="743" y="5952"/>
                    <a:pt x="822" y="6029"/>
                  </a:cubicBezTo>
                  <a:cubicBezTo>
                    <a:pt x="875" y="6107"/>
                    <a:pt x="981" y="5991"/>
                    <a:pt x="1060" y="5991"/>
                  </a:cubicBezTo>
                  <a:cubicBezTo>
                    <a:pt x="1166" y="5952"/>
                    <a:pt x="1113" y="5757"/>
                    <a:pt x="1166" y="5835"/>
                  </a:cubicBezTo>
                  <a:cubicBezTo>
                    <a:pt x="1245" y="5913"/>
                    <a:pt x="1324" y="6146"/>
                    <a:pt x="1271" y="6185"/>
                  </a:cubicBezTo>
                  <a:cubicBezTo>
                    <a:pt x="1219" y="6263"/>
                    <a:pt x="1245" y="6418"/>
                    <a:pt x="1245" y="6496"/>
                  </a:cubicBezTo>
                  <a:cubicBezTo>
                    <a:pt x="1245" y="6612"/>
                    <a:pt x="1457" y="6573"/>
                    <a:pt x="1483" y="6457"/>
                  </a:cubicBezTo>
                  <a:cubicBezTo>
                    <a:pt x="1483" y="6379"/>
                    <a:pt x="1668" y="6340"/>
                    <a:pt x="1774" y="6496"/>
                  </a:cubicBezTo>
                  <a:cubicBezTo>
                    <a:pt x="1853" y="6651"/>
                    <a:pt x="1906" y="6690"/>
                    <a:pt x="1906" y="6573"/>
                  </a:cubicBezTo>
                  <a:cubicBezTo>
                    <a:pt x="1906" y="6457"/>
                    <a:pt x="1985" y="6301"/>
                    <a:pt x="1985" y="6418"/>
                  </a:cubicBezTo>
                  <a:cubicBezTo>
                    <a:pt x="1985" y="6496"/>
                    <a:pt x="2065" y="6534"/>
                    <a:pt x="2223" y="6457"/>
                  </a:cubicBezTo>
                  <a:cubicBezTo>
                    <a:pt x="2355" y="6340"/>
                    <a:pt x="2303" y="6457"/>
                    <a:pt x="2223" y="6573"/>
                  </a:cubicBezTo>
                  <a:cubicBezTo>
                    <a:pt x="2117" y="6768"/>
                    <a:pt x="2223" y="7040"/>
                    <a:pt x="2144" y="7078"/>
                  </a:cubicBezTo>
                  <a:cubicBezTo>
                    <a:pt x="2065" y="7117"/>
                    <a:pt x="2012" y="7389"/>
                    <a:pt x="1880" y="7428"/>
                  </a:cubicBezTo>
                  <a:cubicBezTo>
                    <a:pt x="1774" y="7428"/>
                    <a:pt x="1562" y="7778"/>
                    <a:pt x="1536" y="7816"/>
                  </a:cubicBezTo>
                  <a:cubicBezTo>
                    <a:pt x="1509" y="7894"/>
                    <a:pt x="1245" y="7739"/>
                    <a:pt x="1192" y="7894"/>
                  </a:cubicBezTo>
                  <a:cubicBezTo>
                    <a:pt x="1166" y="8050"/>
                    <a:pt x="1007" y="8166"/>
                    <a:pt x="1034" y="8205"/>
                  </a:cubicBezTo>
                  <a:cubicBezTo>
                    <a:pt x="1086" y="8283"/>
                    <a:pt x="1298" y="8088"/>
                    <a:pt x="1298" y="8011"/>
                  </a:cubicBezTo>
                  <a:cubicBezTo>
                    <a:pt x="1298" y="7933"/>
                    <a:pt x="1324" y="7972"/>
                    <a:pt x="1377" y="8011"/>
                  </a:cubicBezTo>
                  <a:cubicBezTo>
                    <a:pt x="1404" y="8088"/>
                    <a:pt x="1509" y="7972"/>
                    <a:pt x="1562" y="7933"/>
                  </a:cubicBezTo>
                  <a:cubicBezTo>
                    <a:pt x="1589" y="7894"/>
                    <a:pt x="1668" y="7894"/>
                    <a:pt x="1694" y="7894"/>
                  </a:cubicBezTo>
                  <a:cubicBezTo>
                    <a:pt x="1747" y="7894"/>
                    <a:pt x="1774" y="7816"/>
                    <a:pt x="1906" y="7778"/>
                  </a:cubicBezTo>
                  <a:cubicBezTo>
                    <a:pt x="2012" y="7778"/>
                    <a:pt x="1985" y="7700"/>
                    <a:pt x="2012" y="7622"/>
                  </a:cubicBezTo>
                  <a:cubicBezTo>
                    <a:pt x="2038" y="7506"/>
                    <a:pt x="2355" y="7311"/>
                    <a:pt x="2408" y="7273"/>
                  </a:cubicBezTo>
                  <a:cubicBezTo>
                    <a:pt x="2461" y="7273"/>
                    <a:pt x="2435" y="7117"/>
                    <a:pt x="2488" y="7117"/>
                  </a:cubicBezTo>
                  <a:cubicBezTo>
                    <a:pt x="2567" y="7117"/>
                    <a:pt x="2646" y="7001"/>
                    <a:pt x="2726" y="6884"/>
                  </a:cubicBezTo>
                  <a:cubicBezTo>
                    <a:pt x="2805" y="6806"/>
                    <a:pt x="2831" y="6845"/>
                    <a:pt x="2884" y="6806"/>
                  </a:cubicBezTo>
                  <a:cubicBezTo>
                    <a:pt x="2937" y="6768"/>
                    <a:pt x="2911" y="6612"/>
                    <a:pt x="2964" y="6573"/>
                  </a:cubicBezTo>
                  <a:cubicBezTo>
                    <a:pt x="3016" y="6573"/>
                    <a:pt x="3069" y="6496"/>
                    <a:pt x="3069" y="6418"/>
                  </a:cubicBezTo>
                  <a:cubicBezTo>
                    <a:pt x="3069" y="6340"/>
                    <a:pt x="2911" y="6340"/>
                    <a:pt x="2911" y="6301"/>
                  </a:cubicBezTo>
                  <a:cubicBezTo>
                    <a:pt x="2884" y="6263"/>
                    <a:pt x="3016" y="6068"/>
                    <a:pt x="3069" y="6068"/>
                  </a:cubicBezTo>
                  <a:cubicBezTo>
                    <a:pt x="3122" y="6068"/>
                    <a:pt x="3201" y="5991"/>
                    <a:pt x="3228" y="5874"/>
                  </a:cubicBezTo>
                  <a:cubicBezTo>
                    <a:pt x="3228" y="5757"/>
                    <a:pt x="3307" y="5757"/>
                    <a:pt x="3360" y="5641"/>
                  </a:cubicBezTo>
                  <a:cubicBezTo>
                    <a:pt x="3413" y="5563"/>
                    <a:pt x="3413" y="5486"/>
                    <a:pt x="3466" y="5486"/>
                  </a:cubicBezTo>
                  <a:cubicBezTo>
                    <a:pt x="3519" y="5447"/>
                    <a:pt x="3598" y="5330"/>
                    <a:pt x="3651" y="5291"/>
                  </a:cubicBezTo>
                  <a:cubicBezTo>
                    <a:pt x="3730" y="5214"/>
                    <a:pt x="3651" y="5369"/>
                    <a:pt x="3783" y="5369"/>
                  </a:cubicBezTo>
                  <a:cubicBezTo>
                    <a:pt x="3915" y="5369"/>
                    <a:pt x="3889" y="5524"/>
                    <a:pt x="3783" y="5486"/>
                  </a:cubicBezTo>
                  <a:cubicBezTo>
                    <a:pt x="3677" y="5408"/>
                    <a:pt x="3651" y="5408"/>
                    <a:pt x="3572" y="5524"/>
                  </a:cubicBezTo>
                  <a:cubicBezTo>
                    <a:pt x="3466" y="5641"/>
                    <a:pt x="3545" y="5680"/>
                    <a:pt x="3466" y="5835"/>
                  </a:cubicBezTo>
                  <a:cubicBezTo>
                    <a:pt x="3413" y="5952"/>
                    <a:pt x="3413" y="6029"/>
                    <a:pt x="3492" y="6068"/>
                  </a:cubicBezTo>
                  <a:cubicBezTo>
                    <a:pt x="3572" y="6068"/>
                    <a:pt x="3492" y="6146"/>
                    <a:pt x="3413" y="6185"/>
                  </a:cubicBezTo>
                  <a:cubicBezTo>
                    <a:pt x="3334" y="6224"/>
                    <a:pt x="3387" y="6301"/>
                    <a:pt x="3492" y="6301"/>
                  </a:cubicBezTo>
                  <a:cubicBezTo>
                    <a:pt x="3598" y="6301"/>
                    <a:pt x="3783" y="6068"/>
                    <a:pt x="3915" y="5952"/>
                  </a:cubicBezTo>
                  <a:cubicBezTo>
                    <a:pt x="4074" y="5835"/>
                    <a:pt x="4180" y="5952"/>
                    <a:pt x="4233" y="5952"/>
                  </a:cubicBezTo>
                  <a:cubicBezTo>
                    <a:pt x="4259" y="5913"/>
                    <a:pt x="4180" y="5796"/>
                    <a:pt x="4233" y="5757"/>
                  </a:cubicBezTo>
                  <a:cubicBezTo>
                    <a:pt x="4285" y="5757"/>
                    <a:pt x="4180" y="5719"/>
                    <a:pt x="4127" y="5602"/>
                  </a:cubicBezTo>
                  <a:cubicBezTo>
                    <a:pt x="4100" y="5447"/>
                    <a:pt x="4180" y="5524"/>
                    <a:pt x="4206" y="5447"/>
                  </a:cubicBezTo>
                  <a:cubicBezTo>
                    <a:pt x="4233" y="5330"/>
                    <a:pt x="4285" y="5369"/>
                    <a:pt x="4338" y="5408"/>
                  </a:cubicBezTo>
                  <a:cubicBezTo>
                    <a:pt x="4365" y="5486"/>
                    <a:pt x="4444" y="5369"/>
                    <a:pt x="4470" y="5524"/>
                  </a:cubicBezTo>
                  <a:cubicBezTo>
                    <a:pt x="4523" y="5641"/>
                    <a:pt x="4576" y="5486"/>
                    <a:pt x="4656" y="5563"/>
                  </a:cubicBezTo>
                  <a:cubicBezTo>
                    <a:pt x="4735" y="5641"/>
                    <a:pt x="4629" y="5641"/>
                    <a:pt x="4550" y="5680"/>
                  </a:cubicBezTo>
                  <a:cubicBezTo>
                    <a:pt x="4470" y="5680"/>
                    <a:pt x="4523" y="5835"/>
                    <a:pt x="4576" y="5757"/>
                  </a:cubicBezTo>
                  <a:cubicBezTo>
                    <a:pt x="4629" y="5719"/>
                    <a:pt x="4682" y="5641"/>
                    <a:pt x="4735" y="5719"/>
                  </a:cubicBezTo>
                  <a:cubicBezTo>
                    <a:pt x="4814" y="5796"/>
                    <a:pt x="4814" y="5757"/>
                    <a:pt x="4867" y="5719"/>
                  </a:cubicBezTo>
                  <a:cubicBezTo>
                    <a:pt x="4920" y="5641"/>
                    <a:pt x="4920" y="5719"/>
                    <a:pt x="4920" y="5757"/>
                  </a:cubicBezTo>
                  <a:cubicBezTo>
                    <a:pt x="4920" y="5835"/>
                    <a:pt x="5026" y="5835"/>
                    <a:pt x="5158" y="5874"/>
                  </a:cubicBezTo>
                  <a:cubicBezTo>
                    <a:pt x="5290" y="5913"/>
                    <a:pt x="5554" y="5874"/>
                    <a:pt x="5634" y="5835"/>
                  </a:cubicBezTo>
                  <a:cubicBezTo>
                    <a:pt x="5687" y="5835"/>
                    <a:pt x="5660" y="5991"/>
                    <a:pt x="5819" y="6029"/>
                  </a:cubicBezTo>
                  <a:cubicBezTo>
                    <a:pt x="5951" y="6068"/>
                    <a:pt x="6004" y="5835"/>
                    <a:pt x="6083" y="5913"/>
                  </a:cubicBezTo>
                  <a:cubicBezTo>
                    <a:pt x="6136" y="5991"/>
                    <a:pt x="6083" y="6029"/>
                    <a:pt x="6030" y="6107"/>
                  </a:cubicBezTo>
                  <a:cubicBezTo>
                    <a:pt x="5977" y="6185"/>
                    <a:pt x="6083" y="6185"/>
                    <a:pt x="6136" y="6224"/>
                  </a:cubicBezTo>
                  <a:cubicBezTo>
                    <a:pt x="6189" y="6263"/>
                    <a:pt x="6321" y="6301"/>
                    <a:pt x="6374" y="6418"/>
                  </a:cubicBezTo>
                  <a:cubicBezTo>
                    <a:pt x="6453" y="6496"/>
                    <a:pt x="6480" y="6573"/>
                    <a:pt x="6638" y="6690"/>
                  </a:cubicBezTo>
                  <a:cubicBezTo>
                    <a:pt x="6771" y="6806"/>
                    <a:pt x="6638" y="6418"/>
                    <a:pt x="6744" y="6534"/>
                  </a:cubicBezTo>
                  <a:cubicBezTo>
                    <a:pt x="6876" y="6690"/>
                    <a:pt x="6823" y="6534"/>
                    <a:pt x="6929" y="6690"/>
                  </a:cubicBezTo>
                  <a:cubicBezTo>
                    <a:pt x="7009" y="6806"/>
                    <a:pt x="6982" y="6612"/>
                    <a:pt x="6956" y="6418"/>
                  </a:cubicBezTo>
                  <a:cubicBezTo>
                    <a:pt x="6903" y="6224"/>
                    <a:pt x="6982" y="6340"/>
                    <a:pt x="7035" y="6457"/>
                  </a:cubicBezTo>
                  <a:cubicBezTo>
                    <a:pt x="7061" y="6534"/>
                    <a:pt x="7061" y="6729"/>
                    <a:pt x="7035" y="6845"/>
                  </a:cubicBezTo>
                  <a:cubicBezTo>
                    <a:pt x="7009" y="6962"/>
                    <a:pt x="6876" y="6884"/>
                    <a:pt x="6876" y="6806"/>
                  </a:cubicBezTo>
                  <a:cubicBezTo>
                    <a:pt x="6903" y="6729"/>
                    <a:pt x="6744" y="6768"/>
                    <a:pt x="6744" y="6845"/>
                  </a:cubicBezTo>
                  <a:cubicBezTo>
                    <a:pt x="6744" y="6962"/>
                    <a:pt x="6850" y="7156"/>
                    <a:pt x="6903" y="7156"/>
                  </a:cubicBezTo>
                  <a:cubicBezTo>
                    <a:pt x="6982" y="7195"/>
                    <a:pt x="6929" y="7350"/>
                    <a:pt x="6982" y="7389"/>
                  </a:cubicBezTo>
                  <a:cubicBezTo>
                    <a:pt x="7035" y="7389"/>
                    <a:pt x="7035" y="7583"/>
                    <a:pt x="7088" y="7545"/>
                  </a:cubicBezTo>
                  <a:cubicBezTo>
                    <a:pt x="7114" y="7545"/>
                    <a:pt x="7114" y="7311"/>
                    <a:pt x="7061" y="7234"/>
                  </a:cubicBezTo>
                  <a:cubicBezTo>
                    <a:pt x="7009" y="7117"/>
                    <a:pt x="7035" y="7001"/>
                    <a:pt x="7088" y="7001"/>
                  </a:cubicBezTo>
                  <a:cubicBezTo>
                    <a:pt x="7141" y="7040"/>
                    <a:pt x="7088" y="7195"/>
                    <a:pt x="7114" y="7234"/>
                  </a:cubicBezTo>
                  <a:cubicBezTo>
                    <a:pt x="7141" y="7273"/>
                    <a:pt x="7194" y="7195"/>
                    <a:pt x="7247" y="7117"/>
                  </a:cubicBezTo>
                  <a:cubicBezTo>
                    <a:pt x="7326" y="7078"/>
                    <a:pt x="7220" y="6923"/>
                    <a:pt x="7247" y="6845"/>
                  </a:cubicBezTo>
                  <a:cubicBezTo>
                    <a:pt x="7273" y="6729"/>
                    <a:pt x="7352" y="6884"/>
                    <a:pt x="7379" y="7040"/>
                  </a:cubicBezTo>
                  <a:cubicBezTo>
                    <a:pt x="7405" y="7195"/>
                    <a:pt x="7299" y="7195"/>
                    <a:pt x="7299" y="7273"/>
                  </a:cubicBezTo>
                  <a:cubicBezTo>
                    <a:pt x="7299" y="7350"/>
                    <a:pt x="7220" y="7311"/>
                    <a:pt x="7194" y="7350"/>
                  </a:cubicBezTo>
                  <a:cubicBezTo>
                    <a:pt x="7167" y="7389"/>
                    <a:pt x="7167" y="7661"/>
                    <a:pt x="7220" y="7661"/>
                  </a:cubicBezTo>
                  <a:cubicBezTo>
                    <a:pt x="7247" y="7661"/>
                    <a:pt x="7273" y="7428"/>
                    <a:pt x="7299" y="7545"/>
                  </a:cubicBezTo>
                  <a:cubicBezTo>
                    <a:pt x="7326" y="7661"/>
                    <a:pt x="7405" y="7389"/>
                    <a:pt x="7432" y="7506"/>
                  </a:cubicBezTo>
                  <a:cubicBezTo>
                    <a:pt x="7458" y="7622"/>
                    <a:pt x="7564" y="7739"/>
                    <a:pt x="7617" y="7739"/>
                  </a:cubicBezTo>
                  <a:cubicBezTo>
                    <a:pt x="7643" y="7700"/>
                    <a:pt x="7590" y="7583"/>
                    <a:pt x="7511" y="7583"/>
                  </a:cubicBezTo>
                  <a:cubicBezTo>
                    <a:pt x="7458" y="7583"/>
                    <a:pt x="7458" y="7389"/>
                    <a:pt x="7537" y="7389"/>
                  </a:cubicBezTo>
                  <a:cubicBezTo>
                    <a:pt x="7590" y="7389"/>
                    <a:pt x="7696" y="7622"/>
                    <a:pt x="7696" y="7700"/>
                  </a:cubicBezTo>
                  <a:cubicBezTo>
                    <a:pt x="7696" y="7778"/>
                    <a:pt x="7643" y="7778"/>
                    <a:pt x="7590" y="7855"/>
                  </a:cubicBezTo>
                  <a:cubicBezTo>
                    <a:pt x="7537" y="7972"/>
                    <a:pt x="7458" y="7739"/>
                    <a:pt x="7405" y="7739"/>
                  </a:cubicBezTo>
                  <a:cubicBezTo>
                    <a:pt x="7352" y="7739"/>
                    <a:pt x="7405" y="7894"/>
                    <a:pt x="7432" y="7972"/>
                  </a:cubicBezTo>
                  <a:cubicBezTo>
                    <a:pt x="7458" y="8088"/>
                    <a:pt x="7352" y="8205"/>
                    <a:pt x="7432" y="8283"/>
                  </a:cubicBezTo>
                  <a:cubicBezTo>
                    <a:pt x="7511" y="8360"/>
                    <a:pt x="7484" y="8244"/>
                    <a:pt x="7511" y="8166"/>
                  </a:cubicBezTo>
                  <a:cubicBezTo>
                    <a:pt x="7511" y="8127"/>
                    <a:pt x="7590" y="8205"/>
                    <a:pt x="7617" y="8244"/>
                  </a:cubicBezTo>
                  <a:cubicBezTo>
                    <a:pt x="7670" y="8283"/>
                    <a:pt x="7670" y="8127"/>
                    <a:pt x="7670" y="8088"/>
                  </a:cubicBezTo>
                  <a:cubicBezTo>
                    <a:pt x="7670" y="8011"/>
                    <a:pt x="7749" y="8050"/>
                    <a:pt x="7775" y="8127"/>
                  </a:cubicBezTo>
                  <a:cubicBezTo>
                    <a:pt x="7828" y="8205"/>
                    <a:pt x="7828" y="8050"/>
                    <a:pt x="7881" y="8050"/>
                  </a:cubicBezTo>
                  <a:cubicBezTo>
                    <a:pt x="7934" y="8050"/>
                    <a:pt x="7907" y="8205"/>
                    <a:pt x="7907" y="8283"/>
                  </a:cubicBezTo>
                  <a:cubicBezTo>
                    <a:pt x="7907" y="8360"/>
                    <a:pt x="7987" y="8205"/>
                    <a:pt x="7987" y="8283"/>
                  </a:cubicBezTo>
                  <a:cubicBezTo>
                    <a:pt x="7987" y="8322"/>
                    <a:pt x="7987" y="8322"/>
                    <a:pt x="7987" y="8322"/>
                  </a:cubicBezTo>
                  <a:cubicBezTo>
                    <a:pt x="8040" y="8283"/>
                    <a:pt x="8093" y="8205"/>
                    <a:pt x="8119" y="8166"/>
                  </a:cubicBezTo>
                  <a:cubicBezTo>
                    <a:pt x="8225" y="8088"/>
                    <a:pt x="8066" y="8011"/>
                    <a:pt x="8093" y="7894"/>
                  </a:cubicBezTo>
                  <a:close/>
                  <a:moveTo>
                    <a:pt x="135" y="8865"/>
                  </a:moveTo>
                  <a:cubicBezTo>
                    <a:pt x="240" y="8788"/>
                    <a:pt x="293" y="8710"/>
                    <a:pt x="240" y="8632"/>
                  </a:cubicBezTo>
                  <a:cubicBezTo>
                    <a:pt x="188" y="8555"/>
                    <a:pt x="55" y="8943"/>
                    <a:pt x="135" y="8865"/>
                  </a:cubicBezTo>
                  <a:close/>
                  <a:moveTo>
                    <a:pt x="928" y="8244"/>
                  </a:moveTo>
                  <a:cubicBezTo>
                    <a:pt x="822" y="8205"/>
                    <a:pt x="558" y="8438"/>
                    <a:pt x="637" y="8477"/>
                  </a:cubicBezTo>
                  <a:cubicBezTo>
                    <a:pt x="716" y="8477"/>
                    <a:pt x="743" y="8360"/>
                    <a:pt x="822" y="8360"/>
                  </a:cubicBezTo>
                  <a:cubicBezTo>
                    <a:pt x="901" y="8360"/>
                    <a:pt x="1034" y="8322"/>
                    <a:pt x="928" y="8244"/>
                  </a:cubicBezTo>
                  <a:close/>
                  <a:moveTo>
                    <a:pt x="3334" y="6612"/>
                  </a:moveTo>
                  <a:cubicBezTo>
                    <a:pt x="3334" y="6534"/>
                    <a:pt x="3254" y="6534"/>
                    <a:pt x="3149" y="6729"/>
                  </a:cubicBezTo>
                  <a:cubicBezTo>
                    <a:pt x="3069" y="6884"/>
                    <a:pt x="2990" y="6962"/>
                    <a:pt x="2964" y="7040"/>
                  </a:cubicBezTo>
                  <a:cubicBezTo>
                    <a:pt x="2964" y="7117"/>
                    <a:pt x="2858" y="7001"/>
                    <a:pt x="2805" y="7117"/>
                  </a:cubicBezTo>
                  <a:cubicBezTo>
                    <a:pt x="2778" y="7195"/>
                    <a:pt x="2831" y="7428"/>
                    <a:pt x="2911" y="7350"/>
                  </a:cubicBezTo>
                  <a:cubicBezTo>
                    <a:pt x="2964" y="7273"/>
                    <a:pt x="2964" y="7350"/>
                    <a:pt x="3016" y="7350"/>
                  </a:cubicBezTo>
                  <a:cubicBezTo>
                    <a:pt x="3069" y="7350"/>
                    <a:pt x="3254" y="7156"/>
                    <a:pt x="3307" y="7078"/>
                  </a:cubicBezTo>
                  <a:cubicBezTo>
                    <a:pt x="3334" y="6962"/>
                    <a:pt x="3228" y="6923"/>
                    <a:pt x="3201" y="6884"/>
                  </a:cubicBezTo>
                  <a:cubicBezTo>
                    <a:pt x="3201" y="6806"/>
                    <a:pt x="3307" y="6806"/>
                    <a:pt x="3360" y="6768"/>
                  </a:cubicBezTo>
                  <a:cubicBezTo>
                    <a:pt x="3413" y="6729"/>
                    <a:pt x="3307" y="6690"/>
                    <a:pt x="3334" y="6612"/>
                  </a:cubicBezTo>
                  <a:close/>
                  <a:moveTo>
                    <a:pt x="320" y="5796"/>
                  </a:moveTo>
                  <a:cubicBezTo>
                    <a:pt x="320" y="5680"/>
                    <a:pt x="108" y="5796"/>
                    <a:pt x="135" y="5913"/>
                  </a:cubicBezTo>
                  <a:cubicBezTo>
                    <a:pt x="161" y="5991"/>
                    <a:pt x="346" y="6068"/>
                    <a:pt x="425" y="6029"/>
                  </a:cubicBezTo>
                  <a:cubicBezTo>
                    <a:pt x="505" y="5991"/>
                    <a:pt x="531" y="5874"/>
                    <a:pt x="478" y="5835"/>
                  </a:cubicBezTo>
                  <a:cubicBezTo>
                    <a:pt x="425" y="5757"/>
                    <a:pt x="320" y="5913"/>
                    <a:pt x="320" y="5796"/>
                  </a:cubicBezTo>
                  <a:close/>
                  <a:moveTo>
                    <a:pt x="2620" y="21103"/>
                  </a:moveTo>
                  <a:cubicBezTo>
                    <a:pt x="2488" y="21142"/>
                    <a:pt x="2567" y="21569"/>
                    <a:pt x="2620" y="21491"/>
                  </a:cubicBezTo>
                  <a:cubicBezTo>
                    <a:pt x="2673" y="21452"/>
                    <a:pt x="2752" y="21414"/>
                    <a:pt x="2778" y="21375"/>
                  </a:cubicBezTo>
                  <a:cubicBezTo>
                    <a:pt x="2805" y="21258"/>
                    <a:pt x="2726" y="21064"/>
                    <a:pt x="2620" y="21103"/>
                  </a:cubicBezTo>
                  <a:close/>
                  <a:moveTo>
                    <a:pt x="2461" y="20831"/>
                  </a:moveTo>
                  <a:cubicBezTo>
                    <a:pt x="2382" y="20870"/>
                    <a:pt x="2435" y="21025"/>
                    <a:pt x="2488" y="20986"/>
                  </a:cubicBezTo>
                  <a:cubicBezTo>
                    <a:pt x="2567" y="20909"/>
                    <a:pt x="2541" y="20831"/>
                    <a:pt x="2461" y="20831"/>
                  </a:cubicBezTo>
                  <a:close/>
                  <a:moveTo>
                    <a:pt x="1721" y="20481"/>
                  </a:moveTo>
                  <a:cubicBezTo>
                    <a:pt x="1800" y="20598"/>
                    <a:pt x="1827" y="20559"/>
                    <a:pt x="1853" y="20481"/>
                  </a:cubicBezTo>
                  <a:cubicBezTo>
                    <a:pt x="1880" y="20404"/>
                    <a:pt x="1668" y="20365"/>
                    <a:pt x="1721" y="20481"/>
                  </a:cubicBezTo>
                  <a:close/>
                  <a:moveTo>
                    <a:pt x="2065" y="20714"/>
                  </a:moveTo>
                  <a:cubicBezTo>
                    <a:pt x="2091" y="20792"/>
                    <a:pt x="2144" y="20831"/>
                    <a:pt x="2197" y="20714"/>
                  </a:cubicBezTo>
                  <a:cubicBezTo>
                    <a:pt x="2223" y="20637"/>
                    <a:pt x="2012" y="20559"/>
                    <a:pt x="2065" y="20714"/>
                  </a:cubicBezTo>
                  <a:close/>
                  <a:moveTo>
                    <a:pt x="21417" y="11429"/>
                  </a:moveTo>
                  <a:cubicBezTo>
                    <a:pt x="21391" y="11313"/>
                    <a:pt x="21206" y="11391"/>
                    <a:pt x="21127" y="11313"/>
                  </a:cubicBezTo>
                  <a:cubicBezTo>
                    <a:pt x="21047" y="11196"/>
                    <a:pt x="20889" y="11663"/>
                    <a:pt x="20862" y="11857"/>
                  </a:cubicBezTo>
                  <a:cubicBezTo>
                    <a:pt x="20836" y="12051"/>
                    <a:pt x="20598" y="12245"/>
                    <a:pt x="20598" y="12245"/>
                  </a:cubicBezTo>
                  <a:cubicBezTo>
                    <a:pt x="20598" y="12245"/>
                    <a:pt x="19910" y="12284"/>
                    <a:pt x="19858" y="12284"/>
                  </a:cubicBezTo>
                  <a:cubicBezTo>
                    <a:pt x="19831" y="12284"/>
                    <a:pt x="19672" y="12478"/>
                    <a:pt x="19567" y="12595"/>
                  </a:cubicBezTo>
                  <a:cubicBezTo>
                    <a:pt x="19567" y="12595"/>
                    <a:pt x="19593" y="12595"/>
                    <a:pt x="19593" y="12595"/>
                  </a:cubicBezTo>
                  <a:cubicBezTo>
                    <a:pt x="19646" y="12789"/>
                    <a:pt x="19408" y="12906"/>
                    <a:pt x="19170" y="12906"/>
                  </a:cubicBezTo>
                  <a:cubicBezTo>
                    <a:pt x="19091" y="12906"/>
                    <a:pt x="19038" y="12906"/>
                    <a:pt x="19011" y="12945"/>
                  </a:cubicBezTo>
                  <a:cubicBezTo>
                    <a:pt x="19011" y="12983"/>
                    <a:pt x="19011" y="13022"/>
                    <a:pt x="19011" y="13061"/>
                  </a:cubicBezTo>
                  <a:cubicBezTo>
                    <a:pt x="19011" y="13061"/>
                    <a:pt x="18985" y="13100"/>
                    <a:pt x="18959" y="13139"/>
                  </a:cubicBezTo>
                  <a:cubicBezTo>
                    <a:pt x="18906" y="13255"/>
                    <a:pt x="18615" y="13450"/>
                    <a:pt x="18456" y="13566"/>
                  </a:cubicBezTo>
                  <a:cubicBezTo>
                    <a:pt x="18271" y="13722"/>
                    <a:pt x="18033" y="13644"/>
                    <a:pt x="18033" y="13450"/>
                  </a:cubicBezTo>
                  <a:cubicBezTo>
                    <a:pt x="18033" y="13216"/>
                    <a:pt x="18165" y="13255"/>
                    <a:pt x="18192" y="13372"/>
                  </a:cubicBezTo>
                  <a:cubicBezTo>
                    <a:pt x="18218" y="13411"/>
                    <a:pt x="18245" y="13372"/>
                    <a:pt x="18271" y="13333"/>
                  </a:cubicBezTo>
                  <a:cubicBezTo>
                    <a:pt x="18245" y="13255"/>
                    <a:pt x="18245" y="13178"/>
                    <a:pt x="18245" y="13100"/>
                  </a:cubicBezTo>
                  <a:cubicBezTo>
                    <a:pt x="18192" y="13061"/>
                    <a:pt x="18271" y="12750"/>
                    <a:pt x="18165" y="12673"/>
                  </a:cubicBezTo>
                  <a:cubicBezTo>
                    <a:pt x="18060" y="12634"/>
                    <a:pt x="17928" y="12906"/>
                    <a:pt x="17954" y="12750"/>
                  </a:cubicBezTo>
                  <a:cubicBezTo>
                    <a:pt x="17954" y="12556"/>
                    <a:pt x="18139" y="12401"/>
                    <a:pt x="18033" y="12168"/>
                  </a:cubicBezTo>
                  <a:cubicBezTo>
                    <a:pt x="17928" y="11934"/>
                    <a:pt x="17742" y="11934"/>
                    <a:pt x="17690" y="12129"/>
                  </a:cubicBezTo>
                  <a:cubicBezTo>
                    <a:pt x="17663" y="12284"/>
                    <a:pt x="17531" y="12206"/>
                    <a:pt x="17478" y="12362"/>
                  </a:cubicBezTo>
                  <a:cubicBezTo>
                    <a:pt x="17425" y="12478"/>
                    <a:pt x="17399" y="12789"/>
                    <a:pt x="17425" y="13022"/>
                  </a:cubicBezTo>
                  <a:cubicBezTo>
                    <a:pt x="17452" y="13255"/>
                    <a:pt x="17425" y="13333"/>
                    <a:pt x="17267" y="13488"/>
                  </a:cubicBezTo>
                  <a:cubicBezTo>
                    <a:pt x="17134" y="13605"/>
                    <a:pt x="17055" y="13294"/>
                    <a:pt x="17108" y="12867"/>
                  </a:cubicBezTo>
                  <a:cubicBezTo>
                    <a:pt x="17161" y="12595"/>
                    <a:pt x="17267" y="12323"/>
                    <a:pt x="17161" y="12323"/>
                  </a:cubicBezTo>
                  <a:cubicBezTo>
                    <a:pt x="17055" y="12323"/>
                    <a:pt x="17293" y="12012"/>
                    <a:pt x="17478" y="11934"/>
                  </a:cubicBezTo>
                  <a:cubicBezTo>
                    <a:pt x="17690" y="11857"/>
                    <a:pt x="17928" y="11896"/>
                    <a:pt x="17928" y="11818"/>
                  </a:cubicBezTo>
                  <a:cubicBezTo>
                    <a:pt x="17928" y="11779"/>
                    <a:pt x="17928" y="11779"/>
                    <a:pt x="17954" y="11779"/>
                  </a:cubicBezTo>
                  <a:cubicBezTo>
                    <a:pt x="17901" y="11740"/>
                    <a:pt x="17875" y="11701"/>
                    <a:pt x="17822" y="11663"/>
                  </a:cubicBezTo>
                  <a:cubicBezTo>
                    <a:pt x="17822" y="11663"/>
                    <a:pt x="17822" y="11701"/>
                    <a:pt x="17795" y="11701"/>
                  </a:cubicBezTo>
                  <a:cubicBezTo>
                    <a:pt x="17716" y="11779"/>
                    <a:pt x="17742" y="11585"/>
                    <a:pt x="17610" y="11585"/>
                  </a:cubicBezTo>
                  <a:cubicBezTo>
                    <a:pt x="17452" y="11585"/>
                    <a:pt x="17319" y="11779"/>
                    <a:pt x="17214" y="11701"/>
                  </a:cubicBezTo>
                  <a:cubicBezTo>
                    <a:pt x="17108" y="11585"/>
                    <a:pt x="17161" y="11507"/>
                    <a:pt x="17055" y="11507"/>
                  </a:cubicBezTo>
                  <a:cubicBezTo>
                    <a:pt x="16949" y="11507"/>
                    <a:pt x="17134" y="11196"/>
                    <a:pt x="16976" y="11313"/>
                  </a:cubicBezTo>
                  <a:cubicBezTo>
                    <a:pt x="16817" y="11468"/>
                    <a:pt x="16606" y="11740"/>
                    <a:pt x="16500" y="11624"/>
                  </a:cubicBezTo>
                  <a:cubicBezTo>
                    <a:pt x="16394" y="11468"/>
                    <a:pt x="16288" y="11663"/>
                    <a:pt x="16209" y="11546"/>
                  </a:cubicBezTo>
                  <a:cubicBezTo>
                    <a:pt x="16156" y="11429"/>
                    <a:pt x="16473" y="11119"/>
                    <a:pt x="16632" y="11157"/>
                  </a:cubicBezTo>
                  <a:cubicBezTo>
                    <a:pt x="16685" y="11157"/>
                    <a:pt x="16711" y="11119"/>
                    <a:pt x="16764" y="11080"/>
                  </a:cubicBezTo>
                  <a:cubicBezTo>
                    <a:pt x="16658" y="11041"/>
                    <a:pt x="16500" y="10924"/>
                    <a:pt x="16447" y="11041"/>
                  </a:cubicBezTo>
                  <a:cubicBezTo>
                    <a:pt x="16394" y="11119"/>
                    <a:pt x="16315" y="11041"/>
                    <a:pt x="16262" y="10963"/>
                  </a:cubicBezTo>
                  <a:cubicBezTo>
                    <a:pt x="16209" y="10886"/>
                    <a:pt x="16156" y="11002"/>
                    <a:pt x="16077" y="10886"/>
                  </a:cubicBezTo>
                  <a:cubicBezTo>
                    <a:pt x="16024" y="10730"/>
                    <a:pt x="15945" y="10847"/>
                    <a:pt x="15892" y="10847"/>
                  </a:cubicBezTo>
                  <a:cubicBezTo>
                    <a:pt x="15839" y="10886"/>
                    <a:pt x="15786" y="10808"/>
                    <a:pt x="15707" y="10769"/>
                  </a:cubicBezTo>
                  <a:cubicBezTo>
                    <a:pt x="15627" y="10730"/>
                    <a:pt x="15680" y="10614"/>
                    <a:pt x="15627" y="10536"/>
                  </a:cubicBezTo>
                  <a:cubicBezTo>
                    <a:pt x="15548" y="10458"/>
                    <a:pt x="15548" y="10691"/>
                    <a:pt x="15548" y="10691"/>
                  </a:cubicBezTo>
                  <a:cubicBezTo>
                    <a:pt x="9679" y="10730"/>
                    <a:pt x="9679" y="10730"/>
                    <a:pt x="9679" y="10730"/>
                  </a:cubicBezTo>
                  <a:cubicBezTo>
                    <a:pt x="9705" y="10730"/>
                    <a:pt x="9705" y="10730"/>
                    <a:pt x="9705" y="10769"/>
                  </a:cubicBezTo>
                  <a:cubicBezTo>
                    <a:pt x="9785" y="10886"/>
                    <a:pt x="9732" y="10963"/>
                    <a:pt x="9758" y="11080"/>
                  </a:cubicBezTo>
                  <a:cubicBezTo>
                    <a:pt x="9785" y="11235"/>
                    <a:pt x="9758" y="11391"/>
                    <a:pt x="9679" y="11391"/>
                  </a:cubicBezTo>
                  <a:cubicBezTo>
                    <a:pt x="9600" y="11391"/>
                    <a:pt x="9600" y="11274"/>
                    <a:pt x="9652" y="11235"/>
                  </a:cubicBezTo>
                  <a:cubicBezTo>
                    <a:pt x="9705" y="11196"/>
                    <a:pt x="9679" y="11041"/>
                    <a:pt x="9626" y="11041"/>
                  </a:cubicBezTo>
                  <a:cubicBezTo>
                    <a:pt x="9600" y="11041"/>
                    <a:pt x="9573" y="11002"/>
                    <a:pt x="9573" y="10924"/>
                  </a:cubicBezTo>
                  <a:cubicBezTo>
                    <a:pt x="9494" y="10963"/>
                    <a:pt x="9388" y="10963"/>
                    <a:pt x="9256" y="10924"/>
                  </a:cubicBezTo>
                  <a:cubicBezTo>
                    <a:pt x="9256" y="10924"/>
                    <a:pt x="9256" y="10963"/>
                    <a:pt x="9256" y="10963"/>
                  </a:cubicBezTo>
                  <a:cubicBezTo>
                    <a:pt x="9256" y="11041"/>
                    <a:pt x="9282" y="11235"/>
                    <a:pt x="9362" y="11391"/>
                  </a:cubicBezTo>
                  <a:cubicBezTo>
                    <a:pt x="9441" y="11507"/>
                    <a:pt x="9388" y="11624"/>
                    <a:pt x="9467" y="11663"/>
                  </a:cubicBezTo>
                  <a:cubicBezTo>
                    <a:pt x="9520" y="11740"/>
                    <a:pt x="9520" y="11779"/>
                    <a:pt x="9467" y="11779"/>
                  </a:cubicBezTo>
                  <a:cubicBezTo>
                    <a:pt x="9388" y="11740"/>
                    <a:pt x="9441" y="11857"/>
                    <a:pt x="9414" y="12051"/>
                  </a:cubicBezTo>
                  <a:cubicBezTo>
                    <a:pt x="9388" y="12245"/>
                    <a:pt x="9388" y="12673"/>
                    <a:pt x="9388" y="12828"/>
                  </a:cubicBezTo>
                  <a:cubicBezTo>
                    <a:pt x="9362" y="12945"/>
                    <a:pt x="9256" y="13178"/>
                    <a:pt x="9335" y="13294"/>
                  </a:cubicBezTo>
                  <a:cubicBezTo>
                    <a:pt x="9388" y="13450"/>
                    <a:pt x="9441" y="13644"/>
                    <a:pt x="9388" y="13799"/>
                  </a:cubicBezTo>
                  <a:cubicBezTo>
                    <a:pt x="9362" y="13993"/>
                    <a:pt x="9362" y="14110"/>
                    <a:pt x="9414" y="14227"/>
                  </a:cubicBezTo>
                  <a:cubicBezTo>
                    <a:pt x="9467" y="14343"/>
                    <a:pt x="9441" y="14576"/>
                    <a:pt x="9494" y="14615"/>
                  </a:cubicBezTo>
                  <a:cubicBezTo>
                    <a:pt x="9547" y="14693"/>
                    <a:pt x="9600" y="14770"/>
                    <a:pt x="9652" y="14887"/>
                  </a:cubicBezTo>
                  <a:cubicBezTo>
                    <a:pt x="9705" y="15042"/>
                    <a:pt x="9732" y="14965"/>
                    <a:pt x="9758" y="15081"/>
                  </a:cubicBezTo>
                  <a:cubicBezTo>
                    <a:pt x="9758" y="15198"/>
                    <a:pt x="9758" y="15237"/>
                    <a:pt x="9837" y="15275"/>
                  </a:cubicBezTo>
                  <a:cubicBezTo>
                    <a:pt x="9917" y="15314"/>
                    <a:pt x="9864" y="15431"/>
                    <a:pt x="9864" y="15509"/>
                  </a:cubicBezTo>
                  <a:cubicBezTo>
                    <a:pt x="9864" y="15586"/>
                    <a:pt x="9970" y="15703"/>
                    <a:pt x="10102" y="15858"/>
                  </a:cubicBezTo>
                  <a:cubicBezTo>
                    <a:pt x="10208" y="16014"/>
                    <a:pt x="10102" y="16169"/>
                    <a:pt x="10208" y="16169"/>
                  </a:cubicBezTo>
                  <a:cubicBezTo>
                    <a:pt x="10287" y="16169"/>
                    <a:pt x="10366" y="16247"/>
                    <a:pt x="10472" y="16324"/>
                  </a:cubicBezTo>
                  <a:cubicBezTo>
                    <a:pt x="10551" y="16402"/>
                    <a:pt x="10578" y="16363"/>
                    <a:pt x="10631" y="16363"/>
                  </a:cubicBezTo>
                  <a:cubicBezTo>
                    <a:pt x="10710" y="16402"/>
                    <a:pt x="10816" y="16596"/>
                    <a:pt x="10842" y="16713"/>
                  </a:cubicBezTo>
                  <a:cubicBezTo>
                    <a:pt x="10842" y="16791"/>
                    <a:pt x="10869" y="16829"/>
                    <a:pt x="10895" y="16907"/>
                  </a:cubicBezTo>
                  <a:cubicBezTo>
                    <a:pt x="11371" y="16829"/>
                    <a:pt x="11371" y="16829"/>
                    <a:pt x="11371" y="16829"/>
                  </a:cubicBezTo>
                  <a:cubicBezTo>
                    <a:pt x="11371" y="16829"/>
                    <a:pt x="11529" y="16985"/>
                    <a:pt x="11609" y="17024"/>
                  </a:cubicBezTo>
                  <a:cubicBezTo>
                    <a:pt x="11688" y="17024"/>
                    <a:pt x="12164" y="17296"/>
                    <a:pt x="12164" y="17296"/>
                  </a:cubicBezTo>
                  <a:cubicBezTo>
                    <a:pt x="12772" y="17296"/>
                    <a:pt x="12772" y="17296"/>
                    <a:pt x="12772" y="17296"/>
                  </a:cubicBezTo>
                  <a:cubicBezTo>
                    <a:pt x="12825" y="17140"/>
                    <a:pt x="12825" y="17140"/>
                    <a:pt x="12825" y="17140"/>
                  </a:cubicBezTo>
                  <a:cubicBezTo>
                    <a:pt x="13169" y="17140"/>
                    <a:pt x="13169" y="17140"/>
                    <a:pt x="13169" y="17140"/>
                  </a:cubicBezTo>
                  <a:cubicBezTo>
                    <a:pt x="13169" y="17140"/>
                    <a:pt x="13380" y="17451"/>
                    <a:pt x="13407" y="17451"/>
                  </a:cubicBezTo>
                  <a:cubicBezTo>
                    <a:pt x="13433" y="17490"/>
                    <a:pt x="13539" y="17606"/>
                    <a:pt x="13539" y="17723"/>
                  </a:cubicBezTo>
                  <a:cubicBezTo>
                    <a:pt x="13539" y="17801"/>
                    <a:pt x="13565" y="17878"/>
                    <a:pt x="13618" y="17917"/>
                  </a:cubicBezTo>
                  <a:cubicBezTo>
                    <a:pt x="13671" y="17956"/>
                    <a:pt x="13856" y="18111"/>
                    <a:pt x="13856" y="18111"/>
                  </a:cubicBezTo>
                  <a:cubicBezTo>
                    <a:pt x="13882" y="18073"/>
                    <a:pt x="13935" y="17801"/>
                    <a:pt x="14041" y="17801"/>
                  </a:cubicBezTo>
                  <a:cubicBezTo>
                    <a:pt x="14120" y="17801"/>
                    <a:pt x="14385" y="17917"/>
                    <a:pt x="14411" y="18111"/>
                  </a:cubicBezTo>
                  <a:cubicBezTo>
                    <a:pt x="14464" y="18345"/>
                    <a:pt x="14570" y="18500"/>
                    <a:pt x="14623" y="18539"/>
                  </a:cubicBezTo>
                  <a:cubicBezTo>
                    <a:pt x="14649" y="18578"/>
                    <a:pt x="14623" y="18733"/>
                    <a:pt x="14676" y="18772"/>
                  </a:cubicBezTo>
                  <a:cubicBezTo>
                    <a:pt x="14702" y="18850"/>
                    <a:pt x="14702" y="18966"/>
                    <a:pt x="14729" y="18966"/>
                  </a:cubicBezTo>
                  <a:cubicBezTo>
                    <a:pt x="14755" y="18966"/>
                    <a:pt x="14940" y="19122"/>
                    <a:pt x="15019" y="19122"/>
                  </a:cubicBezTo>
                  <a:cubicBezTo>
                    <a:pt x="15046" y="19122"/>
                    <a:pt x="15072" y="19160"/>
                    <a:pt x="15099" y="19160"/>
                  </a:cubicBezTo>
                  <a:cubicBezTo>
                    <a:pt x="15125" y="18927"/>
                    <a:pt x="14940" y="18888"/>
                    <a:pt x="15046" y="18772"/>
                  </a:cubicBezTo>
                  <a:cubicBezTo>
                    <a:pt x="15178" y="18655"/>
                    <a:pt x="15046" y="18539"/>
                    <a:pt x="15099" y="18461"/>
                  </a:cubicBezTo>
                  <a:cubicBezTo>
                    <a:pt x="15152" y="18422"/>
                    <a:pt x="15257" y="18383"/>
                    <a:pt x="15257" y="18267"/>
                  </a:cubicBezTo>
                  <a:cubicBezTo>
                    <a:pt x="15257" y="18189"/>
                    <a:pt x="15310" y="18189"/>
                    <a:pt x="15389" y="18228"/>
                  </a:cubicBezTo>
                  <a:cubicBezTo>
                    <a:pt x="15469" y="18228"/>
                    <a:pt x="15601" y="18034"/>
                    <a:pt x="15601" y="17956"/>
                  </a:cubicBezTo>
                  <a:cubicBezTo>
                    <a:pt x="15575" y="17878"/>
                    <a:pt x="15601" y="17878"/>
                    <a:pt x="15707" y="17878"/>
                  </a:cubicBezTo>
                  <a:cubicBezTo>
                    <a:pt x="15786" y="17917"/>
                    <a:pt x="15760" y="17762"/>
                    <a:pt x="15839" y="17762"/>
                  </a:cubicBezTo>
                  <a:cubicBezTo>
                    <a:pt x="15892" y="17801"/>
                    <a:pt x="15918" y="17840"/>
                    <a:pt x="15945" y="17801"/>
                  </a:cubicBezTo>
                  <a:cubicBezTo>
                    <a:pt x="15945" y="17723"/>
                    <a:pt x="15998" y="17723"/>
                    <a:pt x="16050" y="17801"/>
                  </a:cubicBezTo>
                  <a:cubicBezTo>
                    <a:pt x="16077" y="17917"/>
                    <a:pt x="16209" y="17917"/>
                    <a:pt x="16209" y="17840"/>
                  </a:cubicBezTo>
                  <a:cubicBezTo>
                    <a:pt x="16235" y="17723"/>
                    <a:pt x="16288" y="17840"/>
                    <a:pt x="16368" y="17917"/>
                  </a:cubicBezTo>
                  <a:cubicBezTo>
                    <a:pt x="16421" y="18034"/>
                    <a:pt x="16447" y="17995"/>
                    <a:pt x="16526" y="17995"/>
                  </a:cubicBezTo>
                  <a:cubicBezTo>
                    <a:pt x="16632" y="17995"/>
                    <a:pt x="16632" y="17956"/>
                    <a:pt x="16632" y="17878"/>
                  </a:cubicBezTo>
                  <a:cubicBezTo>
                    <a:pt x="16632" y="17801"/>
                    <a:pt x="16738" y="18073"/>
                    <a:pt x="16817" y="18073"/>
                  </a:cubicBezTo>
                  <a:cubicBezTo>
                    <a:pt x="16896" y="18111"/>
                    <a:pt x="16844" y="17995"/>
                    <a:pt x="16764" y="17917"/>
                  </a:cubicBezTo>
                  <a:cubicBezTo>
                    <a:pt x="16711" y="17840"/>
                    <a:pt x="16791" y="17801"/>
                    <a:pt x="16738" y="17762"/>
                  </a:cubicBezTo>
                  <a:cubicBezTo>
                    <a:pt x="16658" y="17684"/>
                    <a:pt x="16791" y="17606"/>
                    <a:pt x="16923" y="17606"/>
                  </a:cubicBezTo>
                  <a:cubicBezTo>
                    <a:pt x="17029" y="17606"/>
                    <a:pt x="17029" y="17645"/>
                    <a:pt x="17055" y="17568"/>
                  </a:cubicBezTo>
                  <a:cubicBezTo>
                    <a:pt x="17108" y="17451"/>
                    <a:pt x="17134" y="17568"/>
                    <a:pt x="17134" y="17645"/>
                  </a:cubicBezTo>
                  <a:cubicBezTo>
                    <a:pt x="17134" y="17723"/>
                    <a:pt x="17319" y="17606"/>
                    <a:pt x="17425" y="17606"/>
                  </a:cubicBezTo>
                  <a:cubicBezTo>
                    <a:pt x="17531" y="17606"/>
                    <a:pt x="17610" y="17723"/>
                    <a:pt x="17637" y="17801"/>
                  </a:cubicBezTo>
                  <a:cubicBezTo>
                    <a:pt x="17637" y="17878"/>
                    <a:pt x="17716" y="17917"/>
                    <a:pt x="17769" y="17840"/>
                  </a:cubicBezTo>
                  <a:cubicBezTo>
                    <a:pt x="17848" y="17762"/>
                    <a:pt x="17901" y="17645"/>
                    <a:pt x="17980" y="17762"/>
                  </a:cubicBezTo>
                  <a:cubicBezTo>
                    <a:pt x="18033" y="17840"/>
                    <a:pt x="18113" y="17956"/>
                    <a:pt x="18192" y="18073"/>
                  </a:cubicBezTo>
                  <a:cubicBezTo>
                    <a:pt x="18271" y="18189"/>
                    <a:pt x="18139" y="18345"/>
                    <a:pt x="18192" y="18461"/>
                  </a:cubicBezTo>
                  <a:cubicBezTo>
                    <a:pt x="18245" y="18539"/>
                    <a:pt x="18192" y="18655"/>
                    <a:pt x="18271" y="18772"/>
                  </a:cubicBezTo>
                  <a:cubicBezTo>
                    <a:pt x="18377" y="18850"/>
                    <a:pt x="18298" y="19044"/>
                    <a:pt x="18377" y="19083"/>
                  </a:cubicBezTo>
                  <a:cubicBezTo>
                    <a:pt x="18430" y="19122"/>
                    <a:pt x="18509" y="19277"/>
                    <a:pt x="18509" y="19355"/>
                  </a:cubicBezTo>
                  <a:cubicBezTo>
                    <a:pt x="18509" y="19432"/>
                    <a:pt x="18668" y="19510"/>
                    <a:pt x="18668" y="19393"/>
                  </a:cubicBezTo>
                  <a:cubicBezTo>
                    <a:pt x="18668" y="19277"/>
                    <a:pt x="18747" y="19122"/>
                    <a:pt x="18774" y="19005"/>
                  </a:cubicBezTo>
                  <a:cubicBezTo>
                    <a:pt x="18774" y="18927"/>
                    <a:pt x="18721" y="18500"/>
                    <a:pt x="18641" y="18383"/>
                  </a:cubicBezTo>
                  <a:cubicBezTo>
                    <a:pt x="18588" y="18267"/>
                    <a:pt x="18668" y="18228"/>
                    <a:pt x="18588" y="18111"/>
                  </a:cubicBezTo>
                  <a:cubicBezTo>
                    <a:pt x="18509" y="17956"/>
                    <a:pt x="18456" y="17684"/>
                    <a:pt x="18456" y="17490"/>
                  </a:cubicBezTo>
                  <a:cubicBezTo>
                    <a:pt x="18483" y="17296"/>
                    <a:pt x="18641" y="16946"/>
                    <a:pt x="18721" y="16829"/>
                  </a:cubicBezTo>
                  <a:cubicBezTo>
                    <a:pt x="18800" y="16713"/>
                    <a:pt x="18879" y="16791"/>
                    <a:pt x="18906" y="16674"/>
                  </a:cubicBezTo>
                  <a:cubicBezTo>
                    <a:pt x="18932" y="16557"/>
                    <a:pt x="19011" y="16441"/>
                    <a:pt x="19091" y="16441"/>
                  </a:cubicBezTo>
                  <a:cubicBezTo>
                    <a:pt x="19144" y="16441"/>
                    <a:pt x="19197" y="16441"/>
                    <a:pt x="19197" y="16363"/>
                  </a:cubicBezTo>
                  <a:cubicBezTo>
                    <a:pt x="19223" y="16286"/>
                    <a:pt x="19302" y="16169"/>
                    <a:pt x="19435" y="16130"/>
                  </a:cubicBezTo>
                  <a:cubicBezTo>
                    <a:pt x="19567" y="16091"/>
                    <a:pt x="19487" y="16014"/>
                    <a:pt x="19461" y="15936"/>
                  </a:cubicBezTo>
                  <a:cubicBezTo>
                    <a:pt x="19408" y="15819"/>
                    <a:pt x="19487" y="15742"/>
                    <a:pt x="19514" y="15819"/>
                  </a:cubicBezTo>
                  <a:cubicBezTo>
                    <a:pt x="19540" y="15858"/>
                    <a:pt x="19593" y="15858"/>
                    <a:pt x="19646" y="15819"/>
                  </a:cubicBezTo>
                  <a:cubicBezTo>
                    <a:pt x="19699" y="15781"/>
                    <a:pt x="19805" y="15625"/>
                    <a:pt x="19699" y="15625"/>
                  </a:cubicBezTo>
                  <a:cubicBezTo>
                    <a:pt x="19593" y="15625"/>
                    <a:pt x="19567" y="15586"/>
                    <a:pt x="19646" y="15547"/>
                  </a:cubicBezTo>
                  <a:cubicBezTo>
                    <a:pt x="19699" y="15509"/>
                    <a:pt x="19646" y="15314"/>
                    <a:pt x="19567" y="15314"/>
                  </a:cubicBezTo>
                  <a:cubicBezTo>
                    <a:pt x="19487" y="15314"/>
                    <a:pt x="19514" y="15237"/>
                    <a:pt x="19567" y="15159"/>
                  </a:cubicBezTo>
                  <a:cubicBezTo>
                    <a:pt x="19620" y="15081"/>
                    <a:pt x="19487" y="14965"/>
                    <a:pt x="19408" y="14887"/>
                  </a:cubicBezTo>
                  <a:cubicBezTo>
                    <a:pt x="19355" y="14848"/>
                    <a:pt x="19461" y="14809"/>
                    <a:pt x="19514" y="14809"/>
                  </a:cubicBezTo>
                  <a:cubicBezTo>
                    <a:pt x="19540" y="14770"/>
                    <a:pt x="19514" y="14460"/>
                    <a:pt x="19540" y="14382"/>
                  </a:cubicBezTo>
                  <a:cubicBezTo>
                    <a:pt x="19567" y="14304"/>
                    <a:pt x="19646" y="14304"/>
                    <a:pt x="19620" y="14382"/>
                  </a:cubicBezTo>
                  <a:cubicBezTo>
                    <a:pt x="19567" y="14460"/>
                    <a:pt x="19540" y="14576"/>
                    <a:pt x="19593" y="14693"/>
                  </a:cubicBezTo>
                  <a:cubicBezTo>
                    <a:pt x="19646" y="14809"/>
                    <a:pt x="19672" y="14887"/>
                    <a:pt x="19646" y="15042"/>
                  </a:cubicBezTo>
                  <a:cubicBezTo>
                    <a:pt x="19620" y="15237"/>
                    <a:pt x="19672" y="15198"/>
                    <a:pt x="19752" y="14965"/>
                  </a:cubicBezTo>
                  <a:cubicBezTo>
                    <a:pt x="19805" y="14770"/>
                    <a:pt x="19831" y="14576"/>
                    <a:pt x="19778" y="14576"/>
                  </a:cubicBezTo>
                  <a:cubicBezTo>
                    <a:pt x="19725" y="14537"/>
                    <a:pt x="19725" y="14343"/>
                    <a:pt x="19778" y="14421"/>
                  </a:cubicBezTo>
                  <a:cubicBezTo>
                    <a:pt x="19831" y="14537"/>
                    <a:pt x="19858" y="14537"/>
                    <a:pt x="19937" y="14421"/>
                  </a:cubicBezTo>
                  <a:cubicBezTo>
                    <a:pt x="20016" y="14304"/>
                    <a:pt x="20095" y="14071"/>
                    <a:pt x="20043" y="14032"/>
                  </a:cubicBezTo>
                  <a:cubicBezTo>
                    <a:pt x="19990" y="13993"/>
                    <a:pt x="20069" y="13916"/>
                    <a:pt x="20175" y="13955"/>
                  </a:cubicBezTo>
                  <a:cubicBezTo>
                    <a:pt x="20254" y="13955"/>
                    <a:pt x="20466" y="13838"/>
                    <a:pt x="20466" y="13799"/>
                  </a:cubicBezTo>
                  <a:cubicBezTo>
                    <a:pt x="20518" y="13683"/>
                    <a:pt x="20148" y="13877"/>
                    <a:pt x="20148" y="13799"/>
                  </a:cubicBezTo>
                  <a:cubicBezTo>
                    <a:pt x="20148" y="13722"/>
                    <a:pt x="20386" y="13644"/>
                    <a:pt x="20492" y="13644"/>
                  </a:cubicBezTo>
                  <a:cubicBezTo>
                    <a:pt x="20598" y="13644"/>
                    <a:pt x="20545" y="13411"/>
                    <a:pt x="20598" y="13527"/>
                  </a:cubicBezTo>
                  <a:cubicBezTo>
                    <a:pt x="20651" y="13605"/>
                    <a:pt x="20704" y="13566"/>
                    <a:pt x="20783" y="13527"/>
                  </a:cubicBezTo>
                  <a:cubicBezTo>
                    <a:pt x="20836" y="13488"/>
                    <a:pt x="20783" y="13333"/>
                    <a:pt x="20730" y="13294"/>
                  </a:cubicBezTo>
                  <a:cubicBezTo>
                    <a:pt x="20651" y="13255"/>
                    <a:pt x="20783" y="13178"/>
                    <a:pt x="20756" y="13139"/>
                  </a:cubicBezTo>
                  <a:cubicBezTo>
                    <a:pt x="20730" y="13061"/>
                    <a:pt x="20809" y="12828"/>
                    <a:pt x="20889" y="12789"/>
                  </a:cubicBezTo>
                  <a:cubicBezTo>
                    <a:pt x="20968" y="12750"/>
                    <a:pt x="20941" y="12673"/>
                    <a:pt x="21021" y="12673"/>
                  </a:cubicBezTo>
                  <a:cubicBezTo>
                    <a:pt x="21074" y="12673"/>
                    <a:pt x="21100" y="12556"/>
                    <a:pt x="21153" y="12440"/>
                  </a:cubicBezTo>
                  <a:cubicBezTo>
                    <a:pt x="21232" y="12362"/>
                    <a:pt x="21338" y="12595"/>
                    <a:pt x="21417" y="12478"/>
                  </a:cubicBezTo>
                  <a:cubicBezTo>
                    <a:pt x="21470" y="12401"/>
                    <a:pt x="21523" y="12362"/>
                    <a:pt x="21576" y="12284"/>
                  </a:cubicBezTo>
                  <a:cubicBezTo>
                    <a:pt x="21338" y="11818"/>
                    <a:pt x="21417" y="11507"/>
                    <a:pt x="21417" y="11429"/>
                  </a:cubicBezTo>
                  <a:close/>
                </a:path>
              </a:pathLst>
            </a:custGeom>
            <a:grpFill/>
            <a:ln w="25400" cap="flat">
              <a:noFill/>
              <a:miter lim="400000"/>
            </a:ln>
            <a:effectLst/>
          </p:spPr>
          <p:txBody>
            <a:bodyPr wrap="square" lIns="109727" tIns="109727" rIns="109727" bIns="109727" numCol="1" anchor="t">
              <a:noAutofit/>
            </a:bodyPr>
            <a:lstStyle/>
            <a:p>
              <a:endParaRPr/>
            </a:p>
          </p:txBody>
        </p:sp>
        <p:sp>
          <p:nvSpPr>
            <p:cNvPr id="302" name="Shape"/>
            <p:cNvSpPr/>
            <p:nvPr/>
          </p:nvSpPr>
          <p:spPr>
            <a:xfrm>
              <a:off x="2197811" y="2142385"/>
              <a:ext cx="17678" cy="39358"/>
            </a:xfrm>
            <a:custGeom>
              <a:avLst/>
              <a:gdLst/>
              <a:ahLst/>
              <a:cxnLst>
                <a:cxn ang="0">
                  <a:pos x="wd2" y="hd2"/>
                </a:cxn>
                <a:cxn ang="5400000">
                  <a:pos x="wd2" y="hd2"/>
                </a:cxn>
                <a:cxn ang="10800000">
                  <a:pos x="wd2" y="hd2"/>
                </a:cxn>
                <a:cxn ang="16200000">
                  <a:pos x="wd2" y="hd2"/>
                </a:cxn>
              </a:cxnLst>
              <a:rect l="0" t="0" r="r" b="b"/>
              <a:pathLst>
                <a:path w="19144" h="18267" extrusionOk="0">
                  <a:moveTo>
                    <a:pt x="18514" y="17977"/>
                  </a:moveTo>
                  <a:cubicBezTo>
                    <a:pt x="18514" y="19417"/>
                    <a:pt x="9257" y="15097"/>
                    <a:pt x="9257" y="13657"/>
                  </a:cubicBezTo>
                  <a:cubicBezTo>
                    <a:pt x="9257" y="10777"/>
                    <a:pt x="0" y="9337"/>
                    <a:pt x="0" y="5017"/>
                  </a:cubicBezTo>
                  <a:cubicBezTo>
                    <a:pt x="0" y="697"/>
                    <a:pt x="3086" y="-2183"/>
                    <a:pt x="9257" y="2137"/>
                  </a:cubicBezTo>
                  <a:cubicBezTo>
                    <a:pt x="15429" y="6457"/>
                    <a:pt x="12343" y="9337"/>
                    <a:pt x="12343" y="10777"/>
                  </a:cubicBezTo>
                  <a:cubicBezTo>
                    <a:pt x="12343" y="12217"/>
                    <a:pt x="21600" y="15097"/>
                    <a:pt x="18514" y="17977"/>
                  </a:cubicBezTo>
                  <a:close/>
                </a:path>
              </a:pathLst>
            </a:custGeom>
            <a:grpFill/>
            <a:ln w="25400" cap="flat">
              <a:noFill/>
              <a:miter lim="400000"/>
            </a:ln>
            <a:effectLst/>
          </p:spPr>
          <p:txBody>
            <a:bodyPr wrap="square" lIns="109727" tIns="109727" rIns="109727" bIns="109727" numCol="1" anchor="t">
              <a:noAutofit/>
            </a:bodyPr>
            <a:lstStyle/>
            <a:p>
              <a:endParaRPr/>
            </a:p>
          </p:txBody>
        </p:sp>
      </p:grpSp>
      <p:sp>
        <p:nvSpPr>
          <p:cNvPr id="305"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a:t>
            </a:r>
            <a:r>
              <a:rPr dirty="0"/>
              <a:t>, LLC</a:t>
            </a:r>
          </a:p>
        </p:txBody>
      </p:sp>
      <p:pic>
        <p:nvPicPr>
          <p:cNvPr id="78" name="Picture 7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715667277"/>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8</a:t>
            </a:fld>
            <a:endParaRPr/>
          </a:p>
        </p:txBody>
      </p:sp>
      <p:sp>
        <p:nvSpPr>
          <p:cNvPr id="309" name="Shape"/>
          <p:cNvSpPr/>
          <p:nvPr/>
        </p:nvSpPr>
        <p:spPr>
          <a:xfrm>
            <a:off x="12235868" y="5333908"/>
            <a:ext cx="1865377" cy="186537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rgbClr val="243646"/>
          </a:solidFill>
          <a:ln w="12700">
            <a:miter lim="400000"/>
          </a:ln>
        </p:spPr>
        <p:txBody>
          <a:bodyPr lIns="109727" tIns="109727" rIns="109727" bIns="109727" anchor="ctr"/>
          <a:lstStyle/>
          <a:p>
            <a:pPr algn="ctr"/>
            <a:endParaRPr/>
          </a:p>
        </p:txBody>
      </p:sp>
      <p:sp>
        <p:nvSpPr>
          <p:cNvPr id="310" name="Shape"/>
          <p:cNvSpPr/>
          <p:nvPr/>
        </p:nvSpPr>
        <p:spPr>
          <a:xfrm rot="16200000">
            <a:off x="10282753" y="5334609"/>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rgbClr val="F86A37"/>
          </a:solidFill>
          <a:ln w="25400">
            <a:miter lim="400000"/>
          </a:ln>
        </p:spPr>
        <p:txBody>
          <a:bodyPr lIns="109727" tIns="109727" rIns="109727" bIns="109727" anchor="ctr"/>
          <a:lstStyle/>
          <a:p>
            <a:endParaRPr/>
          </a:p>
        </p:txBody>
      </p:sp>
      <p:sp>
        <p:nvSpPr>
          <p:cNvPr id="311" name="Shape"/>
          <p:cNvSpPr/>
          <p:nvPr/>
        </p:nvSpPr>
        <p:spPr>
          <a:xfrm rot="10800000">
            <a:off x="10291875" y="7263034"/>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chemeClr val="accent3"/>
          </a:solidFill>
          <a:ln w="12700">
            <a:miter lim="400000"/>
          </a:ln>
        </p:spPr>
        <p:txBody>
          <a:bodyPr lIns="109727" tIns="109727" rIns="109727" bIns="109727" anchor="ctr"/>
          <a:lstStyle/>
          <a:p>
            <a:pPr algn="ctr"/>
            <a:endParaRPr/>
          </a:p>
        </p:txBody>
      </p:sp>
      <p:sp>
        <p:nvSpPr>
          <p:cNvPr id="312" name="Shape"/>
          <p:cNvSpPr/>
          <p:nvPr/>
        </p:nvSpPr>
        <p:spPr>
          <a:xfrm rot="5400000">
            <a:off x="12235868" y="7253911"/>
            <a:ext cx="1865377" cy="186537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lnTo>
                  <a:pt x="17112" y="21600"/>
                </a:lnTo>
                <a:cubicBezTo>
                  <a:pt x="17112" y="12208"/>
                  <a:pt x="9498" y="4594"/>
                  <a:pt x="106" y="4594"/>
                </a:cubicBezTo>
                <a:close/>
              </a:path>
            </a:pathLst>
          </a:custGeom>
          <a:solidFill>
            <a:schemeClr val="accent3">
              <a:lumOff val="25098"/>
            </a:schemeClr>
          </a:solidFill>
          <a:ln w="12700">
            <a:miter lim="400000"/>
          </a:ln>
        </p:spPr>
        <p:txBody>
          <a:bodyPr lIns="109727" tIns="109727" rIns="109727" bIns="109727" anchor="ctr"/>
          <a:lstStyle/>
          <a:p>
            <a:pPr algn="ctr"/>
            <a:endParaRPr/>
          </a:p>
        </p:txBody>
      </p:sp>
      <p:sp>
        <p:nvSpPr>
          <p:cNvPr id="313" name="Rectangle"/>
          <p:cNvSpPr/>
          <p:nvPr/>
        </p:nvSpPr>
        <p:spPr>
          <a:xfrm>
            <a:off x="2752295" y="6757314"/>
            <a:ext cx="7910827" cy="446228"/>
          </a:xfrm>
          <a:prstGeom prst="rect">
            <a:avLst/>
          </a:prstGeom>
          <a:solidFill>
            <a:srgbClr val="F86A37"/>
          </a:solidFill>
          <a:ln w="25400">
            <a:miter lim="400000"/>
          </a:ln>
        </p:spPr>
        <p:txBody>
          <a:bodyPr lIns="109727" tIns="109727" rIns="109727" bIns="109727" anchor="ctr"/>
          <a:lstStyle/>
          <a:p>
            <a:endParaRPr/>
          </a:p>
        </p:txBody>
      </p:sp>
      <p:sp>
        <p:nvSpPr>
          <p:cNvPr id="314" name="Rectangle"/>
          <p:cNvSpPr/>
          <p:nvPr/>
        </p:nvSpPr>
        <p:spPr>
          <a:xfrm>
            <a:off x="2752295" y="7253006"/>
            <a:ext cx="7910827" cy="446229"/>
          </a:xfrm>
          <a:prstGeom prst="rect">
            <a:avLst/>
          </a:prstGeom>
          <a:solidFill>
            <a:schemeClr val="accent3"/>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15" name="Rectangle"/>
          <p:cNvSpPr/>
          <p:nvPr/>
        </p:nvSpPr>
        <p:spPr>
          <a:xfrm>
            <a:off x="13742010" y="6757314"/>
            <a:ext cx="7871966" cy="446228"/>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16" name="Rectangle"/>
          <p:cNvSpPr/>
          <p:nvPr/>
        </p:nvSpPr>
        <p:spPr>
          <a:xfrm>
            <a:off x="13742010" y="7253006"/>
            <a:ext cx="7871966" cy="446229"/>
          </a:xfrm>
          <a:prstGeom prst="rect">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17" name="Complete development tasks efficiently."/>
          <p:cNvSpPr txBox="1"/>
          <p:nvPr/>
        </p:nvSpPr>
        <p:spPr>
          <a:xfrm>
            <a:off x="16131316" y="4445280"/>
            <a:ext cx="7249364" cy="553996"/>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lang="en-US" sz="2400" dirty="0"/>
              <a:t>Improve staff efficiency</a:t>
            </a:r>
            <a:r>
              <a:rPr sz="2400" dirty="0"/>
              <a:t>.</a:t>
            </a:r>
          </a:p>
        </p:txBody>
      </p:sp>
      <p:sp>
        <p:nvSpPr>
          <p:cNvPr id="320" name="Gender: Male…"/>
          <p:cNvSpPr txBox="1"/>
          <p:nvPr/>
        </p:nvSpPr>
        <p:spPr>
          <a:xfrm>
            <a:off x="2675095" y="4514563"/>
            <a:ext cx="7699808" cy="191363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nSpc>
                <a:spcPct val="90000"/>
              </a:lnSpc>
              <a:defRPr>
                <a:solidFill>
                  <a:srgbClr val="535353"/>
                </a:solidFill>
                <a:latin typeface="+mj-lt"/>
                <a:ea typeface="+mj-ea"/>
                <a:cs typeface="+mj-cs"/>
                <a:sym typeface="Helvetica"/>
              </a:defRPr>
            </a:pPr>
            <a:r>
              <a:rPr sz="2400" b="1"/>
              <a:t>Gender</a:t>
            </a:r>
            <a:r>
              <a:rPr sz="2400"/>
              <a:t>: Male</a:t>
            </a:r>
          </a:p>
          <a:p>
            <a:pPr>
              <a:lnSpc>
                <a:spcPct val="90000"/>
              </a:lnSpc>
              <a:defRPr>
                <a:solidFill>
                  <a:srgbClr val="535353"/>
                </a:solidFill>
                <a:latin typeface="+mj-lt"/>
                <a:ea typeface="+mj-ea"/>
                <a:cs typeface="+mj-cs"/>
                <a:sym typeface="Helvetica"/>
              </a:defRPr>
            </a:pPr>
            <a:r>
              <a:rPr sz="2400" b="1"/>
              <a:t>Age: </a:t>
            </a:r>
            <a:r>
              <a:rPr sz="2400"/>
              <a:t>21-27</a:t>
            </a:r>
          </a:p>
          <a:p>
            <a:pPr>
              <a:lnSpc>
                <a:spcPct val="90000"/>
              </a:lnSpc>
              <a:defRPr>
                <a:solidFill>
                  <a:srgbClr val="535353"/>
                </a:solidFill>
                <a:latin typeface="+mj-lt"/>
                <a:ea typeface="+mj-ea"/>
                <a:cs typeface="+mj-cs"/>
                <a:sym typeface="Helvetica"/>
              </a:defRPr>
            </a:pPr>
            <a:r>
              <a:rPr sz="2400" b="1"/>
              <a:t>Occupation:</a:t>
            </a:r>
            <a:r>
              <a:rPr sz="2400"/>
              <a:t> Mobile Developer</a:t>
            </a:r>
          </a:p>
          <a:p>
            <a:pPr>
              <a:lnSpc>
                <a:spcPct val="90000"/>
              </a:lnSpc>
              <a:defRPr>
                <a:solidFill>
                  <a:srgbClr val="535353"/>
                </a:solidFill>
                <a:latin typeface="+mj-lt"/>
                <a:ea typeface="+mj-ea"/>
                <a:cs typeface="+mj-cs"/>
                <a:sym typeface="Helvetica"/>
              </a:defRPr>
            </a:pPr>
            <a:r>
              <a:rPr sz="2400" b="1"/>
              <a:t>Location:</a:t>
            </a:r>
            <a:r>
              <a:rPr sz="2400"/>
              <a:t> Australia</a:t>
            </a:r>
          </a:p>
          <a:p>
            <a:pPr>
              <a:lnSpc>
                <a:spcPct val="90000"/>
              </a:lnSpc>
              <a:defRPr>
                <a:solidFill>
                  <a:srgbClr val="535353"/>
                </a:solidFill>
                <a:latin typeface="+mj-lt"/>
                <a:ea typeface="+mj-ea"/>
                <a:cs typeface="+mj-cs"/>
                <a:sym typeface="Helvetica"/>
              </a:defRPr>
            </a:pPr>
            <a:r>
              <a:rPr sz="2400" b="1"/>
              <a:t>Personality:</a:t>
            </a:r>
            <a:r>
              <a:rPr sz="2400"/>
              <a:t> Introvert</a:t>
            </a:r>
          </a:p>
        </p:txBody>
      </p:sp>
      <p:sp>
        <p:nvSpPr>
          <p:cNvPr id="323" name="Shape"/>
          <p:cNvSpPr/>
          <p:nvPr/>
        </p:nvSpPr>
        <p:spPr>
          <a:xfrm rot="16200000">
            <a:off x="2801334" y="6780645"/>
            <a:ext cx="760096" cy="858165"/>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chemeClr val="accent4">
              <a:lumOff val="58054"/>
            </a:schemeClr>
          </a:solidFill>
          <a:ln w="12700">
            <a:miter lim="400000"/>
          </a:ln>
        </p:spPr>
        <p:txBody>
          <a:bodyPr lIns="109727" tIns="109727" rIns="109727" bIns="109727"/>
          <a:lstStyle/>
          <a:p>
            <a:endParaRPr/>
          </a:p>
        </p:txBody>
      </p:sp>
      <p:sp>
        <p:nvSpPr>
          <p:cNvPr id="324" name="Shape"/>
          <p:cNvSpPr/>
          <p:nvPr/>
        </p:nvSpPr>
        <p:spPr>
          <a:xfrm rot="16200000">
            <a:off x="20848741" y="6781365"/>
            <a:ext cx="760095" cy="858165"/>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chemeClr val="accent4">
              <a:lumOff val="58054"/>
            </a:schemeClr>
          </a:solidFill>
          <a:ln w="12700">
            <a:miter lim="400000"/>
          </a:ln>
        </p:spPr>
        <p:txBody>
          <a:bodyPr lIns="109727" tIns="109727" rIns="109727" bIns="109727"/>
          <a:lstStyle/>
          <a:p>
            <a:endParaRPr/>
          </a:p>
        </p:txBody>
      </p:sp>
      <p:sp>
        <p:nvSpPr>
          <p:cNvPr id="325"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sp>
        <p:nvSpPr>
          <p:cNvPr id="326" name="Email"/>
          <p:cNvSpPr txBox="1"/>
          <p:nvPr/>
        </p:nvSpPr>
        <p:spPr>
          <a:xfrm>
            <a:off x="12735078" y="9308935"/>
            <a:ext cx="1079237"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2500" b="1">
                <a:solidFill>
                  <a:srgbClr val="535353"/>
                </a:solidFill>
                <a:latin typeface="+mj-lt"/>
                <a:ea typeface="+mj-ea"/>
                <a:cs typeface="+mj-cs"/>
                <a:sym typeface="Helvetica"/>
              </a:defRPr>
            </a:lvl1pPr>
          </a:lstStyle>
          <a:p>
            <a:r>
              <a:t>Email</a:t>
            </a:r>
          </a:p>
        </p:txBody>
      </p:sp>
      <p:sp>
        <p:nvSpPr>
          <p:cNvPr id="327" name="Social"/>
          <p:cNvSpPr txBox="1"/>
          <p:nvPr/>
        </p:nvSpPr>
        <p:spPr>
          <a:xfrm>
            <a:off x="12690973" y="10170969"/>
            <a:ext cx="1167449"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b="1">
                <a:solidFill>
                  <a:srgbClr val="535353"/>
                </a:solidFill>
                <a:latin typeface="+mj-lt"/>
                <a:ea typeface="+mj-ea"/>
                <a:cs typeface="+mj-cs"/>
                <a:sym typeface="Helvetica"/>
              </a:defRPr>
            </a:lvl1pPr>
          </a:lstStyle>
          <a:p>
            <a:r>
              <a:t>Social</a:t>
            </a:r>
          </a:p>
        </p:txBody>
      </p:sp>
      <p:sp>
        <p:nvSpPr>
          <p:cNvPr id="328" name="Mobile"/>
          <p:cNvSpPr txBox="1"/>
          <p:nvPr/>
        </p:nvSpPr>
        <p:spPr>
          <a:xfrm>
            <a:off x="12655936" y="11038254"/>
            <a:ext cx="1237522"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b="1">
                <a:solidFill>
                  <a:srgbClr val="535353"/>
                </a:solidFill>
                <a:latin typeface="+mj-lt"/>
                <a:ea typeface="+mj-ea"/>
                <a:cs typeface="+mj-cs"/>
                <a:sym typeface="Helvetica"/>
              </a:defRPr>
            </a:lvl1pPr>
          </a:lstStyle>
          <a:p>
            <a:r>
              <a:t>Mobile</a:t>
            </a:r>
          </a:p>
        </p:txBody>
      </p:sp>
      <p:sp>
        <p:nvSpPr>
          <p:cNvPr id="329" name="Rounded Rectangle"/>
          <p:cNvSpPr/>
          <p:nvPr/>
        </p:nvSpPr>
        <p:spPr>
          <a:xfrm>
            <a:off x="13961070" y="9540040"/>
            <a:ext cx="7699808" cy="202223"/>
          </a:xfrm>
          <a:prstGeom prst="roundRect">
            <a:avLst>
              <a:gd name="adj" fmla="val 20833"/>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0" name="Rounded Rectangle"/>
          <p:cNvSpPr/>
          <p:nvPr/>
        </p:nvSpPr>
        <p:spPr>
          <a:xfrm>
            <a:off x="13943722" y="9540040"/>
            <a:ext cx="6046776" cy="202223"/>
          </a:xfrm>
          <a:prstGeom prst="roundRect">
            <a:avLst>
              <a:gd name="adj" fmla="val 22252"/>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1" name="Rounded Rectangle"/>
          <p:cNvSpPr/>
          <p:nvPr/>
        </p:nvSpPr>
        <p:spPr>
          <a:xfrm>
            <a:off x="13961070" y="10409147"/>
            <a:ext cx="7699808" cy="193103"/>
          </a:xfrm>
          <a:prstGeom prst="roundRect">
            <a:avLst>
              <a:gd name="adj" fmla="val 21207"/>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2" name="Rounded Rectangle"/>
          <p:cNvSpPr/>
          <p:nvPr/>
        </p:nvSpPr>
        <p:spPr>
          <a:xfrm>
            <a:off x="13911746" y="10409147"/>
            <a:ext cx="1838415" cy="202223"/>
          </a:xfrm>
          <a:prstGeom prst="roundRect">
            <a:avLst>
              <a:gd name="adj" fmla="val 20833"/>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3" name="Rounded Rectangle"/>
          <p:cNvSpPr/>
          <p:nvPr/>
        </p:nvSpPr>
        <p:spPr>
          <a:xfrm>
            <a:off x="13961070" y="11278254"/>
            <a:ext cx="7699808" cy="193104"/>
          </a:xfrm>
          <a:prstGeom prst="roundRect">
            <a:avLst>
              <a:gd name="adj" fmla="val 21207"/>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4" name="Rounded Rectangle"/>
          <p:cNvSpPr/>
          <p:nvPr/>
        </p:nvSpPr>
        <p:spPr>
          <a:xfrm>
            <a:off x="13943722" y="11278254"/>
            <a:ext cx="6903958" cy="202223"/>
          </a:xfrm>
          <a:prstGeom prst="roundRect">
            <a:avLst>
              <a:gd name="adj" fmla="val 21772"/>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5" name="Shape"/>
          <p:cNvSpPr/>
          <p:nvPr/>
        </p:nvSpPr>
        <p:spPr>
          <a:xfrm>
            <a:off x="19805310" y="8986661"/>
            <a:ext cx="705231" cy="487386"/>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336" name="80%"/>
          <p:cNvSpPr txBox="1"/>
          <p:nvPr/>
        </p:nvSpPr>
        <p:spPr>
          <a:xfrm>
            <a:off x="19821230" y="8891438"/>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80%</a:t>
            </a:r>
          </a:p>
        </p:txBody>
      </p:sp>
      <p:sp>
        <p:nvSpPr>
          <p:cNvPr id="337" name="Shape"/>
          <p:cNvSpPr/>
          <p:nvPr/>
        </p:nvSpPr>
        <p:spPr>
          <a:xfrm rot="5400000">
            <a:off x="4322606" y="8503711"/>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38" name="Shape"/>
          <p:cNvSpPr/>
          <p:nvPr/>
        </p:nvSpPr>
        <p:spPr>
          <a:xfrm rot="16200000">
            <a:off x="2736627" y="9163223"/>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339" name="Efficiency"/>
          <p:cNvSpPr txBox="1"/>
          <p:nvPr/>
        </p:nvSpPr>
        <p:spPr>
          <a:xfrm>
            <a:off x="3632874" y="9326399"/>
            <a:ext cx="1585253"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Efficiency</a:t>
            </a:r>
          </a:p>
        </p:txBody>
      </p:sp>
      <p:sp>
        <p:nvSpPr>
          <p:cNvPr id="340" name="Shape"/>
          <p:cNvSpPr/>
          <p:nvPr/>
        </p:nvSpPr>
        <p:spPr>
          <a:xfrm rot="5400000">
            <a:off x="4322606" y="9619525"/>
            <a:ext cx="744534" cy="22454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41" name="Shape"/>
          <p:cNvSpPr/>
          <p:nvPr/>
        </p:nvSpPr>
        <p:spPr>
          <a:xfrm rot="16200000">
            <a:off x="2736627" y="10279038"/>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42" name="Financial"/>
          <p:cNvSpPr txBox="1"/>
          <p:nvPr/>
        </p:nvSpPr>
        <p:spPr>
          <a:xfrm>
            <a:off x="3661412" y="10454914"/>
            <a:ext cx="1502777"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Financial</a:t>
            </a:r>
          </a:p>
        </p:txBody>
      </p:sp>
      <p:sp>
        <p:nvSpPr>
          <p:cNvPr id="343" name="Shape"/>
          <p:cNvSpPr/>
          <p:nvPr/>
        </p:nvSpPr>
        <p:spPr>
          <a:xfrm rot="5400000">
            <a:off x="7733240" y="8512420"/>
            <a:ext cx="744534" cy="22454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44" name="Shape"/>
          <p:cNvSpPr/>
          <p:nvPr/>
        </p:nvSpPr>
        <p:spPr>
          <a:xfrm rot="16200000">
            <a:off x="6147261" y="9171933"/>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345" name="Achievement"/>
          <p:cNvSpPr txBox="1"/>
          <p:nvPr/>
        </p:nvSpPr>
        <p:spPr>
          <a:xfrm>
            <a:off x="7043659" y="9347809"/>
            <a:ext cx="2067549"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latin typeface="+mj-lt"/>
                <a:ea typeface="+mj-ea"/>
                <a:cs typeface="+mj-cs"/>
                <a:sym typeface="Helvetica"/>
              </a:defRPr>
            </a:lvl1pPr>
          </a:lstStyle>
          <a:p>
            <a:r>
              <a:t>Achievement</a:t>
            </a:r>
          </a:p>
        </p:txBody>
      </p:sp>
      <p:sp>
        <p:nvSpPr>
          <p:cNvPr id="346" name="Shape"/>
          <p:cNvSpPr/>
          <p:nvPr/>
        </p:nvSpPr>
        <p:spPr>
          <a:xfrm rot="5400000">
            <a:off x="7733240" y="9661005"/>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347" name="Shape"/>
          <p:cNvSpPr/>
          <p:nvPr/>
        </p:nvSpPr>
        <p:spPr>
          <a:xfrm rot="16200000">
            <a:off x="6147261" y="10320518"/>
            <a:ext cx="744534" cy="92646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rgbClr val="EF8A3A"/>
                </a:solidFill>
              </a:defRPr>
            </a:pPr>
            <a:endParaRPr/>
          </a:p>
        </p:txBody>
      </p:sp>
      <p:sp>
        <p:nvSpPr>
          <p:cNvPr id="348" name="Privacy"/>
          <p:cNvSpPr txBox="1"/>
          <p:nvPr/>
        </p:nvSpPr>
        <p:spPr>
          <a:xfrm>
            <a:off x="7053717" y="10483525"/>
            <a:ext cx="1273024" cy="6004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500">
                <a:solidFill>
                  <a:srgbClr val="535353"/>
                </a:solidFill>
                <a:latin typeface="+mj-lt"/>
                <a:ea typeface="+mj-ea"/>
                <a:cs typeface="+mj-cs"/>
                <a:sym typeface="Helvetica"/>
              </a:defRPr>
            </a:lvl1pPr>
          </a:lstStyle>
          <a:p>
            <a:r>
              <a:t>Privacy</a:t>
            </a:r>
          </a:p>
        </p:txBody>
      </p:sp>
      <p:sp>
        <p:nvSpPr>
          <p:cNvPr id="350" name="Shape"/>
          <p:cNvSpPr/>
          <p:nvPr/>
        </p:nvSpPr>
        <p:spPr>
          <a:xfrm>
            <a:off x="15564428" y="9870774"/>
            <a:ext cx="705231" cy="487386"/>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351" name="20%"/>
          <p:cNvSpPr txBox="1"/>
          <p:nvPr/>
        </p:nvSpPr>
        <p:spPr>
          <a:xfrm>
            <a:off x="15580348" y="9775551"/>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20%</a:t>
            </a:r>
          </a:p>
        </p:txBody>
      </p:sp>
      <p:sp>
        <p:nvSpPr>
          <p:cNvPr id="352" name="Shape"/>
          <p:cNvSpPr/>
          <p:nvPr/>
        </p:nvSpPr>
        <p:spPr>
          <a:xfrm>
            <a:off x="20706373" y="10668634"/>
            <a:ext cx="705231" cy="487386"/>
          </a:xfrm>
          <a:custGeom>
            <a:avLst/>
            <a:gdLst/>
            <a:ahLst/>
            <a:cxnLst>
              <a:cxn ang="0">
                <a:pos x="wd2" y="hd2"/>
              </a:cxn>
              <a:cxn ang="5400000">
                <a:pos x="wd2" y="hd2"/>
              </a:cxn>
              <a:cxn ang="10800000">
                <a:pos x="wd2" y="hd2"/>
              </a:cxn>
              <a:cxn ang="16200000">
                <a:pos x="wd2" y="hd2"/>
              </a:cxn>
            </a:cxnLst>
            <a:rect l="0" t="0" r="r" b="b"/>
            <a:pathLst>
              <a:path w="21600" h="21600" extrusionOk="0">
                <a:moveTo>
                  <a:pt x="0" y="2816"/>
                </a:moveTo>
                <a:cubicBezTo>
                  <a:pt x="0" y="1261"/>
                  <a:pt x="871" y="0"/>
                  <a:pt x="1946" y="0"/>
                </a:cubicBezTo>
                <a:lnTo>
                  <a:pt x="3600" y="0"/>
                </a:lnTo>
                <a:lnTo>
                  <a:pt x="19654" y="0"/>
                </a:lnTo>
                <a:cubicBezTo>
                  <a:pt x="20729" y="0"/>
                  <a:pt x="21600" y="1261"/>
                  <a:pt x="21600" y="2816"/>
                </a:cubicBezTo>
                <a:lnTo>
                  <a:pt x="21600" y="14078"/>
                </a:lnTo>
                <a:cubicBezTo>
                  <a:pt x="21600" y="15633"/>
                  <a:pt x="20729" y="16894"/>
                  <a:pt x="19654" y="16894"/>
                </a:cubicBezTo>
                <a:lnTo>
                  <a:pt x="9000" y="16894"/>
                </a:lnTo>
                <a:lnTo>
                  <a:pt x="3690" y="21600"/>
                </a:lnTo>
                <a:lnTo>
                  <a:pt x="3600" y="16894"/>
                </a:lnTo>
                <a:lnTo>
                  <a:pt x="1946" y="16894"/>
                </a:lnTo>
                <a:cubicBezTo>
                  <a:pt x="871" y="16894"/>
                  <a:pt x="0" y="15633"/>
                  <a:pt x="0" y="14078"/>
                </a:cubicBezTo>
                <a:lnTo>
                  <a:pt x="0" y="9855"/>
                </a:lnTo>
                <a:close/>
              </a:path>
            </a:pathLst>
          </a:custGeom>
          <a:solidFill>
            <a:srgbClr val="243646"/>
          </a:solidFill>
          <a:ln w="25400">
            <a:miter lim="400000"/>
          </a:ln>
        </p:spPr>
        <p:txBody>
          <a:bodyPr lIns="109727" tIns="109727" rIns="109727" bIns="109727" anchor="ctr"/>
          <a:lstStyle/>
          <a:p>
            <a:endParaRPr/>
          </a:p>
        </p:txBody>
      </p:sp>
      <p:sp>
        <p:nvSpPr>
          <p:cNvPr id="353" name="90%"/>
          <p:cNvSpPr txBox="1"/>
          <p:nvPr/>
        </p:nvSpPr>
        <p:spPr>
          <a:xfrm>
            <a:off x="20722293" y="10573411"/>
            <a:ext cx="689692" cy="4988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1800">
                <a:solidFill>
                  <a:schemeClr val="accent4">
                    <a:lumOff val="58054"/>
                  </a:schemeClr>
                </a:solidFill>
                <a:latin typeface="+mj-lt"/>
                <a:ea typeface="+mj-ea"/>
                <a:cs typeface="+mj-cs"/>
                <a:sym typeface="Helvetica"/>
              </a:defRPr>
            </a:lvl1pPr>
          </a:lstStyle>
          <a:p>
            <a:pPr>
              <a:defRPr sz="3200">
                <a:solidFill>
                  <a:srgbClr val="44546A"/>
                </a:solidFill>
              </a:defRPr>
            </a:pPr>
            <a:r>
              <a:rPr sz="1800">
                <a:solidFill>
                  <a:schemeClr val="accent4">
                    <a:lumOff val="58054"/>
                  </a:schemeClr>
                </a:solidFill>
              </a:rPr>
              <a:t>90%</a:t>
            </a:r>
          </a:p>
        </p:txBody>
      </p:sp>
      <p:sp>
        <p:nvSpPr>
          <p:cNvPr id="354" name="Shape"/>
          <p:cNvSpPr/>
          <p:nvPr/>
        </p:nvSpPr>
        <p:spPr>
          <a:xfrm>
            <a:off x="2907122" y="10529784"/>
            <a:ext cx="541010" cy="38643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cubicBezTo>
                  <a:pt x="6711" y="12960"/>
                  <a:pt x="6711" y="12960"/>
                  <a:pt x="6711" y="12960"/>
                </a:cubicBezTo>
                <a:cubicBezTo>
                  <a:pt x="6711" y="14976"/>
                  <a:pt x="6711" y="14976"/>
                  <a:pt x="6711" y="14976"/>
                </a:cubicBezTo>
                <a:cubicBezTo>
                  <a:pt x="0" y="14976"/>
                  <a:pt x="0" y="14976"/>
                  <a:pt x="0" y="14976"/>
                </a:cubicBezTo>
                <a:lnTo>
                  <a:pt x="0" y="12960"/>
                </a:lnTo>
                <a:close/>
                <a:moveTo>
                  <a:pt x="0" y="16128"/>
                </a:moveTo>
                <a:cubicBezTo>
                  <a:pt x="6711" y="16128"/>
                  <a:pt x="6711" y="16128"/>
                  <a:pt x="6711" y="16128"/>
                </a:cubicBezTo>
                <a:cubicBezTo>
                  <a:pt x="6711" y="18144"/>
                  <a:pt x="6711" y="18144"/>
                  <a:pt x="6711" y="18144"/>
                </a:cubicBezTo>
                <a:cubicBezTo>
                  <a:pt x="0" y="18144"/>
                  <a:pt x="0" y="18144"/>
                  <a:pt x="0" y="18144"/>
                </a:cubicBezTo>
                <a:lnTo>
                  <a:pt x="0" y="16128"/>
                </a:lnTo>
                <a:close/>
                <a:moveTo>
                  <a:pt x="0" y="9504"/>
                </a:moveTo>
                <a:cubicBezTo>
                  <a:pt x="6711" y="9504"/>
                  <a:pt x="6711" y="9504"/>
                  <a:pt x="6711" y="9504"/>
                </a:cubicBezTo>
                <a:cubicBezTo>
                  <a:pt x="6711" y="11808"/>
                  <a:pt x="6711" y="11808"/>
                  <a:pt x="6711" y="11808"/>
                </a:cubicBezTo>
                <a:cubicBezTo>
                  <a:pt x="0" y="11808"/>
                  <a:pt x="0" y="11808"/>
                  <a:pt x="0" y="11808"/>
                </a:cubicBezTo>
                <a:lnTo>
                  <a:pt x="0" y="9504"/>
                </a:lnTo>
                <a:close/>
                <a:moveTo>
                  <a:pt x="0" y="19296"/>
                </a:moveTo>
                <a:cubicBezTo>
                  <a:pt x="6711" y="19296"/>
                  <a:pt x="6711" y="19296"/>
                  <a:pt x="6711" y="19296"/>
                </a:cubicBezTo>
                <a:cubicBezTo>
                  <a:pt x="6711" y="21600"/>
                  <a:pt x="6711" y="21600"/>
                  <a:pt x="6711" y="21600"/>
                </a:cubicBezTo>
                <a:cubicBezTo>
                  <a:pt x="0" y="21600"/>
                  <a:pt x="0" y="21600"/>
                  <a:pt x="0" y="21600"/>
                </a:cubicBezTo>
                <a:lnTo>
                  <a:pt x="0" y="19296"/>
                </a:lnTo>
                <a:close/>
                <a:moveTo>
                  <a:pt x="13841" y="21600"/>
                </a:moveTo>
                <a:cubicBezTo>
                  <a:pt x="7759" y="21600"/>
                  <a:pt x="7759" y="21600"/>
                  <a:pt x="7759" y="21600"/>
                </a:cubicBezTo>
                <a:cubicBezTo>
                  <a:pt x="7759" y="19296"/>
                  <a:pt x="7759" y="19296"/>
                  <a:pt x="7759" y="19296"/>
                </a:cubicBezTo>
                <a:cubicBezTo>
                  <a:pt x="12583" y="19296"/>
                  <a:pt x="12583" y="19296"/>
                  <a:pt x="12583" y="19296"/>
                </a:cubicBezTo>
                <a:cubicBezTo>
                  <a:pt x="13002" y="20160"/>
                  <a:pt x="13421" y="20736"/>
                  <a:pt x="13841" y="21600"/>
                </a:cubicBezTo>
                <a:close/>
                <a:moveTo>
                  <a:pt x="14680" y="2016"/>
                </a:moveTo>
                <a:cubicBezTo>
                  <a:pt x="7759" y="2016"/>
                  <a:pt x="7759" y="2016"/>
                  <a:pt x="7759" y="2016"/>
                </a:cubicBezTo>
                <a:cubicBezTo>
                  <a:pt x="7759" y="0"/>
                  <a:pt x="7759" y="0"/>
                  <a:pt x="7759" y="0"/>
                </a:cubicBezTo>
                <a:cubicBezTo>
                  <a:pt x="14680" y="0"/>
                  <a:pt x="14680" y="0"/>
                  <a:pt x="14680" y="0"/>
                </a:cubicBezTo>
                <a:lnTo>
                  <a:pt x="14680" y="2016"/>
                </a:lnTo>
                <a:close/>
                <a:moveTo>
                  <a:pt x="12373" y="18144"/>
                </a:moveTo>
                <a:cubicBezTo>
                  <a:pt x="7759" y="18144"/>
                  <a:pt x="7759" y="18144"/>
                  <a:pt x="7759" y="18144"/>
                </a:cubicBezTo>
                <a:cubicBezTo>
                  <a:pt x="7759" y="16128"/>
                  <a:pt x="7759" y="16128"/>
                  <a:pt x="7759" y="16128"/>
                </a:cubicBezTo>
                <a:cubicBezTo>
                  <a:pt x="11953" y="16128"/>
                  <a:pt x="11953" y="16128"/>
                  <a:pt x="11953" y="16128"/>
                </a:cubicBezTo>
                <a:cubicBezTo>
                  <a:pt x="11953" y="16704"/>
                  <a:pt x="12163" y="17568"/>
                  <a:pt x="12373" y="18144"/>
                </a:cubicBezTo>
                <a:close/>
                <a:moveTo>
                  <a:pt x="14680" y="8640"/>
                </a:moveTo>
                <a:cubicBezTo>
                  <a:pt x="7759" y="8640"/>
                  <a:pt x="7759" y="8640"/>
                  <a:pt x="7759" y="8640"/>
                </a:cubicBezTo>
                <a:cubicBezTo>
                  <a:pt x="7759" y="6336"/>
                  <a:pt x="7759" y="6336"/>
                  <a:pt x="7759" y="6336"/>
                </a:cubicBezTo>
                <a:cubicBezTo>
                  <a:pt x="14680" y="6336"/>
                  <a:pt x="14680" y="6336"/>
                  <a:pt x="14680" y="6336"/>
                </a:cubicBezTo>
                <a:lnTo>
                  <a:pt x="14680" y="8640"/>
                </a:lnTo>
                <a:close/>
                <a:moveTo>
                  <a:pt x="14680" y="5184"/>
                </a:moveTo>
                <a:cubicBezTo>
                  <a:pt x="7759" y="5184"/>
                  <a:pt x="7759" y="5184"/>
                  <a:pt x="7759" y="5184"/>
                </a:cubicBezTo>
                <a:cubicBezTo>
                  <a:pt x="7759" y="3168"/>
                  <a:pt x="7759" y="3168"/>
                  <a:pt x="7759" y="3168"/>
                </a:cubicBezTo>
                <a:cubicBezTo>
                  <a:pt x="14680" y="3168"/>
                  <a:pt x="14680" y="3168"/>
                  <a:pt x="14680" y="3168"/>
                </a:cubicBezTo>
                <a:lnTo>
                  <a:pt x="14680" y="5184"/>
                </a:lnTo>
                <a:close/>
                <a:moveTo>
                  <a:pt x="13002" y="11808"/>
                </a:moveTo>
                <a:cubicBezTo>
                  <a:pt x="7759" y="11808"/>
                  <a:pt x="7759" y="11808"/>
                  <a:pt x="7759" y="11808"/>
                </a:cubicBezTo>
                <a:cubicBezTo>
                  <a:pt x="7759" y="9504"/>
                  <a:pt x="7759" y="9504"/>
                  <a:pt x="7759" y="9504"/>
                </a:cubicBezTo>
                <a:cubicBezTo>
                  <a:pt x="14680" y="9504"/>
                  <a:pt x="14680" y="9504"/>
                  <a:pt x="14680" y="9504"/>
                </a:cubicBezTo>
                <a:cubicBezTo>
                  <a:pt x="13841" y="10080"/>
                  <a:pt x="13421" y="10944"/>
                  <a:pt x="13002" y="11808"/>
                </a:cubicBezTo>
                <a:close/>
                <a:moveTo>
                  <a:pt x="11953" y="14976"/>
                </a:moveTo>
                <a:cubicBezTo>
                  <a:pt x="7759" y="14976"/>
                  <a:pt x="7759" y="14976"/>
                  <a:pt x="7759" y="14976"/>
                </a:cubicBezTo>
                <a:cubicBezTo>
                  <a:pt x="7759" y="12960"/>
                  <a:pt x="7759" y="12960"/>
                  <a:pt x="7759" y="12960"/>
                </a:cubicBezTo>
                <a:cubicBezTo>
                  <a:pt x="12583" y="12960"/>
                  <a:pt x="12583" y="12960"/>
                  <a:pt x="12583" y="12960"/>
                </a:cubicBezTo>
                <a:cubicBezTo>
                  <a:pt x="12373" y="13536"/>
                  <a:pt x="12163" y="14112"/>
                  <a:pt x="11953" y="14976"/>
                </a:cubicBezTo>
                <a:close/>
                <a:moveTo>
                  <a:pt x="17825" y="18432"/>
                </a:moveTo>
                <a:cubicBezTo>
                  <a:pt x="17825" y="19296"/>
                  <a:pt x="17825" y="19296"/>
                  <a:pt x="17825" y="19296"/>
                </a:cubicBezTo>
                <a:cubicBezTo>
                  <a:pt x="17196" y="19296"/>
                  <a:pt x="17196" y="19296"/>
                  <a:pt x="17196" y="19296"/>
                </a:cubicBezTo>
                <a:cubicBezTo>
                  <a:pt x="17196" y="18720"/>
                  <a:pt x="17196" y="18720"/>
                  <a:pt x="17196" y="18720"/>
                </a:cubicBezTo>
                <a:cubicBezTo>
                  <a:pt x="16777" y="18432"/>
                  <a:pt x="16357" y="18432"/>
                  <a:pt x="15938" y="18144"/>
                </a:cubicBezTo>
                <a:cubicBezTo>
                  <a:pt x="16148" y="16992"/>
                  <a:pt x="16148" y="16992"/>
                  <a:pt x="16148" y="16992"/>
                </a:cubicBezTo>
                <a:cubicBezTo>
                  <a:pt x="16567" y="17280"/>
                  <a:pt x="16986" y="17568"/>
                  <a:pt x="17196" y="17568"/>
                </a:cubicBezTo>
                <a:cubicBezTo>
                  <a:pt x="17406" y="17568"/>
                  <a:pt x="17406" y="17568"/>
                  <a:pt x="17616" y="17280"/>
                </a:cubicBezTo>
                <a:cubicBezTo>
                  <a:pt x="17825" y="17280"/>
                  <a:pt x="18035" y="16992"/>
                  <a:pt x="17616" y="16704"/>
                </a:cubicBezTo>
                <a:cubicBezTo>
                  <a:pt x="17196" y="16416"/>
                  <a:pt x="16148" y="16128"/>
                  <a:pt x="16148" y="14976"/>
                </a:cubicBezTo>
                <a:cubicBezTo>
                  <a:pt x="16148" y="14400"/>
                  <a:pt x="16357" y="13536"/>
                  <a:pt x="17196" y="13248"/>
                </a:cubicBezTo>
                <a:cubicBezTo>
                  <a:pt x="17196" y="12672"/>
                  <a:pt x="17196" y="12672"/>
                  <a:pt x="17196" y="12672"/>
                </a:cubicBezTo>
                <a:cubicBezTo>
                  <a:pt x="17825" y="12672"/>
                  <a:pt x="17825" y="12672"/>
                  <a:pt x="17825" y="12672"/>
                </a:cubicBezTo>
                <a:cubicBezTo>
                  <a:pt x="17825" y="13248"/>
                  <a:pt x="17825" y="13248"/>
                  <a:pt x="17825" y="13248"/>
                </a:cubicBezTo>
                <a:cubicBezTo>
                  <a:pt x="18035" y="13248"/>
                  <a:pt x="18454" y="13248"/>
                  <a:pt x="18664" y="13536"/>
                </a:cubicBezTo>
                <a:cubicBezTo>
                  <a:pt x="18664" y="13824"/>
                  <a:pt x="18454" y="14688"/>
                  <a:pt x="18454" y="14688"/>
                </a:cubicBezTo>
                <a:cubicBezTo>
                  <a:pt x="18245" y="14400"/>
                  <a:pt x="18035" y="14400"/>
                  <a:pt x="17616" y="14400"/>
                </a:cubicBezTo>
                <a:cubicBezTo>
                  <a:pt x="17616" y="14400"/>
                  <a:pt x="17616" y="14400"/>
                  <a:pt x="17616" y="14400"/>
                </a:cubicBezTo>
                <a:cubicBezTo>
                  <a:pt x="16986" y="14400"/>
                  <a:pt x="16986" y="14976"/>
                  <a:pt x="17406" y="14976"/>
                </a:cubicBezTo>
                <a:cubicBezTo>
                  <a:pt x="18035" y="15552"/>
                  <a:pt x="18874" y="15840"/>
                  <a:pt x="18874" y="16992"/>
                </a:cubicBezTo>
                <a:cubicBezTo>
                  <a:pt x="18874" y="17856"/>
                  <a:pt x="18454" y="18432"/>
                  <a:pt x="17825" y="18432"/>
                </a:cubicBezTo>
                <a:cubicBezTo>
                  <a:pt x="17825" y="18432"/>
                  <a:pt x="17825" y="18432"/>
                  <a:pt x="17825" y="18432"/>
                </a:cubicBezTo>
                <a:close/>
                <a:moveTo>
                  <a:pt x="17406" y="10368"/>
                </a:moveTo>
                <a:cubicBezTo>
                  <a:pt x="15099" y="10368"/>
                  <a:pt x="13421" y="12672"/>
                  <a:pt x="13421" y="15840"/>
                </a:cubicBezTo>
                <a:cubicBezTo>
                  <a:pt x="13421" y="19008"/>
                  <a:pt x="15099" y="21600"/>
                  <a:pt x="17406" y="21600"/>
                </a:cubicBezTo>
                <a:cubicBezTo>
                  <a:pt x="19713" y="21600"/>
                  <a:pt x="21600" y="19008"/>
                  <a:pt x="21600" y="15840"/>
                </a:cubicBezTo>
                <a:cubicBezTo>
                  <a:pt x="21600" y="12672"/>
                  <a:pt x="19713" y="10368"/>
                  <a:pt x="17406" y="10368"/>
                </a:cubicBezTo>
                <a:close/>
              </a:path>
            </a:pathLst>
          </a:custGeom>
          <a:solidFill>
            <a:schemeClr val="accent4">
              <a:lumOff val="58054"/>
            </a:schemeClr>
          </a:solidFill>
          <a:ln w="25400">
            <a:miter lim="400000"/>
          </a:ln>
        </p:spPr>
        <p:txBody>
          <a:bodyPr lIns="109727" tIns="109727" rIns="109727" bIns="109727"/>
          <a:lstStyle/>
          <a:p>
            <a:endParaRPr/>
          </a:p>
        </p:txBody>
      </p:sp>
      <p:sp>
        <p:nvSpPr>
          <p:cNvPr id="355" name="Shape"/>
          <p:cNvSpPr/>
          <p:nvPr/>
        </p:nvSpPr>
        <p:spPr>
          <a:xfrm>
            <a:off x="3058098" y="9442725"/>
            <a:ext cx="253993" cy="359824"/>
          </a:xfrm>
          <a:custGeom>
            <a:avLst/>
            <a:gdLst/>
            <a:ahLst/>
            <a:cxnLst>
              <a:cxn ang="0">
                <a:pos x="wd2" y="hd2"/>
              </a:cxn>
              <a:cxn ang="5400000">
                <a:pos x="wd2" y="hd2"/>
              </a:cxn>
              <a:cxn ang="10800000">
                <a:pos x="wd2" y="hd2"/>
              </a:cxn>
              <a:cxn ang="16200000">
                <a:pos x="wd2" y="hd2"/>
              </a:cxn>
            </a:cxnLst>
            <a:rect l="0" t="0" r="r" b="b"/>
            <a:pathLst>
              <a:path w="21600" h="21600" extrusionOk="0">
                <a:moveTo>
                  <a:pt x="15300" y="10905"/>
                </a:moveTo>
                <a:cubicBezTo>
                  <a:pt x="15300" y="21600"/>
                  <a:pt x="15300" y="21600"/>
                  <a:pt x="15300" y="21600"/>
                </a:cubicBezTo>
                <a:cubicBezTo>
                  <a:pt x="7500" y="16986"/>
                  <a:pt x="7500" y="16986"/>
                  <a:pt x="7500" y="16986"/>
                </a:cubicBezTo>
                <a:cubicBezTo>
                  <a:pt x="0" y="21600"/>
                  <a:pt x="0" y="21600"/>
                  <a:pt x="0" y="21600"/>
                </a:cubicBezTo>
                <a:cubicBezTo>
                  <a:pt x="0" y="0"/>
                  <a:pt x="0" y="0"/>
                  <a:pt x="0" y="0"/>
                </a:cubicBezTo>
                <a:cubicBezTo>
                  <a:pt x="10200" y="0"/>
                  <a:pt x="10200" y="0"/>
                  <a:pt x="10200" y="0"/>
                </a:cubicBezTo>
                <a:cubicBezTo>
                  <a:pt x="7800" y="1049"/>
                  <a:pt x="6600" y="2936"/>
                  <a:pt x="6600" y="4823"/>
                </a:cubicBezTo>
                <a:cubicBezTo>
                  <a:pt x="6600" y="8179"/>
                  <a:pt x="10500" y="10905"/>
                  <a:pt x="15300" y="10905"/>
                </a:cubicBezTo>
                <a:close/>
                <a:moveTo>
                  <a:pt x="18900" y="5662"/>
                </a:moveTo>
                <a:cubicBezTo>
                  <a:pt x="16200" y="5662"/>
                  <a:pt x="16200" y="5662"/>
                  <a:pt x="16200" y="5662"/>
                </a:cubicBezTo>
                <a:cubicBezTo>
                  <a:pt x="16200" y="7550"/>
                  <a:pt x="16200" y="7550"/>
                  <a:pt x="16200" y="7550"/>
                </a:cubicBezTo>
                <a:cubicBezTo>
                  <a:pt x="14100" y="7550"/>
                  <a:pt x="14100" y="7550"/>
                  <a:pt x="14100" y="7550"/>
                </a:cubicBezTo>
                <a:cubicBezTo>
                  <a:pt x="14100" y="5662"/>
                  <a:pt x="14100" y="5662"/>
                  <a:pt x="14100" y="5662"/>
                </a:cubicBezTo>
                <a:cubicBezTo>
                  <a:pt x="11400" y="5662"/>
                  <a:pt x="11400" y="5662"/>
                  <a:pt x="11400" y="5662"/>
                </a:cubicBezTo>
                <a:cubicBezTo>
                  <a:pt x="11400" y="4194"/>
                  <a:pt x="11400" y="4194"/>
                  <a:pt x="11400" y="4194"/>
                </a:cubicBezTo>
                <a:cubicBezTo>
                  <a:pt x="14100" y="4194"/>
                  <a:pt x="14100" y="4194"/>
                  <a:pt x="14100" y="4194"/>
                </a:cubicBezTo>
                <a:cubicBezTo>
                  <a:pt x="14100" y="2307"/>
                  <a:pt x="14100" y="2307"/>
                  <a:pt x="14100" y="2307"/>
                </a:cubicBezTo>
                <a:cubicBezTo>
                  <a:pt x="16200" y="2307"/>
                  <a:pt x="16200" y="2307"/>
                  <a:pt x="16200" y="2307"/>
                </a:cubicBezTo>
                <a:cubicBezTo>
                  <a:pt x="16200" y="4194"/>
                  <a:pt x="16200" y="4194"/>
                  <a:pt x="16200" y="4194"/>
                </a:cubicBezTo>
                <a:cubicBezTo>
                  <a:pt x="18900" y="4194"/>
                  <a:pt x="18900" y="4194"/>
                  <a:pt x="18900" y="4194"/>
                </a:cubicBezTo>
                <a:lnTo>
                  <a:pt x="18900" y="5662"/>
                </a:lnTo>
                <a:close/>
                <a:moveTo>
                  <a:pt x="15000" y="419"/>
                </a:moveTo>
                <a:cubicBezTo>
                  <a:pt x="11700" y="419"/>
                  <a:pt x="8700" y="2517"/>
                  <a:pt x="8700" y="4823"/>
                </a:cubicBezTo>
                <a:cubicBezTo>
                  <a:pt x="8700" y="7340"/>
                  <a:pt x="11700" y="9437"/>
                  <a:pt x="15000" y="9437"/>
                </a:cubicBezTo>
                <a:cubicBezTo>
                  <a:pt x="18600" y="9437"/>
                  <a:pt x="21600" y="7340"/>
                  <a:pt x="21600" y="4823"/>
                </a:cubicBezTo>
                <a:cubicBezTo>
                  <a:pt x="21600" y="2517"/>
                  <a:pt x="18600" y="419"/>
                  <a:pt x="15000" y="419"/>
                </a:cubicBezTo>
                <a:close/>
              </a:path>
            </a:pathLst>
          </a:custGeom>
          <a:solidFill>
            <a:schemeClr val="accent4">
              <a:lumOff val="58054"/>
            </a:schemeClr>
          </a:solidFill>
          <a:ln w="12700">
            <a:miter lim="400000"/>
          </a:ln>
        </p:spPr>
        <p:txBody>
          <a:bodyPr lIns="109727" tIns="109727" rIns="109727" bIns="109727"/>
          <a:lstStyle/>
          <a:p>
            <a:endParaRPr/>
          </a:p>
        </p:txBody>
      </p:sp>
      <p:sp>
        <p:nvSpPr>
          <p:cNvPr id="356" name="Shape"/>
          <p:cNvSpPr/>
          <p:nvPr/>
        </p:nvSpPr>
        <p:spPr>
          <a:xfrm>
            <a:off x="15692555" y="4400191"/>
            <a:ext cx="449358"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357" name="Shape"/>
          <p:cNvSpPr/>
          <p:nvPr/>
        </p:nvSpPr>
        <p:spPr>
          <a:xfrm>
            <a:off x="15681724" y="5127461"/>
            <a:ext cx="449359"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358" name="Shape"/>
          <p:cNvSpPr/>
          <p:nvPr/>
        </p:nvSpPr>
        <p:spPr>
          <a:xfrm>
            <a:off x="15681724" y="5828344"/>
            <a:ext cx="449359" cy="524257"/>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359" name="Create accurate and clean code."/>
          <p:cNvSpPr txBox="1"/>
          <p:nvPr/>
        </p:nvSpPr>
        <p:spPr>
          <a:xfrm>
            <a:off x="16131316" y="5119925"/>
            <a:ext cx="7249364" cy="553996"/>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sz="2400" dirty="0"/>
              <a:t>Create accurate</a:t>
            </a:r>
            <a:r>
              <a:rPr lang="en-US" sz="2400" dirty="0"/>
              <a:t> reports on sales results</a:t>
            </a:r>
            <a:r>
              <a:rPr sz="2400" dirty="0"/>
              <a:t>.</a:t>
            </a:r>
          </a:p>
        </p:txBody>
      </p:sp>
      <p:sp>
        <p:nvSpPr>
          <p:cNvPr id="360" name="Develop and progress in career."/>
          <p:cNvSpPr txBox="1"/>
          <p:nvPr/>
        </p:nvSpPr>
        <p:spPr>
          <a:xfrm>
            <a:off x="16131316" y="5796594"/>
            <a:ext cx="7249364" cy="553996"/>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nSpc>
                <a:spcPct val="90000"/>
              </a:lnSpc>
              <a:defRPr sz="2400">
                <a:solidFill>
                  <a:srgbClr val="535353"/>
                </a:solidFill>
                <a:latin typeface="+mj-lt"/>
                <a:ea typeface="+mj-ea"/>
                <a:cs typeface="+mj-cs"/>
                <a:sym typeface="Helvetica"/>
              </a:defRPr>
            </a:lvl1pPr>
          </a:lstStyle>
          <a:p>
            <a:pPr>
              <a:defRPr sz="3200"/>
            </a:pPr>
            <a:r>
              <a:rPr lang="en-US" sz="2400" dirty="0"/>
              <a:t>Have happier staff</a:t>
            </a:r>
            <a:r>
              <a:rPr sz="2400" dirty="0"/>
              <a:t>.</a:t>
            </a:r>
          </a:p>
        </p:txBody>
      </p:sp>
      <p:sp>
        <p:nvSpPr>
          <p:cNvPr id="361" name="Shape"/>
          <p:cNvSpPr/>
          <p:nvPr/>
        </p:nvSpPr>
        <p:spPr>
          <a:xfrm>
            <a:off x="6297750" y="9455425"/>
            <a:ext cx="481802" cy="453025"/>
          </a:xfrm>
          <a:custGeom>
            <a:avLst/>
            <a:gdLst/>
            <a:ahLst/>
            <a:cxnLst>
              <a:cxn ang="0">
                <a:pos x="wd2" y="hd2"/>
              </a:cxn>
              <a:cxn ang="5400000">
                <a:pos x="wd2" y="hd2"/>
              </a:cxn>
              <a:cxn ang="10800000">
                <a:pos x="wd2" y="hd2"/>
              </a:cxn>
              <a:cxn ang="16200000">
                <a:pos x="wd2" y="hd2"/>
              </a:cxn>
            </a:cxnLst>
            <a:rect l="0" t="0" r="r" b="b"/>
            <a:pathLst>
              <a:path w="21003" h="21600" extrusionOk="0">
                <a:moveTo>
                  <a:pt x="1019" y="2528"/>
                </a:moveTo>
                <a:cubicBezTo>
                  <a:pt x="815" y="3217"/>
                  <a:pt x="1222" y="4136"/>
                  <a:pt x="1222" y="4136"/>
                </a:cubicBezTo>
                <a:cubicBezTo>
                  <a:pt x="1222" y="4136"/>
                  <a:pt x="1630" y="3677"/>
                  <a:pt x="1834" y="2757"/>
                </a:cubicBezTo>
                <a:cubicBezTo>
                  <a:pt x="2038" y="2068"/>
                  <a:pt x="1834" y="1149"/>
                  <a:pt x="1834" y="1149"/>
                </a:cubicBezTo>
                <a:cubicBezTo>
                  <a:pt x="1834" y="1149"/>
                  <a:pt x="1222" y="1609"/>
                  <a:pt x="1019" y="2528"/>
                </a:cubicBezTo>
                <a:close/>
                <a:moveTo>
                  <a:pt x="815" y="7123"/>
                </a:moveTo>
                <a:cubicBezTo>
                  <a:pt x="1019" y="7353"/>
                  <a:pt x="1019" y="7583"/>
                  <a:pt x="1019" y="7583"/>
                </a:cubicBezTo>
                <a:cubicBezTo>
                  <a:pt x="1222" y="7583"/>
                  <a:pt x="1222" y="7583"/>
                  <a:pt x="1222" y="7583"/>
                </a:cubicBezTo>
                <a:cubicBezTo>
                  <a:pt x="1222" y="7583"/>
                  <a:pt x="1019" y="7123"/>
                  <a:pt x="1222" y="6894"/>
                </a:cubicBezTo>
                <a:cubicBezTo>
                  <a:pt x="1630" y="6204"/>
                  <a:pt x="2445" y="5974"/>
                  <a:pt x="2241" y="3906"/>
                </a:cubicBezTo>
                <a:cubicBezTo>
                  <a:pt x="1426" y="4596"/>
                  <a:pt x="1019" y="5515"/>
                  <a:pt x="1019" y="6204"/>
                </a:cubicBezTo>
                <a:cubicBezTo>
                  <a:pt x="1019" y="5515"/>
                  <a:pt x="1019" y="4366"/>
                  <a:pt x="204" y="3906"/>
                </a:cubicBezTo>
                <a:cubicBezTo>
                  <a:pt x="-204" y="5745"/>
                  <a:pt x="611" y="6434"/>
                  <a:pt x="815" y="7123"/>
                </a:cubicBezTo>
                <a:close/>
                <a:moveTo>
                  <a:pt x="2038" y="11260"/>
                </a:moveTo>
                <a:cubicBezTo>
                  <a:pt x="2241" y="11030"/>
                  <a:pt x="2241" y="11030"/>
                  <a:pt x="2241" y="11030"/>
                </a:cubicBezTo>
                <a:cubicBezTo>
                  <a:pt x="2241" y="11030"/>
                  <a:pt x="1834" y="10800"/>
                  <a:pt x="2038" y="10340"/>
                </a:cubicBezTo>
                <a:cubicBezTo>
                  <a:pt x="2241" y="9651"/>
                  <a:pt x="3056" y="8962"/>
                  <a:pt x="2241" y="6894"/>
                </a:cubicBezTo>
                <a:cubicBezTo>
                  <a:pt x="1426" y="7813"/>
                  <a:pt x="1426" y="8962"/>
                  <a:pt x="1630" y="9651"/>
                </a:cubicBezTo>
                <a:cubicBezTo>
                  <a:pt x="1426" y="8962"/>
                  <a:pt x="1019" y="8043"/>
                  <a:pt x="0" y="7583"/>
                </a:cubicBezTo>
                <a:cubicBezTo>
                  <a:pt x="0" y="9881"/>
                  <a:pt x="2038" y="11260"/>
                  <a:pt x="2038" y="11260"/>
                </a:cubicBezTo>
                <a:close/>
                <a:moveTo>
                  <a:pt x="4279" y="14477"/>
                </a:moveTo>
                <a:cubicBezTo>
                  <a:pt x="4279" y="14247"/>
                  <a:pt x="4279" y="14247"/>
                  <a:pt x="4279" y="14247"/>
                </a:cubicBezTo>
                <a:cubicBezTo>
                  <a:pt x="4279" y="14247"/>
                  <a:pt x="3871" y="14247"/>
                  <a:pt x="3871" y="13787"/>
                </a:cubicBezTo>
                <a:cubicBezTo>
                  <a:pt x="3871" y="12868"/>
                  <a:pt x="4483" y="11949"/>
                  <a:pt x="3260" y="9881"/>
                </a:cubicBezTo>
                <a:cubicBezTo>
                  <a:pt x="2649" y="11260"/>
                  <a:pt x="2853" y="12409"/>
                  <a:pt x="3056" y="13098"/>
                </a:cubicBezTo>
                <a:cubicBezTo>
                  <a:pt x="2853" y="12409"/>
                  <a:pt x="2241" y="11489"/>
                  <a:pt x="1019" y="11260"/>
                </a:cubicBezTo>
                <a:cubicBezTo>
                  <a:pt x="1426" y="13787"/>
                  <a:pt x="4075" y="14477"/>
                  <a:pt x="4279" y="14477"/>
                </a:cubicBezTo>
                <a:close/>
                <a:moveTo>
                  <a:pt x="8151" y="16545"/>
                </a:moveTo>
                <a:cubicBezTo>
                  <a:pt x="7947" y="16315"/>
                  <a:pt x="7947" y="16315"/>
                  <a:pt x="7947" y="16315"/>
                </a:cubicBezTo>
                <a:cubicBezTo>
                  <a:pt x="7947" y="16315"/>
                  <a:pt x="7336" y="16545"/>
                  <a:pt x="7132" y="15855"/>
                </a:cubicBezTo>
                <a:cubicBezTo>
                  <a:pt x="6724" y="15166"/>
                  <a:pt x="6928" y="13787"/>
                  <a:pt x="4687" y="12638"/>
                </a:cubicBezTo>
                <a:cubicBezTo>
                  <a:pt x="4687" y="14247"/>
                  <a:pt x="5298" y="15166"/>
                  <a:pt x="6113" y="15626"/>
                </a:cubicBezTo>
                <a:cubicBezTo>
                  <a:pt x="5298" y="15166"/>
                  <a:pt x="4279" y="14706"/>
                  <a:pt x="3056" y="15396"/>
                </a:cubicBezTo>
                <a:cubicBezTo>
                  <a:pt x="4483" y="17234"/>
                  <a:pt x="7132" y="17004"/>
                  <a:pt x="8151" y="16545"/>
                </a:cubicBezTo>
                <a:close/>
                <a:moveTo>
                  <a:pt x="19154" y="1149"/>
                </a:moveTo>
                <a:cubicBezTo>
                  <a:pt x="19154" y="1149"/>
                  <a:pt x="18951" y="2068"/>
                  <a:pt x="19154" y="2757"/>
                </a:cubicBezTo>
                <a:cubicBezTo>
                  <a:pt x="19358" y="3677"/>
                  <a:pt x="19970" y="4136"/>
                  <a:pt x="19970" y="4136"/>
                </a:cubicBezTo>
                <a:cubicBezTo>
                  <a:pt x="19970" y="4136"/>
                  <a:pt x="20173" y="3217"/>
                  <a:pt x="19970" y="2528"/>
                </a:cubicBezTo>
                <a:cubicBezTo>
                  <a:pt x="19766" y="1609"/>
                  <a:pt x="19154" y="1149"/>
                  <a:pt x="19154" y="1149"/>
                </a:cubicBezTo>
                <a:close/>
                <a:moveTo>
                  <a:pt x="20785" y="3906"/>
                </a:moveTo>
                <a:cubicBezTo>
                  <a:pt x="19970" y="4366"/>
                  <a:pt x="19970" y="5515"/>
                  <a:pt x="19970" y="6204"/>
                </a:cubicBezTo>
                <a:cubicBezTo>
                  <a:pt x="19970" y="5515"/>
                  <a:pt x="19562" y="4596"/>
                  <a:pt x="18747" y="3906"/>
                </a:cubicBezTo>
                <a:cubicBezTo>
                  <a:pt x="18543" y="5974"/>
                  <a:pt x="19562" y="6204"/>
                  <a:pt x="19766" y="6894"/>
                </a:cubicBezTo>
                <a:cubicBezTo>
                  <a:pt x="19970" y="7123"/>
                  <a:pt x="19766" y="7583"/>
                  <a:pt x="19766" y="7583"/>
                </a:cubicBezTo>
                <a:cubicBezTo>
                  <a:pt x="19970" y="7583"/>
                  <a:pt x="19970" y="7583"/>
                  <a:pt x="19970" y="7583"/>
                </a:cubicBezTo>
                <a:cubicBezTo>
                  <a:pt x="19970" y="7583"/>
                  <a:pt x="20173" y="7353"/>
                  <a:pt x="20173" y="7123"/>
                </a:cubicBezTo>
                <a:cubicBezTo>
                  <a:pt x="20377" y="6434"/>
                  <a:pt x="21396" y="5745"/>
                  <a:pt x="20785" y="3906"/>
                </a:cubicBezTo>
                <a:close/>
                <a:moveTo>
                  <a:pt x="20988" y="7583"/>
                </a:moveTo>
                <a:cubicBezTo>
                  <a:pt x="19970" y="8043"/>
                  <a:pt x="19562" y="8962"/>
                  <a:pt x="19562" y="9651"/>
                </a:cubicBezTo>
                <a:cubicBezTo>
                  <a:pt x="19562" y="8962"/>
                  <a:pt x="19562" y="7813"/>
                  <a:pt x="18747" y="6894"/>
                </a:cubicBezTo>
                <a:cubicBezTo>
                  <a:pt x="17932" y="8962"/>
                  <a:pt x="18951" y="9651"/>
                  <a:pt x="18951" y="10340"/>
                </a:cubicBezTo>
                <a:cubicBezTo>
                  <a:pt x="19154" y="10800"/>
                  <a:pt x="18747" y="11030"/>
                  <a:pt x="18747" y="11030"/>
                </a:cubicBezTo>
                <a:cubicBezTo>
                  <a:pt x="18951" y="11260"/>
                  <a:pt x="18951" y="11260"/>
                  <a:pt x="18951" y="11260"/>
                </a:cubicBezTo>
                <a:cubicBezTo>
                  <a:pt x="19154" y="11260"/>
                  <a:pt x="21192" y="9881"/>
                  <a:pt x="20988" y="7583"/>
                </a:cubicBezTo>
                <a:close/>
                <a:moveTo>
                  <a:pt x="20173" y="11260"/>
                </a:moveTo>
                <a:cubicBezTo>
                  <a:pt x="18951" y="11489"/>
                  <a:pt x="18339" y="12409"/>
                  <a:pt x="17932" y="13098"/>
                </a:cubicBezTo>
                <a:cubicBezTo>
                  <a:pt x="18339" y="12409"/>
                  <a:pt x="18543" y="11260"/>
                  <a:pt x="17932" y="9881"/>
                </a:cubicBezTo>
                <a:cubicBezTo>
                  <a:pt x="16505" y="11949"/>
                  <a:pt x="17321" y="12868"/>
                  <a:pt x="17117" y="13787"/>
                </a:cubicBezTo>
                <a:cubicBezTo>
                  <a:pt x="17117" y="14247"/>
                  <a:pt x="16709" y="14247"/>
                  <a:pt x="16709" y="14247"/>
                </a:cubicBezTo>
                <a:cubicBezTo>
                  <a:pt x="16709" y="14477"/>
                  <a:pt x="16709" y="14477"/>
                  <a:pt x="16709" y="14477"/>
                </a:cubicBezTo>
                <a:cubicBezTo>
                  <a:pt x="17117" y="14477"/>
                  <a:pt x="19562" y="13787"/>
                  <a:pt x="20173" y="11260"/>
                </a:cubicBezTo>
                <a:close/>
                <a:moveTo>
                  <a:pt x="17932" y="15396"/>
                </a:moveTo>
                <a:cubicBezTo>
                  <a:pt x="16709" y="14706"/>
                  <a:pt x="15690" y="15166"/>
                  <a:pt x="15079" y="15626"/>
                </a:cubicBezTo>
                <a:cubicBezTo>
                  <a:pt x="15690" y="15166"/>
                  <a:pt x="16505" y="14247"/>
                  <a:pt x="16505" y="12638"/>
                </a:cubicBezTo>
                <a:cubicBezTo>
                  <a:pt x="14264" y="13787"/>
                  <a:pt x="14468" y="15166"/>
                  <a:pt x="14060" y="15855"/>
                </a:cubicBezTo>
                <a:cubicBezTo>
                  <a:pt x="13653" y="16545"/>
                  <a:pt x="13041" y="16315"/>
                  <a:pt x="13041" y="16315"/>
                </a:cubicBezTo>
                <a:cubicBezTo>
                  <a:pt x="13041" y="16545"/>
                  <a:pt x="13041" y="16545"/>
                  <a:pt x="13041" y="16545"/>
                </a:cubicBezTo>
                <a:cubicBezTo>
                  <a:pt x="13856" y="17004"/>
                  <a:pt x="16505" y="17234"/>
                  <a:pt x="17932" y="15396"/>
                </a:cubicBezTo>
                <a:close/>
                <a:moveTo>
                  <a:pt x="14468" y="20221"/>
                </a:moveTo>
                <a:cubicBezTo>
                  <a:pt x="14468" y="21600"/>
                  <a:pt x="14468" y="21600"/>
                  <a:pt x="14468" y="21600"/>
                </a:cubicBezTo>
                <a:cubicBezTo>
                  <a:pt x="6724" y="21600"/>
                  <a:pt x="6724" y="21600"/>
                  <a:pt x="6724" y="21600"/>
                </a:cubicBezTo>
                <a:cubicBezTo>
                  <a:pt x="6724" y="20221"/>
                  <a:pt x="6724" y="20221"/>
                  <a:pt x="6724" y="20221"/>
                </a:cubicBezTo>
                <a:cubicBezTo>
                  <a:pt x="8762" y="20221"/>
                  <a:pt x="9170" y="18383"/>
                  <a:pt x="9373" y="17234"/>
                </a:cubicBezTo>
                <a:cubicBezTo>
                  <a:pt x="9373" y="17234"/>
                  <a:pt x="11615" y="17234"/>
                  <a:pt x="11819" y="17234"/>
                </a:cubicBezTo>
                <a:cubicBezTo>
                  <a:pt x="11819" y="18383"/>
                  <a:pt x="12226" y="20221"/>
                  <a:pt x="14468" y="20221"/>
                </a:cubicBezTo>
                <a:close/>
                <a:moveTo>
                  <a:pt x="13856" y="2987"/>
                </a:moveTo>
                <a:cubicBezTo>
                  <a:pt x="13653" y="6434"/>
                  <a:pt x="12226" y="9421"/>
                  <a:pt x="10596" y="11719"/>
                </a:cubicBezTo>
                <a:cubicBezTo>
                  <a:pt x="12022" y="8732"/>
                  <a:pt x="12430" y="5515"/>
                  <a:pt x="12430" y="2987"/>
                </a:cubicBezTo>
                <a:lnTo>
                  <a:pt x="13856" y="2987"/>
                </a:lnTo>
                <a:close/>
                <a:moveTo>
                  <a:pt x="16709" y="0"/>
                </a:moveTo>
                <a:cubicBezTo>
                  <a:pt x="4279" y="0"/>
                  <a:pt x="4279" y="0"/>
                  <a:pt x="4279" y="0"/>
                </a:cubicBezTo>
                <a:cubicBezTo>
                  <a:pt x="4279" y="9881"/>
                  <a:pt x="8558" y="12409"/>
                  <a:pt x="9170" y="15855"/>
                </a:cubicBezTo>
                <a:cubicBezTo>
                  <a:pt x="11819" y="15855"/>
                  <a:pt x="11819" y="15855"/>
                  <a:pt x="11819" y="15855"/>
                </a:cubicBezTo>
                <a:cubicBezTo>
                  <a:pt x="12430" y="12409"/>
                  <a:pt x="16709" y="9881"/>
                  <a:pt x="16709" y="0"/>
                </a:cubicBezTo>
                <a:close/>
                <a:moveTo>
                  <a:pt x="15283" y="1609"/>
                </a:moveTo>
                <a:cubicBezTo>
                  <a:pt x="15079" y="6664"/>
                  <a:pt x="13449" y="9421"/>
                  <a:pt x="12226" y="11719"/>
                </a:cubicBezTo>
                <a:cubicBezTo>
                  <a:pt x="11615" y="12638"/>
                  <a:pt x="11207" y="13328"/>
                  <a:pt x="10800" y="14247"/>
                </a:cubicBezTo>
                <a:cubicBezTo>
                  <a:pt x="10188" y="14247"/>
                  <a:pt x="10188" y="14247"/>
                  <a:pt x="10188" y="14247"/>
                </a:cubicBezTo>
                <a:cubicBezTo>
                  <a:pt x="9985" y="13328"/>
                  <a:pt x="9373" y="12638"/>
                  <a:pt x="8966" y="11719"/>
                </a:cubicBezTo>
                <a:cubicBezTo>
                  <a:pt x="7539" y="9421"/>
                  <a:pt x="5909" y="6664"/>
                  <a:pt x="5705" y="1609"/>
                </a:cubicBezTo>
                <a:lnTo>
                  <a:pt x="15283" y="1609"/>
                </a:lnTo>
                <a:close/>
              </a:path>
            </a:pathLst>
          </a:custGeom>
          <a:solidFill>
            <a:schemeClr val="accent4">
              <a:lumOff val="58054"/>
            </a:schemeClr>
          </a:solidFill>
          <a:ln w="12700">
            <a:miter lim="400000"/>
          </a:ln>
        </p:spPr>
        <p:txBody>
          <a:bodyPr lIns="109727" tIns="109727" rIns="109727" bIns="109727"/>
          <a:lstStyle/>
          <a:p>
            <a:endParaRPr/>
          </a:p>
        </p:txBody>
      </p:sp>
      <p:sp>
        <p:nvSpPr>
          <p:cNvPr id="362" name="Shape"/>
          <p:cNvSpPr/>
          <p:nvPr/>
        </p:nvSpPr>
        <p:spPr>
          <a:xfrm>
            <a:off x="6301220" y="10496225"/>
            <a:ext cx="436616" cy="587757"/>
          </a:xfrm>
          <a:custGeom>
            <a:avLst/>
            <a:gdLst/>
            <a:ahLst/>
            <a:cxnLst>
              <a:cxn ang="0">
                <a:pos x="wd2" y="hd2"/>
              </a:cxn>
              <a:cxn ang="5400000">
                <a:pos x="wd2" y="hd2"/>
              </a:cxn>
              <a:cxn ang="10800000">
                <a:pos x="wd2" y="hd2"/>
              </a:cxn>
              <a:cxn ang="16200000">
                <a:pos x="wd2" y="hd2"/>
              </a:cxn>
            </a:cxnLst>
            <a:rect l="0" t="0" r="r" b="b"/>
            <a:pathLst>
              <a:path w="21600" h="21600" extrusionOk="0">
                <a:moveTo>
                  <a:pt x="9415" y="14260"/>
                </a:moveTo>
                <a:cubicBezTo>
                  <a:pt x="4985" y="11115"/>
                  <a:pt x="4985" y="11115"/>
                  <a:pt x="4985" y="11115"/>
                </a:cubicBezTo>
                <a:cubicBezTo>
                  <a:pt x="6923" y="9647"/>
                  <a:pt x="6923" y="9647"/>
                  <a:pt x="6923" y="9647"/>
                </a:cubicBezTo>
                <a:cubicBezTo>
                  <a:pt x="9415" y="11534"/>
                  <a:pt x="9415" y="11534"/>
                  <a:pt x="9415" y="11534"/>
                </a:cubicBezTo>
                <a:cubicBezTo>
                  <a:pt x="14954" y="7130"/>
                  <a:pt x="14954" y="7130"/>
                  <a:pt x="14954" y="7130"/>
                </a:cubicBezTo>
                <a:cubicBezTo>
                  <a:pt x="16892" y="8598"/>
                  <a:pt x="16892" y="8598"/>
                  <a:pt x="16892" y="8598"/>
                </a:cubicBezTo>
                <a:lnTo>
                  <a:pt x="9415" y="14260"/>
                </a:lnTo>
                <a:close/>
                <a:moveTo>
                  <a:pt x="10800" y="0"/>
                </a:moveTo>
                <a:cubicBezTo>
                  <a:pt x="6923" y="2517"/>
                  <a:pt x="4154" y="2936"/>
                  <a:pt x="0" y="2936"/>
                </a:cubicBezTo>
                <a:cubicBezTo>
                  <a:pt x="0" y="2936"/>
                  <a:pt x="0" y="9017"/>
                  <a:pt x="0" y="13002"/>
                </a:cubicBezTo>
                <a:cubicBezTo>
                  <a:pt x="0" y="17196"/>
                  <a:pt x="3877" y="18245"/>
                  <a:pt x="10800" y="21600"/>
                </a:cubicBezTo>
                <a:cubicBezTo>
                  <a:pt x="17723" y="18245"/>
                  <a:pt x="21600" y="17196"/>
                  <a:pt x="21600" y="13002"/>
                </a:cubicBezTo>
                <a:cubicBezTo>
                  <a:pt x="21600" y="9017"/>
                  <a:pt x="21600" y="2936"/>
                  <a:pt x="21600" y="2936"/>
                </a:cubicBezTo>
                <a:cubicBezTo>
                  <a:pt x="17446" y="2936"/>
                  <a:pt x="14677" y="2517"/>
                  <a:pt x="10800" y="0"/>
                </a:cubicBezTo>
                <a:close/>
                <a:moveTo>
                  <a:pt x="10800" y="2517"/>
                </a:moveTo>
                <a:cubicBezTo>
                  <a:pt x="13569" y="4194"/>
                  <a:pt x="16062" y="4823"/>
                  <a:pt x="18831" y="4823"/>
                </a:cubicBezTo>
                <a:cubicBezTo>
                  <a:pt x="18831" y="13002"/>
                  <a:pt x="18831" y="13002"/>
                  <a:pt x="18831" y="13002"/>
                </a:cubicBezTo>
                <a:cubicBezTo>
                  <a:pt x="18831" y="14260"/>
                  <a:pt x="18277" y="14889"/>
                  <a:pt x="17446" y="15518"/>
                </a:cubicBezTo>
                <a:cubicBezTo>
                  <a:pt x="16338" y="16567"/>
                  <a:pt x="13846" y="17616"/>
                  <a:pt x="10800" y="19083"/>
                </a:cubicBezTo>
                <a:cubicBezTo>
                  <a:pt x="7754" y="17616"/>
                  <a:pt x="5262" y="16567"/>
                  <a:pt x="3877" y="15518"/>
                </a:cubicBezTo>
                <a:cubicBezTo>
                  <a:pt x="3323" y="14889"/>
                  <a:pt x="2769" y="14260"/>
                  <a:pt x="2769" y="13002"/>
                </a:cubicBezTo>
                <a:cubicBezTo>
                  <a:pt x="2769" y="4823"/>
                  <a:pt x="2769" y="4823"/>
                  <a:pt x="2769" y="4823"/>
                </a:cubicBezTo>
                <a:cubicBezTo>
                  <a:pt x="5538" y="4823"/>
                  <a:pt x="8031" y="4194"/>
                  <a:pt x="10800" y="2517"/>
                </a:cubicBezTo>
                <a:close/>
              </a:path>
            </a:pathLst>
          </a:custGeom>
          <a:solidFill>
            <a:schemeClr val="accent4">
              <a:lumOff val="58054"/>
            </a:schemeClr>
          </a:solidFill>
          <a:ln w="12700">
            <a:miter lim="400000"/>
          </a:ln>
        </p:spPr>
        <p:txBody>
          <a:bodyPr lIns="109727" tIns="109727" rIns="109727" bIns="109727"/>
          <a:lstStyle/>
          <a:p>
            <a:endParaRPr/>
          </a:p>
        </p:txBody>
      </p:sp>
      <p:sp>
        <p:nvSpPr>
          <p:cNvPr id="363" name="Oval"/>
          <p:cNvSpPr/>
          <p:nvPr/>
        </p:nvSpPr>
        <p:spPr>
          <a:xfrm>
            <a:off x="10955249" y="5978861"/>
            <a:ext cx="2484598" cy="2569828"/>
          </a:xfrm>
          <a:prstGeom prst="ellipse">
            <a:avLst/>
          </a:prstGeom>
          <a:blipFill>
            <a:blip r:embed="rId2"/>
            <a:stretch>
              <a:fillRect/>
            </a:stretch>
          </a:blipFill>
          <a:ln w="12700">
            <a:miter lim="400000"/>
          </a:ln>
        </p:spPr>
        <p:txBody>
          <a:bodyPr lIns="109727" tIns="109727" rIns="109727" bIns="109727" anchor="ctr"/>
          <a:lstStyle/>
          <a:p>
            <a:endParaRPr/>
          </a:p>
        </p:txBody>
      </p:sp>
      <p:sp>
        <p:nvSpPr>
          <p:cNvPr id="364" name="Shape"/>
          <p:cNvSpPr/>
          <p:nvPr/>
        </p:nvSpPr>
        <p:spPr>
          <a:xfrm>
            <a:off x="6477894" y="3560835"/>
            <a:ext cx="2486038" cy="2207252"/>
          </a:xfrm>
          <a:custGeom>
            <a:avLst/>
            <a:gdLst/>
            <a:ahLst/>
            <a:cxnLst>
              <a:cxn ang="0">
                <a:pos x="wd2" y="hd2"/>
              </a:cxn>
              <a:cxn ang="5400000">
                <a:pos x="wd2" y="hd2"/>
              </a:cxn>
              <a:cxn ang="10800000">
                <a:pos x="wd2" y="hd2"/>
              </a:cxn>
              <a:cxn ang="16200000">
                <a:pos x="wd2" y="hd2"/>
              </a:cxn>
            </a:cxnLst>
            <a:rect l="0" t="0" r="r" b="b"/>
            <a:pathLst>
              <a:path w="21515" h="21474" extrusionOk="0">
                <a:moveTo>
                  <a:pt x="21469" y="10809"/>
                </a:moveTo>
                <a:cubicBezTo>
                  <a:pt x="21535" y="10736"/>
                  <a:pt x="21404" y="10295"/>
                  <a:pt x="21338" y="10369"/>
                </a:cubicBezTo>
                <a:cubicBezTo>
                  <a:pt x="21273" y="10442"/>
                  <a:pt x="21273" y="9707"/>
                  <a:pt x="21338" y="9340"/>
                </a:cubicBezTo>
                <a:cubicBezTo>
                  <a:pt x="21404" y="9046"/>
                  <a:pt x="21338" y="9046"/>
                  <a:pt x="21207" y="9267"/>
                </a:cubicBezTo>
                <a:cubicBezTo>
                  <a:pt x="21011" y="9414"/>
                  <a:pt x="20880" y="8899"/>
                  <a:pt x="20815" y="8826"/>
                </a:cubicBezTo>
                <a:cubicBezTo>
                  <a:pt x="20815" y="8679"/>
                  <a:pt x="20618" y="8312"/>
                  <a:pt x="20422" y="8312"/>
                </a:cubicBezTo>
                <a:cubicBezTo>
                  <a:pt x="20225" y="8385"/>
                  <a:pt x="20356" y="8018"/>
                  <a:pt x="20160" y="8091"/>
                </a:cubicBezTo>
                <a:cubicBezTo>
                  <a:pt x="19964" y="8091"/>
                  <a:pt x="19964" y="7797"/>
                  <a:pt x="19964" y="7430"/>
                </a:cubicBezTo>
                <a:cubicBezTo>
                  <a:pt x="20029" y="7136"/>
                  <a:pt x="19833" y="7356"/>
                  <a:pt x="19767" y="7283"/>
                </a:cubicBezTo>
                <a:cubicBezTo>
                  <a:pt x="19702" y="7136"/>
                  <a:pt x="19636" y="7209"/>
                  <a:pt x="19505" y="7283"/>
                </a:cubicBezTo>
                <a:cubicBezTo>
                  <a:pt x="19375" y="7356"/>
                  <a:pt x="19309" y="6989"/>
                  <a:pt x="19375" y="6916"/>
                </a:cubicBezTo>
                <a:cubicBezTo>
                  <a:pt x="19375" y="6769"/>
                  <a:pt x="19309" y="6622"/>
                  <a:pt x="19178" y="6475"/>
                </a:cubicBezTo>
                <a:cubicBezTo>
                  <a:pt x="18982" y="6328"/>
                  <a:pt x="18982" y="6181"/>
                  <a:pt x="18982" y="6034"/>
                </a:cubicBezTo>
                <a:cubicBezTo>
                  <a:pt x="18982" y="5814"/>
                  <a:pt x="18000" y="5299"/>
                  <a:pt x="17738" y="5226"/>
                </a:cubicBezTo>
                <a:cubicBezTo>
                  <a:pt x="17542" y="5152"/>
                  <a:pt x="17738" y="4932"/>
                  <a:pt x="17607" y="4785"/>
                </a:cubicBezTo>
                <a:cubicBezTo>
                  <a:pt x="17542" y="4712"/>
                  <a:pt x="17476" y="4344"/>
                  <a:pt x="17476" y="4124"/>
                </a:cubicBezTo>
                <a:cubicBezTo>
                  <a:pt x="17476" y="3830"/>
                  <a:pt x="17149" y="3683"/>
                  <a:pt x="17215" y="3463"/>
                </a:cubicBezTo>
                <a:cubicBezTo>
                  <a:pt x="17215" y="3242"/>
                  <a:pt x="17084" y="3022"/>
                  <a:pt x="17149" y="2728"/>
                </a:cubicBezTo>
                <a:cubicBezTo>
                  <a:pt x="17149" y="2507"/>
                  <a:pt x="16756" y="2434"/>
                  <a:pt x="16756" y="2287"/>
                </a:cubicBezTo>
                <a:cubicBezTo>
                  <a:pt x="16756" y="2140"/>
                  <a:pt x="16560" y="2287"/>
                  <a:pt x="16364" y="2287"/>
                </a:cubicBezTo>
                <a:cubicBezTo>
                  <a:pt x="16167" y="2287"/>
                  <a:pt x="16167" y="1993"/>
                  <a:pt x="16167" y="1699"/>
                </a:cubicBezTo>
                <a:cubicBezTo>
                  <a:pt x="16233" y="1405"/>
                  <a:pt x="16102" y="891"/>
                  <a:pt x="15971" y="744"/>
                </a:cubicBezTo>
                <a:cubicBezTo>
                  <a:pt x="15775" y="597"/>
                  <a:pt x="15775" y="83"/>
                  <a:pt x="15709" y="9"/>
                </a:cubicBezTo>
                <a:cubicBezTo>
                  <a:pt x="15644" y="-64"/>
                  <a:pt x="15316" y="303"/>
                  <a:pt x="15382" y="450"/>
                </a:cubicBezTo>
                <a:cubicBezTo>
                  <a:pt x="15382" y="671"/>
                  <a:pt x="15316" y="818"/>
                  <a:pt x="15251" y="965"/>
                </a:cubicBezTo>
                <a:cubicBezTo>
                  <a:pt x="15120" y="1038"/>
                  <a:pt x="15316" y="1479"/>
                  <a:pt x="15185" y="1626"/>
                </a:cubicBezTo>
                <a:cubicBezTo>
                  <a:pt x="14989" y="1773"/>
                  <a:pt x="15120" y="2287"/>
                  <a:pt x="15120" y="2654"/>
                </a:cubicBezTo>
                <a:cubicBezTo>
                  <a:pt x="15055" y="2948"/>
                  <a:pt x="15055" y="3316"/>
                  <a:pt x="14924" y="3536"/>
                </a:cubicBezTo>
                <a:cubicBezTo>
                  <a:pt x="14793" y="3756"/>
                  <a:pt x="14793" y="4124"/>
                  <a:pt x="14531" y="4271"/>
                </a:cubicBezTo>
                <a:cubicBezTo>
                  <a:pt x="14204" y="4344"/>
                  <a:pt x="13876" y="4124"/>
                  <a:pt x="13876" y="3977"/>
                </a:cubicBezTo>
                <a:cubicBezTo>
                  <a:pt x="13876" y="3756"/>
                  <a:pt x="13549" y="3683"/>
                  <a:pt x="13418" y="3683"/>
                </a:cubicBezTo>
                <a:cubicBezTo>
                  <a:pt x="13222" y="3756"/>
                  <a:pt x="13156" y="3463"/>
                  <a:pt x="12895" y="3242"/>
                </a:cubicBezTo>
                <a:cubicBezTo>
                  <a:pt x="12633" y="3022"/>
                  <a:pt x="12436" y="3316"/>
                  <a:pt x="12371" y="3022"/>
                </a:cubicBezTo>
                <a:cubicBezTo>
                  <a:pt x="12240" y="2801"/>
                  <a:pt x="12175" y="2728"/>
                  <a:pt x="11978" y="2581"/>
                </a:cubicBezTo>
                <a:cubicBezTo>
                  <a:pt x="11782" y="2434"/>
                  <a:pt x="11847" y="2434"/>
                  <a:pt x="12044" y="2287"/>
                </a:cubicBezTo>
                <a:cubicBezTo>
                  <a:pt x="12240" y="2140"/>
                  <a:pt x="12175" y="1993"/>
                  <a:pt x="12109" y="1773"/>
                </a:cubicBezTo>
                <a:cubicBezTo>
                  <a:pt x="11978" y="1626"/>
                  <a:pt x="12175" y="1699"/>
                  <a:pt x="12436" y="1552"/>
                </a:cubicBezTo>
                <a:cubicBezTo>
                  <a:pt x="12633" y="1405"/>
                  <a:pt x="12436" y="1185"/>
                  <a:pt x="12567" y="1112"/>
                </a:cubicBezTo>
                <a:cubicBezTo>
                  <a:pt x="12764" y="1038"/>
                  <a:pt x="12698" y="891"/>
                  <a:pt x="12502" y="818"/>
                </a:cubicBezTo>
                <a:cubicBezTo>
                  <a:pt x="12305" y="818"/>
                  <a:pt x="12371" y="1038"/>
                  <a:pt x="12305" y="1112"/>
                </a:cubicBezTo>
                <a:cubicBezTo>
                  <a:pt x="12240" y="1112"/>
                  <a:pt x="12175" y="744"/>
                  <a:pt x="12109" y="744"/>
                </a:cubicBezTo>
                <a:cubicBezTo>
                  <a:pt x="12044" y="744"/>
                  <a:pt x="11782" y="1112"/>
                  <a:pt x="11716" y="965"/>
                </a:cubicBezTo>
                <a:cubicBezTo>
                  <a:pt x="11585" y="744"/>
                  <a:pt x="10931" y="597"/>
                  <a:pt x="10669" y="597"/>
                </a:cubicBezTo>
                <a:cubicBezTo>
                  <a:pt x="10407" y="524"/>
                  <a:pt x="10342" y="156"/>
                  <a:pt x="10145" y="230"/>
                </a:cubicBezTo>
                <a:cubicBezTo>
                  <a:pt x="10015" y="303"/>
                  <a:pt x="10211" y="450"/>
                  <a:pt x="10342" y="671"/>
                </a:cubicBezTo>
                <a:cubicBezTo>
                  <a:pt x="10538" y="818"/>
                  <a:pt x="9818" y="965"/>
                  <a:pt x="9556" y="891"/>
                </a:cubicBezTo>
                <a:cubicBezTo>
                  <a:pt x="9360" y="818"/>
                  <a:pt x="9622" y="1112"/>
                  <a:pt x="9425" y="1112"/>
                </a:cubicBezTo>
                <a:cubicBezTo>
                  <a:pt x="9229" y="1112"/>
                  <a:pt x="9164" y="1479"/>
                  <a:pt x="9033" y="1626"/>
                </a:cubicBezTo>
                <a:cubicBezTo>
                  <a:pt x="8902" y="1846"/>
                  <a:pt x="8967" y="1920"/>
                  <a:pt x="8836" y="2067"/>
                </a:cubicBezTo>
                <a:cubicBezTo>
                  <a:pt x="8640" y="2140"/>
                  <a:pt x="8640" y="2287"/>
                  <a:pt x="8836" y="2581"/>
                </a:cubicBezTo>
                <a:cubicBezTo>
                  <a:pt x="9033" y="2801"/>
                  <a:pt x="8771" y="2801"/>
                  <a:pt x="8575" y="2654"/>
                </a:cubicBezTo>
                <a:cubicBezTo>
                  <a:pt x="8378" y="2434"/>
                  <a:pt x="8247" y="2434"/>
                  <a:pt x="8247" y="2654"/>
                </a:cubicBezTo>
                <a:cubicBezTo>
                  <a:pt x="8247" y="2875"/>
                  <a:pt x="8051" y="2801"/>
                  <a:pt x="8051" y="2507"/>
                </a:cubicBezTo>
                <a:cubicBezTo>
                  <a:pt x="8116" y="2287"/>
                  <a:pt x="7855" y="2360"/>
                  <a:pt x="7789" y="2214"/>
                </a:cubicBezTo>
                <a:cubicBezTo>
                  <a:pt x="7724" y="2067"/>
                  <a:pt x="7462" y="1846"/>
                  <a:pt x="7331" y="1846"/>
                </a:cubicBezTo>
                <a:cubicBezTo>
                  <a:pt x="7200" y="1920"/>
                  <a:pt x="7200" y="2067"/>
                  <a:pt x="7004" y="2067"/>
                </a:cubicBezTo>
                <a:cubicBezTo>
                  <a:pt x="6873" y="2067"/>
                  <a:pt x="6873" y="2140"/>
                  <a:pt x="6873" y="2360"/>
                </a:cubicBezTo>
                <a:cubicBezTo>
                  <a:pt x="6873" y="2507"/>
                  <a:pt x="6611" y="2360"/>
                  <a:pt x="6480" y="2360"/>
                </a:cubicBezTo>
                <a:cubicBezTo>
                  <a:pt x="6284" y="2360"/>
                  <a:pt x="6480" y="2581"/>
                  <a:pt x="6349" y="2654"/>
                </a:cubicBezTo>
                <a:cubicBezTo>
                  <a:pt x="6284" y="2654"/>
                  <a:pt x="6284" y="2801"/>
                  <a:pt x="6153" y="2801"/>
                </a:cubicBezTo>
                <a:cubicBezTo>
                  <a:pt x="5956" y="2801"/>
                  <a:pt x="6022" y="3169"/>
                  <a:pt x="6022" y="3389"/>
                </a:cubicBezTo>
                <a:cubicBezTo>
                  <a:pt x="6022" y="3609"/>
                  <a:pt x="5760" y="3316"/>
                  <a:pt x="5629" y="3389"/>
                </a:cubicBezTo>
                <a:cubicBezTo>
                  <a:pt x="5498" y="3389"/>
                  <a:pt x="5695" y="3609"/>
                  <a:pt x="5695" y="3830"/>
                </a:cubicBezTo>
                <a:cubicBezTo>
                  <a:pt x="5760" y="4050"/>
                  <a:pt x="5629" y="3977"/>
                  <a:pt x="5564" y="4124"/>
                </a:cubicBezTo>
                <a:cubicBezTo>
                  <a:pt x="5498" y="4197"/>
                  <a:pt x="5367" y="3830"/>
                  <a:pt x="5367" y="3683"/>
                </a:cubicBezTo>
                <a:cubicBezTo>
                  <a:pt x="5367" y="3463"/>
                  <a:pt x="5171" y="3609"/>
                  <a:pt x="4909" y="3903"/>
                </a:cubicBezTo>
                <a:cubicBezTo>
                  <a:pt x="4713" y="4124"/>
                  <a:pt x="4975" y="4491"/>
                  <a:pt x="4909" y="4565"/>
                </a:cubicBezTo>
                <a:cubicBezTo>
                  <a:pt x="4844" y="4638"/>
                  <a:pt x="4385" y="5079"/>
                  <a:pt x="4124" y="5446"/>
                </a:cubicBezTo>
                <a:cubicBezTo>
                  <a:pt x="3927" y="5740"/>
                  <a:pt x="3404" y="5593"/>
                  <a:pt x="3207" y="5740"/>
                </a:cubicBezTo>
                <a:cubicBezTo>
                  <a:pt x="3076" y="5887"/>
                  <a:pt x="2880" y="5740"/>
                  <a:pt x="2684" y="5887"/>
                </a:cubicBezTo>
                <a:cubicBezTo>
                  <a:pt x="2553" y="6034"/>
                  <a:pt x="2225" y="6328"/>
                  <a:pt x="2225" y="6181"/>
                </a:cubicBezTo>
                <a:cubicBezTo>
                  <a:pt x="2160" y="5960"/>
                  <a:pt x="1767" y="6107"/>
                  <a:pt x="1571" y="6328"/>
                </a:cubicBezTo>
                <a:cubicBezTo>
                  <a:pt x="1375" y="6548"/>
                  <a:pt x="1113" y="6695"/>
                  <a:pt x="916" y="6695"/>
                </a:cubicBezTo>
                <a:cubicBezTo>
                  <a:pt x="720" y="6769"/>
                  <a:pt x="720" y="7063"/>
                  <a:pt x="655" y="7136"/>
                </a:cubicBezTo>
                <a:cubicBezTo>
                  <a:pt x="589" y="7209"/>
                  <a:pt x="589" y="6916"/>
                  <a:pt x="589" y="6769"/>
                </a:cubicBezTo>
                <a:cubicBezTo>
                  <a:pt x="589" y="6695"/>
                  <a:pt x="393" y="6916"/>
                  <a:pt x="327" y="7209"/>
                </a:cubicBezTo>
                <a:cubicBezTo>
                  <a:pt x="262" y="7503"/>
                  <a:pt x="524" y="7577"/>
                  <a:pt x="327" y="7871"/>
                </a:cubicBezTo>
                <a:cubicBezTo>
                  <a:pt x="196" y="8165"/>
                  <a:pt x="0" y="8458"/>
                  <a:pt x="262" y="8826"/>
                </a:cubicBezTo>
                <a:cubicBezTo>
                  <a:pt x="524" y="9193"/>
                  <a:pt x="655" y="9414"/>
                  <a:pt x="524" y="9634"/>
                </a:cubicBezTo>
                <a:cubicBezTo>
                  <a:pt x="458" y="9781"/>
                  <a:pt x="327" y="9267"/>
                  <a:pt x="262" y="9340"/>
                </a:cubicBezTo>
                <a:cubicBezTo>
                  <a:pt x="196" y="9414"/>
                  <a:pt x="458" y="9634"/>
                  <a:pt x="393" y="9707"/>
                </a:cubicBezTo>
                <a:cubicBezTo>
                  <a:pt x="327" y="9854"/>
                  <a:pt x="65" y="9267"/>
                  <a:pt x="0" y="9414"/>
                </a:cubicBezTo>
                <a:cubicBezTo>
                  <a:pt x="0" y="9560"/>
                  <a:pt x="524" y="10442"/>
                  <a:pt x="524" y="10736"/>
                </a:cubicBezTo>
                <a:cubicBezTo>
                  <a:pt x="589" y="11103"/>
                  <a:pt x="1047" y="11397"/>
                  <a:pt x="982" y="11838"/>
                </a:cubicBezTo>
                <a:cubicBezTo>
                  <a:pt x="982" y="12352"/>
                  <a:pt x="1375" y="13087"/>
                  <a:pt x="1440" y="13234"/>
                </a:cubicBezTo>
                <a:cubicBezTo>
                  <a:pt x="1505" y="13307"/>
                  <a:pt x="1309" y="13675"/>
                  <a:pt x="1375" y="14042"/>
                </a:cubicBezTo>
                <a:cubicBezTo>
                  <a:pt x="1375" y="14336"/>
                  <a:pt x="1244" y="14483"/>
                  <a:pt x="1047" y="14483"/>
                </a:cubicBezTo>
                <a:cubicBezTo>
                  <a:pt x="851" y="14483"/>
                  <a:pt x="982" y="14850"/>
                  <a:pt x="1178" y="14850"/>
                </a:cubicBezTo>
                <a:cubicBezTo>
                  <a:pt x="1375" y="14924"/>
                  <a:pt x="1309" y="15071"/>
                  <a:pt x="1571" y="15291"/>
                </a:cubicBezTo>
                <a:cubicBezTo>
                  <a:pt x="1833" y="15438"/>
                  <a:pt x="2422" y="15365"/>
                  <a:pt x="2618" y="15365"/>
                </a:cubicBezTo>
                <a:cubicBezTo>
                  <a:pt x="2815" y="15365"/>
                  <a:pt x="2880" y="15071"/>
                  <a:pt x="3142" y="14997"/>
                </a:cubicBezTo>
                <a:cubicBezTo>
                  <a:pt x="3404" y="14997"/>
                  <a:pt x="3338" y="14924"/>
                  <a:pt x="3469" y="14777"/>
                </a:cubicBezTo>
                <a:cubicBezTo>
                  <a:pt x="3600" y="14556"/>
                  <a:pt x="4255" y="14630"/>
                  <a:pt x="4844" y="14630"/>
                </a:cubicBezTo>
                <a:cubicBezTo>
                  <a:pt x="5498" y="14703"/>
                  <a:pt x="5760" y="14483"/>
                  <a:pt x="5825" y="14189"/>
                </a:cubicBezTo>
                <a:cubicBezTo>
                  <a:pt x="5891" y="13969"/>
                  <a:pt x="6349" y="13895"/>
                  <a:pt x="6545" y="13748"/>
                </a:cubicBezTo>
                <a:cubicBezTo>
                  <a:pt x="6676" y="13528"/>
                  <a:pt x="6873" y="13528"/>
                  <a:pt x="7331" y="13601"/>
                </a:cubicBezTo>
                <a:cubicBezTo>
                  <a:pt x="7789" y="13601"/>
                  <a:pt x="8182" y="13307"/>
                  <a:pt x="8509" y="13160"/>
                </a:cubicBezTo>
                <a:cubicBezTo>
                  <a:pt x="8771" y="13087"/>
                  <a:pt x="9295" y="13087"/>
                  <a:pt x="9556" y="13014"/>
                </a:cubicBezTo>
                <a:cubicBezTo>
                  <a:pt x="9884" y="12940"/>
                  <a:pt x="9884" y="13454"/>
                  <a:pt x="10211" y="13381"/>
                </a:cubicBezTo>
                <a:cubicBezTo>
                  <a:pt x="10538" y="13381"/>
                  <a:pt x="10669" y="13528"/>
                  <a:pt x="10865" y="13454"/>
                </a:cubicBezTo>
                <a:cubicBezTo>
                  <a:pt x="10996" y="13454"/>
                  <a:pt x="10996" y="13601"/>
                  <a:pt x="11127" y="13675"/>
                </a:cubicBezTo>
                <a:cubicBezTo>
                  <a:pt x="11324" y="13675"/>
                  <a:pt x="11324" y="13822"/>
                  <a:pt x="11193" y="14042"/>
                </a:cubicBezTo>
                <a:cubicBezTo>
                  <a:pt x="11062" y="14189"/>
                  <a:pt x="11455" y="14189"/>
                  <a:pt x="11651" y="14483"/>
                </a:cubicBezTo>
                <a:cubicBezTo>
                  <a:pt x="11847" y="14850"/>
                  <a:pt x="11651" y="14924"/>
                  <a:pt x="11782" y="15144"/>
                </a:cubicBezTo>
                <a:cubicBezTo>
                  <a:pt x="11913" y="15438"/>
                  <a:pt x="11978" y="15365"/>
                  <a:pt x="12240" y="14997"/>
                </a:cubicBezTo>
                <a:cubicBezTo>
                  <a:pt x="12436" y="14630"/>
                  <a:pt x="12698" y="14850"/>
                  <a:pt x="12764" y="14556"/>
                </a:cubicBezTo>
                <a:cubicBezTo>
                  <a:pt x="12764" y="14263"/>
                  <a:pt x="13025" y="13895"/>
                  <a:pt x="13156" y="14042"/>
                </a:cubicBezTo>
                <a:cubicBezTo>
                  <a:pt x="13353" y="14189"/>
                  <a:pt x="13091" y="14263"/>
                  <a:pt x="12960" y="14850"/>
                </a:cubicBezTo>
                <a:cubicBezTo>
                  <a:pt x="12829" y="15512"/>
                  <a:pt x="12698" y="15144"/>
                  <a:pt x="12633" y="15365"/>
                </a:cubicBezTo>
                <a:cubicBezTo>
                  <a:pt x="12567" y="15512"/>
                  <a:pt x="13156" y="15585"/>
                  <a:pt x="13156" y="15291"/>
                </a:cubicBezTo>
                <a:cubicBezTo>
                  <a:pt x="13156" y="14997"/>
                  <a:pt x="13222" y="14850"/>
                  <a:pt x="13418" y="15144"/>
                </a:cubicBezTo>
                <a:cubicBezTo>
                  <a:pt x="13615" y="15365"/>
                  <a:pt x="13287" y="15658"/>
                  <a:pt x="13353" y="15732"/>
                </a:cubicBezTo>
                <a:cubicBezTo>
                  <a:pt x="13418" y="15879"/>
                  <a:pt x="13615" y="15732"/>
                  <a:pt x="13745" y="15732"/>
                </a:cubicBezTo>
                <a:cubicBezTo>
                  <a:pt x="13942" y="15732"/>
                  <a:pt x="14204" y="16246"/>
                  <a:pt x="14204" y="16540"/>
                </a:cubicBezTo>
                <a:cubicBezTo>
                  <a:pt x="14138" y="16834"/>
                  <a:pt x="14073" y="17054"/>
                  <a:pt x="14465" y="17275"/>
                </a:cubicBezTo>
                <a:cubicBezTo>
                  <a:pt x="14858" y="17569"/>
                  <a:pt x="14727" y="17569"/>
                  <a:pt x="14989" y="17569"/>
                </a:cubicBezTo>
                <a:cubicBezTo>
                  <a:pt x="15316" y="17569"/>
                  <a:pt x="15905" y="17863"/>
                  <a:pt x="16036" y="18009"/>
                </a:cubicBezTo>
                <a:cubicBezTo>
                  <a:pt x="16233" y="18156"/>
                  <a:pt x="16625" y="17863"/>
                  <a:pt x="16691" y="17569"/>
                </a:cubicBezTo>
                <a:cubicBezTo>
                  <a:pt x="16822" y="17275"/>
                  <a:pt x="17084" y="17569"/>
                  <a:pt x="16953" y="17642"/>
                </a:cubicBezTo>
                <a:cubicBezTo>
                  <a:pt x="16756" y="17789"/>
                  <a:pt x="17018" y="18009"/>
                  <a:pt x="17018" y="17863"/>
                </a:cubicBezTo>
                <a:cubicBezTo>
                  <a:pt x="17018" y="17642"/>
                  <a:pt x="17149" y="17495"/>
                  <a:pt x="17149" y="17716"/>
                </a:cubicBezTo>
                <a:cubicBezTo>
                  <a:pt x="17215" y="17936"/>
                  <a:pt x="17476" y="17936"/>
                  <a:pt x="17542" y="18083"/>
                </a:cubicBezTo>
                <a:cubicBezTo>
                  <a:pt x="17607" y="18230"/>
                  <a:pt x="17673" y="18377"/>
                  <a:pt x="17673" y="18230"/>
                </a:cubicBezTo>
                <a:cubicBezTo>
                  <a:pt x="17673" y="18083"/>
                  <a:pt x="17738" y="17936"/>
                  <a:pt x="17935" y="17863"/>
                </a:cubicBezTo>
                <a:cubicBezTo>
                  <a:pt x="18131" y="17789"/>
                  <a:pt x="18262" y="17642"/>
                  <a:pt x="18458" y="17495"/>
                </a:cubicBezTo>
                <a:cubicBezTo>
                  <a:pt x="18655" y="17275"/>
                  <a:pt x="19440" y="17275"/>
                  <a:pt x="19505" y="17275"/>
                </a:cubicBezTo>
                <a:cubicBezTo>
                  <a:pt x="19636" y="17275"/>
                  <a:pt x="19636" y="16467"/>
                  <a:pt x="19702" y="16099"/>
                </a:cubicBezTo>
                <a:cubicBezTo>
                  <a:pt x="19767" y="15658"/>
                  <a:pt x="20029" y="15585"/>
                  <a:pt x="20095" y="15144"/>
                </a:cubicBezTo>
                <a:cubicBezTo>
                  <a:pt x="20160" y="14703"/>
                  <a:pt x="20553" y="13895"/>
                  <a:pt x="20684" y="13895"/>
                </a:cubicBezTo>
                <a:cubicBezTo>
                  <a:pt x="20749" y="13822"/>
                  <a:pt x="20945" y="13748"/>
                  <a:pt x="21011" y="13454"/>
                </a:cubicBezTo>
                <a:cubicBezTo>
                  <a:pt x="21011" y="13234"/>
                  <a:pt x="21273" y="12940"/>
                  <a:pt x="21273" y="12646"/>
                </a:cubicBezTo>
                <a:cubicBezTo>
                  <a:pt x="21273" y="12352"/>
                  <a:pt x="21404" y="11985"/>
                  <a:pt x="21404" y="11912"/>
                </a:cubicBezTo>
                <a:cubicBezTo>
                  <a:pt x="21338" y="11838"/>
                  <a:pt x="21273" y="11544"/>
                  <a:pt x="21469" y="11324"/>
                </a:cubicBezTo>
                <a:cubicBezTo>
                  <a:pt x="21600" y="11103"/>
                  <a:pt x="21404" y="10883"/>
                  <a:pt x="21469" y="10809"/>
                </a:cubicBezTo>
                <a:close/>
                <a:moveTo>
                  <a:pt x="9753" y="524"/>
                </a:moveTo>
                <a:cubicBezTo>
                  <a:pt x="9753" y="377"/>
                  <a:pt x="8902" y="524"/>
                  <a:pt x="9098" y="744"/>
                </a:cubicBezTo>
                <a:cubicBezTo>
                  <a:pt x="9229" y="818"/>
                  <a:pt x="9818" y="671"/>
                  <a:pt x="9753" y="524"/>
                </a:cubicBezTo>
                <a:close/>
                <a:moveTo>
                  <a:pt x="12371" y="16026"/>
                </a:moveTo>
                <a:cubicBezTo>
                  <a:pt x="12502" y="16173"/>
                  <a:pt x="12960" y="16099"/>
                  <a:pt x="13025" y="15952"/>
                </a:cubicBezTo>
                <a:cubicBezTo>
                  <a:pt x="13091" y="15732"/>
                  <a:pt x="12305" y="15952"/>
                  <a:pt x="12371" y="16026"/>
                </a:cubicBezTo>
                <a:close/>
                <a:moveTo>
                  <a:pt x="17673" y="19699"/>
                </a:moveTo>
                <a:cubicBezTo>
                  <a:pt x="17345" y="19699"/>
                  <a:pt x="16887" y="19332"/>
                  <a:pt x="16756" y="19405"/>
                </a:cubicBezTo>
                <a:cubicBezTo>
                  <a:pt x="16625" y="19405"/>
                  <a:pt x="17215" y="20360"/>
                  <a:pt x="17018" y="20581"/>
                </a:cubicBezTo>
                <a:cubicBezTo>
                  <a:pt x="16887" y="20801"/>
                  <a:pt x="17476" y="21463"/>
                  <a:pt x="17738" y="21463"/>
                </a:cubicBezTo>
                <a:cubicBezTo>
                  <a:pt x="17935" y="21536"/>
                  <a:pt x="17869" y="21242"/>
                  <a:pt x="18000" y="21242"/>
                </a:cubicBezTo>
                <a:cubicBezTo>
                  <a:pt x="18196" y="21242"/>
                  <a:pt x="18131" y="21095"/>
                  <a:pt x="18131" y="20948"/>
                </a:cubicBezTo>
                <a:cubicBezTo>
                  <a:pt x="18131" y="20801"/>
                  <a:pt x="18327" y="21095"/>
                  <a:pt x="18458" y="21022"/>
                </a:cubicBezTo>
                <a:cubicBezTo>
                  <a:pt x="18589" y="20948"/>
                  <a:pt x="18393" y="20360"/>
                  <a:pt x="18589" y="20360"/>
                </a:cubicBezTo>
                <a:cubicBezTo>
                  <a:pt x="18785" y="20360"/>
                  <a:pt x="18655" y="19699"/>
                  <a:pt x="18589" y="19479"/>
                </a:cubicBezTo>
                <a:cubicBezTo>
                  <a:pt x="18524" y="19258"/>
                  <a:pt x="18000" y="19626"/>
                  <a:pt x="17673" y="19699"/>
                </a:cubicBezTo>
                <a:close/>
              </a:path>
            </a:pathLst>
          </a:custGeom>
          <a:solidFill>
            <a:srgbClr val="243646"/>
          </a:solidFill>
          <a:ln w="3175">
            <a:solidFill>
              <a:schemeClr val="accent4">
                <a:lumOff val="58054"/>
              </a:schemeClr>
            </a:solidFill>
            <a:miter/>
          </a:ln>
        </p:spPr>
        <p:txBody>
          <a:bodyPr lIns="109727" tIns="109727" rIns="109727" bIns="109727"/>
          <a:lstStyle/>
          <a:p>
            <a:endParaRPr/>
          </a:p>
        </p:txBody>
      </p:sp>
      <p:sp>
        <p:nvSpPr>
          <p:cNvPr id="366"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sp>
        <p:nvSpPr>
          <p:cNvPr id="67" name="Customer Persona &amp; Goals (Primary)"/>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dirty="0">
                <a:solidFill>
                  <a:srgbClr val="243646"/>
                </a:solidFill>
                <a:latin typeface="PT Sans Narrow" charset="-52"/>
                <a:ea typeface="PT Sans Narrow" charset="-52"/>
                <a:cs typeface="PT Sans Narrow" charset="-52"/>
              </a:rPr>
              <a:t>Learner </a:t>
            </a:r>
            <a:r>
              <a:rPr lang="en-US" sz="6643" b="1" dirty="0">
                <a:solidFill>
                  <a:srgbClr val="243646"/>
                </a:solidFill>
                <a:latin typeface="PT Sans Narrow" charset="-52"/>
                <a:ea typeface="PT Sans Narrow" charset="-52"/>
                <a:cs typeface="PT Sans Narrow" charset="-52"/>
                <a:sym typeface="Avenir Heavy"/>
              </a:rPr>
              <a:t>Persona </a:t>
            </a:r>
            <a:r>
              <a:rPr lang="en-US" sz="6643" dirty="0">
                <a:solidFill>
                  <a:srgbClr val="243646"/>
                </a:solidFill>
                <a:latin typeface="PT Sans Narrow" charset="-52"/>
                <a:ea typeface="PT Sans Narrow" charset="-52"/>
                <a:cs typeface="PT Sans Narrow" charset="-52"/>
                <a:sym typeface="Avenir Heavy"/>
              </a:rPr>
              <a:t>(Secondary)</a:t>
            </a:r>
            <a:endParaRPr lang="en-US" sz="6643" dirty="0">
              <a:solidFill>
                <a:srgbClr val="243646"/>
              </a:solidFill>
              <a:latin typeface="PT Sans Narrow" charset="-52"/>
              <a:ea typeface="PT Sans Narrow" charset="-52"/>
              <a:cs typeface="PT Sans Narrow" charset="-52"/>
            </a:endParaRPr>
          </a:p>
        </p:txBody>
      </p:sp>
      <p:sp>
        <p:nvSpPr>
          <p:cNvPr id="68" name="Technology"/>
          <p:cNvSpPr txBox="1"/>
          <p:nvPr/>
        </p:nvSpPr>
        <p:spPr>
          <a:xfrm>
            <a:off x="19343868" y="8051799"/>
            <a:ext cx="2230160"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Technology</a:t>
            </a:r>
          </a:p>
        </p:txBody>
      </p:sp>
      <p:sp>
        <p:nvSpPr>
          <p:cNvPr id="69" name="Demographics"/>
          <p:cNvSpPr txBox="1"/>
          <p:nvPr/>
        </p:nvSpPr>
        <p:spPr>
          <a:xfrm>
            <a:off x="2661057" y="3638863"/>
            <a:ext cx="2677399"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Demographics</a:t>
            </a:r>
          </a:p>
        </p:txBody>
      </p:sp>
      <p:sp>
        <p:nvSpPr>
          <p:cNvPr id="70" name="Motivations"/>
          <p:cNvSpPr txBox="1"/>
          <p:nvPr/>
        </p:nvSpPr>
        <p:spPr>
          <a:xfrm>
            <a:off x="2645661" y="8153276"/>
            <a:ext cx="2262220"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Motivations</a:t>
            </a:r>
          </a:p>
        </p:txBody>
      </p:sp>
      <p:sp>
        <p:nvSpPr>
          <p:cNvPr id="71" name="Sara“The Sale Guru”"/>
          <p:cNvSpPr txBox="1"/>
          <p:nvPr/>
        </p:nvSpPr>
        <p:spPr>
          <a:xfrm>
            <a:off x="10782292" y="4243935"/>
            <a:ext cx="4126513"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r">
              <a:defRPr sz="3800">
                <a:solidFill>
                  <a:srgbClr val="535353"/>
                </a:solidFill>
                <a:latin typeface="Avenir Heavy"/>
                <a:ea typeface="Avenir Heavy"/>
                <a:cs typeface="Avenir Heavy"/>
                <a:sym typeface="Avenir Heavy"/>
              </a:defRPr>
            </a:pPr>
            <a:r>
              <a:rPr lang="en-US" dirty="0">
                <a:latin typeface="PT Sans Narrow" charset="-52"/>
                <a:ea typeface="PT Sans Narrow" charset="-52"/>
                <a:cs typeface="PT Sans Narrow" charset="-52"/>
              </a:rPr>
              <a:t>Marcus </a:t>
            </a:r>
            <a:r>
              <a:rPr dirty="0">
                <a:latin typeface="PT Sans Narrow" charset="-52"/>
                <a:ea typeface="PT Sans Narrow" charset="-52"/>
                <a:cs typeface="PT Sans Narrow" charset="-52"/>
                <a:sym typeface="Avenir Book Oblique"/>
              </a:rPr>
              <a:t>“The </a:t>
            </a:r>
            <a:r>
              <a:rPr lang="en-US" dirty="0">
                <a:latin typeface="PT Sans Narrow" charset="-52"/>
                <a:ea typeface="PT Sans Narrow" charset="-52"/>
                <a:cs typeface="PT Sans Narrow" charset="-52"/>
                <a:sym typeface="Avenir Book Oblique"/>
              </a:rPr>
              <a:t>Manager</a:t>
            </a:r>
            <a:r>
              <a:rPr dirty="0">
                <a:latin typeface="PT Sans Narrow" charset="-52"/>
                <a:ea typeface="PT Sans Narrow" charset="-52"/>
                <a:cs typeface="PT Sans Narrow" charset="-52"/>
                <a:sym typeface="Avenir Book Oblique"/>
              </a:rPr>
              <a:t>”</a:t>
            </a:r>
          </a:p>
        </p:txBody>
      </p:sp>
      <p:sp>
        <p:nvSpPr>
          <p:cNvPr id="72" name="Goals"/>
          <p:cNvSpPr txBox="1"/>
          <p:nvPr/>
        </p:nvSpPr>
        <p:spPr>
          <a:xfrm>
            <a:off x="15514802" y="3433950"/>
            <a:ext cx="1173782"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Heavy"/>
                <a:ea typeface="Avenir Heavy"/>
                <a:cs typeface="Avenir Heavy"/>
                <a:sym typeface="Avenir Heavy"/>
              </a:defRPr>
            </a:lvl1pPr>
          </a:lstStyle>
          <a:p>
            <a:pPr>
              <a:defRPr sz="3200">
                <a:latin typeface="Avenir Book"/>
                <a:ea typeface="Avenir Book"/>
                <a:cs typeface="Avenir Book"/>
                <a:sym typeface="Avenir Book"/>
              </a:defRPr>
            </a:pPr>
            <a:r>
              <a:rPr sz="3800" b="1" dirty="0">
                <a:solidFill>
                  <a:srgbClr val="243646"/>
                </a:solidFill>
                <a:latin typeface="PT Sans Narrow" charset="-52"/>
                <a:ea typeface="PT Sans Narrow" charset="-52"/>
                <a:cs typeface="PT Sans Narrow" charset="-52"/>
                <a:sym typeface="Avenir Heavy"/>
              </a:rPr>
              <a:t>Goals</a:t>
            </a:r>
          </a:p>
        </p:txBody>
      </p:sp>
      <p:pic>
        <p:nvPicPr>
          <p:cNvPr id="64" name="Picture 6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64017692"/>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9</a:t>
            </a:fld>
            <a:endParaRPr/>
          </a:p>
        </p:txBody>
      </p:sp>
      <p:sp>
        <p:nvSpPr>
          <p:cNvPr id="679" name="Shape"/>
          <p:cNvSpPr/>
          <p:nvPr/>
        </p:nvSpPr>
        <p:spPr>
          <a:xfrm>
            <a:off x="14600318" y="5504896"/>
            <a:ext cx="2464743" cy="2464743"/>
          </a:xfrm>
          <a:custGeom>
            <a:avLst/>
            <a:gdLst/>
            <a:ahLst/>
            <a:cxnLst>
              <a:cxn ang="0">
                <a:pos x="wd2" y="hd2"/>
              </a:cxn>
              <a:cxn ang="5400000">
                <a:pos x="wd2" y="hd2"/>
              </a:cxn>
              <a:cxn ang="10800000">
                <a:pos x="wd2" y="hd2"/>
              </a:cxn>
              <a:cxn ang="16200000">
                <a:pos x="wd2" y="hd2"/>
              </a:cxn>
            </a:cxnLst>
            <a:rect l="0" t="0" r="r" b="b"/>
            <a:pathLst>
              <a:path w="21600" h="21600" extrusionOk="0">
                <a:moveTo>
                  <a:pt x="9856" y="19503"/>
                </a:moveTo>
                <a:cubicBezTo>
                  <a:pt x="8179" y="19293"/>
                  <a:pt x="6711" y="18664"/>
                  <a:pt x="5452" y="17616"/>
                </a:cubicBezTo>
                <a:cubicBezTo>
                  <a:pt x="3984" y="19083"/>
                  <a:pt x="3984" y="19083"/>
                  <a:pt x="3984" y="19083"/>
                </a:cubicBezTo>
                <a:cubicBezTo>
                  <a:pt x="5662" y="20551"/>
                  <a:pt x="7550" y="21390"/>
                  <a:pt x="9856" y="21600"/>
                </a:cubicBezTo>
                <a:lnTo>
                  <a:pt x="9856" y="19503"/>
                </a:lnTo>
                <a:close/>
                <a:moveTo>
                  <a:pt x="19503" y="11744"/>
                </a:moveTo>
                <a:cubicBezTo>
                  <a:pt x="19293" y="13421"/>
                  <a:pt x="18664" y="14889"/>
                  <a:pt x="17616" y="16148"/>
                </a:cubicBezTo>
                <a:cubicBezTo>
                  <a:pt x="19083" y="17616"/>
                  <a:pt x="19083" y="17616"/>
                  <a:pt x="19083" y="17616"/>
                </a:cubicBezTo>
                <a:cubicBezTo>
                  <a:pt x="20551" y="15938"/>
                  <a:pt x="21390" y="14050"/>
                  <a:pt x="21600" y="11744"/>
                </a:cubicBezTo>
                <a:cubicBezTo>
                  <a:pt x="19503" y="11744"/>
                  <a:pt x="19503" y="11744"/>
                  <a:pt x="19503" y="11744"/>
                </a:cubicBezTo>
                <a:close/>
                <a:moveTo>
                  <a:pt x="17616" y="5452"/>
                </a:moveTo>
                <a:cubicBezTo>
                  <a:pt x="18664" y="6711"/>
                  <a:pt x="19293" y="8179"/>
                  <a:pt x="19503" y="9647"/>
                </a:cubicBezTo>
                <a:cubicBezTo>
                  <a:pt x="21600" y="9647"/>
                  <a:pt x="21600" y="9647"/>
                  <a:pt x="21600" y="9647"/>
                </a:cubicBezTo>
                <a:cubicBezTo>
                  <a:pt x="21390" y="7550"/>
                  <a:pt x="20551" y="5452"/>
                  <a:pt x="19083" y="3984"/>
                </a:cubicBezTo>
                <a:lnTo>
                  <a:pt x="17616" y="5452"/>
                </a:lnTo>
                <a:close/>
                <a:moveTo>
                  <a:pt x="16148" y="17616"/>
                </a:moveTo>
                <a:cubicBezTo>
                  <a:pt x="14889" y="18664"/>
                  <a:pt x="13421" y="19293"/>
                  <a:pt x="11953" y="19503"/>
                </a:cubicBezTo>
                <a:cubicBezTo>
                  <a:pt x="11953" y="21600"/>
                  <a:pt x="11953" y="21600"/>
                  <a:pt x="11953" y="21600"/>
                </a:cubicBezTo>
                <a:cubicBezTo>
                  <a:pt x="14050" y="21390"/>
                  <a:pt x="16148" y="20551"/>
                  <a:pt x="17616" y="19083"/>
                </a:cubicBezTo>
                <a:lnTo>
                  <a:pt x="16148" y="17616"/>
                </a:lnTo>
                <a:close/>
                <a:moveTo>
                  <a:pt x="3984" y="16148"/>
                </a:moveTo>
                <a:cubicBezTo>
                  <a:pt x="2936" y="14889"/>
                  <a:pt x="2307" y="13421"/>
                  <a:pt x="2097" y="11744"/>
                </a:cubicBezTo>
                <a:cubicBezTo>
                  <a:pt x="0" y="11744"/>
                  <a:pt x="0" y="11744"/>
                  <a:pt x="0" y="11744"/>
                </a:cubicBezTo>
                <a:cubicBezTo>
                  <a:pt x="210" y="14050"/>
                  <a:pt x="1049" y="15938"/>
                  <a:pt x="2517" y="17616"/>
                </a:cubicBezTo>
                <a:lnTo>
                  <a:pt x="3984" y="16148"/>
                </a:lnTo>
                <a:close/>
                <a:moveTo>
                  <a:pt x="5452" y="3984"/>
                </a:moveTo>
                <a:cubicBezTo>
                  <a:pt x="6711" y="2936"/>
                  <a:pt x="8179" y="2307"/>
                  <a:pt x="9856" y="2097"/>
                </a:cubicBezTo>
                <a:cubicBezTo>
                  <a:pt x="9856" y="0"/>
                  <a:pt x="9856" y="0"/>
                  <a:pt x="9856" y="0"/>
                </a:cubicBezTo>
                <a:cubicBezTo>
                  <a:pt x="7550" y="210"/>
                  <a:pt x="5662" y="1049"/>
                  <a:pt x="3984" y="2517"/>
                </a:cubicBezTo>
                <a:lnTo>
                  <a:pt x="5452" y="3984"/>
                </a:lnTo>
                <a:close/>
                <a:moveTo>
                  <a:pt x="11953" y="0"/>
                </a:moveTo>
                <a:cubicBezTo>
                  <a:pt x="11953" y="2097"/>
                  <a:pt x="11953" y="2097"/>
                  <a:pt x="11953" y="2097"/>
                </a:cubicBezTo>
                <a:cubicBezTo>
                  <a:pt x="13421" y="2307"/>
                  <a:pt x="14889" y="2936"/>
                  <a:pt x="16148" y="3984"/>
                </a:cubicBezTo>
                <a:cubicBezTo>
                  <a:pt x="17616" y="2517"/>
                  <a:pt x="17616" y="2517"/>
                  <a:pt x="17616" y="2517"/>
                </a:cubicBezTo>
                <a:cubicBezTo>
                  <a:pt x="16148" y="1049"/>
                  <a:pt x="14050" y="210"/>
                  <a:pt x="11953" y="0"/>
                </a:cubicBezTo>
                <a:close/>
                <a:moveTo>
                  <a:pt x="0" y="9647"/>
                </a:moveTo>
                <a:cubicBezTo>
                  <a:pt x="210" y="7550"/>
                  <a:pt x="1049" y="5452"/>
                  <a:pt x="2517" y="3984"/>
                </a:cubicBezTo>
                <a:cubicBezTo>
                  <a:pt x="3984" y="5452"/>
                  <a:pt x="3984" y="5452"/>
                  <a:pt x="3984" y="5452"/>
                </a:cubicBezTo>
                <a:cubicBezTo>
                  <a:pt x="2936" y="6711"/>
                  <a:pt x="2307" y="8179"/>
                  <a:pt x="2097" y="9647"/>
                </a:cubicBezTo>
                <a:cubicBezTo>
                  <a:pt x="0" y="9647"/>
                  <a:pt x="0" y="9647"/>
                  <a:pt x="0" y="9647"/>
                </a:cubicBezTo>
                <a:close/>
              </a:path>
            </a:pathLst>
          </a:custGeom>
          <a:solidFill>
            <a:srgbClr val="F86A37"/>
          </a:solidFill>
          <a:ln w="12700">
            <a:miter lim="400000"/>
          </a:ln>
        </p:spPr>
        <p:txBody>
          <a:bodyPr lIns="109727" tIns="109727" rIns="109727" bIns="109727"/>
          <a:lstStyle/>
          <a:p>
            <a:pPr>
              <a:defRPr>
                <a:solidFill>
                  <a:srgbClr val="2C9DA8"/>
                </a:solidFill>
              </a:defRPr>
            </a:pPr>
            <a:endParaRPr/>
          </a:p>
        </p:txBody>
      </p:sp>
      <p:sp>
        <p:nvSpPr>
          <p:cNvPr id="680" name="Shape"/>
          <p:cNvSpPr/>
          <p:nvPr/>
        </p:nvSpPr>
        <p:spPr>
          <a:xfrm>
            <a:off x="10791020" y="5494425"/>
            <a:ext cx="2485688" cy="2485688"/>
          </a:xfrm>
          <a:custGeom>
            <a:avLst/>
            <a:gdLst/>
            <a:ahLst/>
            <a:cxnLst>
              <a:cxn ang="0">
                <a:pos x="wd2" y="hd2"/>
              </a:cxn>
              <a:cxn ang="5400000">
                <a:pos x="wd2" y="hd2"/>
              </a:cxn>
              <a:cxn ang="10800000">
                <a:pos x="wd2" y="hd2"/>
              </a:cxn>
              <a:cxn ang="16200000">
                <a:pos x="wd2" y="hd2"/>
              </a:cxn>
            </a:cxnLst>
            <a:rect l="0" t="0" r="r" b="b"/>
            <a:pathLst>
              <a:path w="21600" h="21600" extrusionOk="0">
                <a:moveTo>
                  <a:pt x="10066" y="19503"/>
                </a:moveTo>
                <a:cubicBezTo>
                  <a:pt x="7969" y="19293"/>
                  <a:pt x="6082" y="18454"/>
                  <a:pt x="4614" y="16986"/>
                </a:cubicBezTo>
                <a:cubicBezTo>
                  <a:pt x="4404" y="16567"/>
                  <a:pt x="3984" y="16148"/>
                  <a:pt x="3775" y="15728"/>
                </a:cubicBezTo>
                <a:cubicBezTo>
                  <a:pt x="1887" y="16777"/>
                  <a:pt x="1887" y="16777"/>
                  <a:pt x="1887" y="16777"/>
                </a:cubicBezTo>
                <a:cubicBezTo>
                  <a:pt x="3775" y="19503"/>
                  <a:pt x="6711" y="21181"/>
                  <a:pt x="10066" y="21600"/>
                </a:cubicBezTo>
                <a:cubicBezTo>
                  <a:pt x="10066" y="19503"/>
                  <a:pt x="10066" y="19503"/>
                  <a:pt x="10066" y="19503"/>
                </a:cubicBezTo>
                <a:close/>
                <a:moveTo>
                  <a:pt x="3775" y="5662"/>
                </a:moveTo>
                <a:cubicBezTo>
                  <a:pt x="3984" y="5243"/>
                  <a:pt x="4404" y="5033"/>
                  <a:pt x="4614" y="4614"/>
                </a:cubicBezTo>
                <a:cubicBezTo>
                  <a:pt x="6082" y="3146"/>
                  <a:pt x="7969" y="2307"/>
                  <a:pt x="10066" y="2097"/>
                </a:cubicBezTo>
                <a:cubicBezTo>
                  <a:pt x="10066" y="0"/>
                  <a:pt x="10066" y="0"/>
                  <a:pt x="10066" y="0"/>
                </a:cubicBezTo>
                <a:cubicBezTo>
                  <a:pt x="6711" y="210"/>
                  <a:pt x="3775" y="2097"/>
                  <a:pt x="1887" y="4614"/>
                </a:cubicBezTo>
                <a:lnTo>
                  <a:pt x="3775" y="5662"/>
                </a:lnTo>
                <a:close/>
                <a:moveTo>
                  <a:pt x="2097" y="10695"/>
                </a:moveTo>
                <a:cubicBezTo>
                  <a:pt x="2097" y="9437"/>
                  <a:pt x="2307" y="8179"/>
                  <a:pt x="2936" y="7130"/>
                </a:cubicBezTo>
                <a:cubicBezTo>
                  <a:pt x="1049" y="6082"/>
                  <a:pt x="1049" y="6082"/>
                  <a:pt x="1049" y="6082"/>
                </a:cubicBezTo>
                <a:cubicBezTo>
                  <a:pt x="419" y="7550"/>
                  <a:pt x="0" y="9017"/>
                  <a:pt x="0" y="10695"/>
                </a:cubicBezTo>
                <a:cubicBezTo>
                  <a:pt x="0" y="12373"/>
                  <a:pt x="419" y="14050"/>
                  <a:pt x="1049" y="15518"/>
                </a:cubicBezTo>
                <a:cubicBezTo>
                  <a:pt x="2936" y="14470"/>
                  <a:pt x="2936" y="14470"/>
                  <a:pt x="2936" y="14470"/>
                </a:cubicBezTo>
                <a:cubicBezTo>
                  <a:pt x="2307" y="13212"/>
                  <a:pt x="2097" y="11953"/>
                  <a:pt x="2097" y="10695"/>
                </a:cubicBezTo>
                <a:close/>
                <a:moveTo>
                  <a:pt x="11534" y="2097"/>
                </a:moveTo>
                <a:cubicBezTo>
                  <a:pt x="13631" y="2307"/>
                  <a:pt x="15518" y="3146"/>
                  <a:pt x="16986" y="4614"/>
                </a:cubicBezTo>
                <a:cubicBezTo>
                  <a:pt x="17406" y="5033"/>
                  <a:pt x="17616" y="5243"/>
                  <a:pt x="17825" y="5662"/>
                </a:cubicBezTo>
                <a:cubicBezTo>
                  <a:pt x="19713" y="4614"/>
                  <a:pt x="19713" y="4614"/>
                  <a:pt x="19713" y="4614"/>
                </a:cubicBezTo>
                <a:cubicBezTo>
                  <a:pt x="18035" y="2097"/>
                  <a:pt x="14889" y="210"/>
                  <a:pt x="11534" y="0"/>
                </a:cubicBezTo>
                <a:lnTo>
                  <a:pt x="11534" y="2097"/>
                </a:lnTo>
                <a:close/>
                <a:moveTo>
                  <a:pt x="19503" y="10695"/>
                </a:moveTo>
                <a:cubicBezTo>
                  <a:pt x="19503" y="11953"/>
                  <a:pt x="19293" y="13212"/>
                  <a:pt x="18664" y="14470"/>
                </a:cubicBezTo>
                <a:cubicBezTo>
                  <a:pt x="20551" y="15518"/>
                  <a:pt x="20551" y="15518"/>
                  <a:pt x="20551" y="15518"/>
                </a:cubicBezTo>
                <a:cubicBezTo>
                  <a:pt x="21181" y="14050"/>
                  <a:pt x="21600" y="12373"/>
                  <a:pt x="21600" y="10695"/>
                </a:cubicBezTo>
                <a:cubicBezTo>
                  <a:pt x="21600" y="9017"/>
                  <a:pt x="21181" y="7550"/>
                  <a:pt x="20551" y="6082"/>
                </a:cubicBezTo>
                <a:cubicBezTo>
                  <a:pt x="18664" y="7130"/>
                  <a:pt x="18664" y="7130"/>
                  <a:pt x="18664" y="7130"/>
                </a:cubicBezTo>
                <a:cubicBezTo>
                  <a:pt x="19293" y="8179"/>
                  <a:pt x="19503" y="9437"/>
                  <a:pt x="19503" y="10695"/>
                </a:cubicBezTo>
                <a:close/>
                <a:moveTo>
                  <a:pt x="19713" y="16777"/>
                </a:moveTo>
                <a:cubicBezTo>
                  <a:pt x="18035" y="19503"/>
                  <a:pt x="14889" y="21181"/>
                  <a:pt x="11534" y="21600"/>
                </a:cubicBezTo>
                <a:cubicBezTo>
                  <a:pt x="11534" y="19503"/>
                  <a:pt x="11534" y="19503"/>
                  <a:pt x="11534" y="19503"/>
                </a:cubicBezTo>
                <a:cubicBezTo>
                  <a:pt x="13631" y="19293"/>
                  <a:pt x="15518" y="18454"/>
                  <a:pt x="16986" y="16986"/>
                </a:cubicBezTo>
                <a:cubicBezTo>
                  <a:pt x="17406" y="16567"/>
                  <a:pt x="17616" y="16148"/>
                  <a:pt x="17825" y="15728"/>
                </a:cubicBezTo>
                <a:lnTo>
                  <a:pt x="19713" y="16777"/>
                </a:lnTo>
                <a:close/>
              </a:path>
            </a:pathLst>
          </a:custGeom>
          <a:solidFill>
            <a:schemeClr val="accent3"/>
          </a:solidFill>
          <a:ln w="12700">
            <a:miter lim="400000"/>
          </a:ln>
        </p:spPr>
        <p:txBody>
          <a:bodyPr lIns="109727" tIns="109727" rIns="109727" bIns="109727"/>
          <a:lstStyle/>
          <a:p>
            <a:endParaRPr/>
          </a:p>
        </p:txBody>
      </p:sp>
      <p:sp>
        <p:nvSpPr>
          <p:cNvPr id="681" name="Shape"/>
          <p:cNvSpPr/>
          <p:nvPr/>
        </p:nvSpPr>
        <p:spPr>
          <a:xfrm>
            <a:off x="6987291" y="5497209"/>
            <a:ext cx="2480120" cy="2480120"/>
          </a:xfrm>
          <a:custGeom>
            <a:avLst/>
            <a:gdLst/>
            <a:ahLst/>
            <a:cxnLst>
              <a:cxn ang="0">
                <a:pos x="wd2" y="hd2"/>
              </a:cxn>
              <a:cxn ang="5400000">
                <a:pos x="wd2" y="hd2"/>
              </a:cxn>
              <a:cxn ang="10800000">
                <a:pos x="wd2" y="hd2"/>
              </a:cxn>
              <a:cxn ang="16200000">
                <a:pos x="wd2" y="hd2"/>
              </a:cxn>
            </a:cxnLst>
            <a:rect l="0" t="0" r="r" b="b"/>
            <a:pathLst>
              <a:path w="21600" h="21600" extrusionOk="0">
                <a:moveTo>
                  <a:pt x="19482" y="11953"/>
                </a:moveTo>
                <a:cubicBezTo>
                  <a:pt x="19271" y="13841"/>
                  <a:pt x="18424" y="15518"/>
                  <a:pt x="16941" y="16986"/>
                </a:cubicBezTo>
                <a:cubicBezTo>
                  <a:pt x="15671" y="18454"/>
                  <a:pt x="13765" y="19293"/>
                  <a:pt x="11859" y="19503"/>
                </a:cubicBezTo>
                <a:cubicBezTo>
                  <a:pt x="11859" y="21600"/>
                  <a:pt x="11859" y="21600"/>
                  <a:pt x="11859" y="21600"/>
                </a:cubicBezTo>
                <a:cubicBezTo>
                  <a:pt x="16941" y="21181"/>
                  <a:pt x="21176" y="16986"/>
                  <a:pt x="21600" y="11953"/>
                </a:cubicBezTo>
                <a:lnTo>
                  <a:pt x="19482" y="11953"/>
                </a:lnTo>
                <a:close/>
                <a:moveTo>
                  <a:pt x="9741" y="19503"/>
                </a:moveTo>
                <a:cubicBezTo>
                  <a:pt x="7835" y="19293"/>
                  <a:pt x="5929" y="18454"/>
                  <a:pt x="4659" y="16986"/>
                </a:cubicBezTo>
                <a:cubicBezTo>
                  <a:pt x="3176" y="15518"/>
                  <a:pt x="2329" y="13841"/>
                  <a:pt x="2118" y="11953"/>
                </a:cubicBezTo>
                <a:cubicBezTo>
                  <a:pt x="0" y="11953"/>
                  <a:pt x="0" y="11953"/>
                  <a:pt x="0" y="11953"/>
                </a:cubicBezTo>
                <a:cubicBezTo>
                  <a:pt x="424" y="16986"/>
                  <a:pt x="4659" y="21181"/>
                  <a:pt x="9741" y="21600"/>
                </a:cubicBezTo>
                <a:lnTo>
                  <a:pt x="9741" y="19503"/>
                </a:lnTo>
                <a:close/>
                <a:moveTo>
                  <a:pt x="11859" y="2307"/>
                </a:moveTo>
                <a:cubicBezTo>
                  <a:pt x="13765" y="2517"/>
                  <a:pt x="15671" y="3355"/>
                  <a:pt x="16941" y="4614"/>
                </a:cubicBezTo>
                <a:cubicBezTo>
                  <a:pt x="18424" y="6082"/>
                  <a:pt x="19271" y="7969"/>
                  <a:pt x="19482" y="9856"/>
                </a:cubicBezTo>
                <a:cubicBezTo>
                  <a:pt x="21600" y="9856"/>
                  <a:pt x="21600" y="9856"/>
                  <a:pt x="21600" y="9856"/>
                </a:cubicBezTo>
                <a:cubicBezTo>
                  <a:pt x="21176" y="4614"/>
                  <a:pt x="16941" y="629"/>
                  <a:pt x="11859" y="0"/>
                </a:cubicBezTo>
                <a:lnTo>
                  <a:pt x="11859" y="2307"/>
                </a:lnTo>
                <a:close/>
                <a:moveTo>
                  <a:pt x="0" y="9856"/>
                </a:moveTo>
                <a:cubicBezTo>
                  <a:pt x="424" y="4614"/>
                  <a:pt x="4659" y="629"/>
                  <a:pt x="9741" y="0"/>
                </a:cubicBezTo>
                <a:cubicBezTo>
                  <a:pt x="9741" y="2307"/>
                  <a:pt x="9741" y="2307"/>
                  <a:pt x="9741" y="2307"/>
                </a:cubicBezTo>
                <a:cubicBezTo>
                  <a:pt x="7835" y="2517"/>
                  <a:pt x="5929" y="3355"/>
                  <a:pt x="4659" y="4614"/>
                </a:cubicBezTo>
                <a:cubicBezTo>
                  <a:pt x="3176" y="6082"/>
                  <a:pt x="2329" y="7969"/>
                  <a:pt x="2118" y="9856"/>
                </a:cubicBezTo>
                <a:lnTo>
                  <a:pt x="0" y="9856"/>
                </a:lnTo>
                <a:close/>
              </a:path>
            </a:pathLst>
          </a:custGeom>
          <a:solidFill>
            <a:schemeClr val="accent3">
              <a:lumOff val="25098"/>
            </a:schemeClr>
          </a:solidFill>
          <a:ln w="12700">
            <a:miter lim="400000"/>
          </a:ln>
        </p:spPr>
        <p:txBody>
          <a:bodyPr lIns="109727" tIns="109727" rIns="109727" bIns="109727"/>
          <a:lstStyle/>
          <a:p>
            <a:endParaRPr/>
          </a:p>
        </p:txBody>
      </p:sp>
      <p:sp>
        <p:nvSpPr>
          <p:cNvPr id="688"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 NAME, COMPANY NAME]</a:t>
            </a:r>
          </a:p>
        </p:txBody>
      </p:sp>
      <p:sp>
        <p:nvSpPr>
          <p:cNvPr id="689" name="Shape"/>
          <p:cNvSpPr/>
          <p:nvPr/>
        </p:nvSpPr>
        <p:spPr>
          <a:xfrm>
            <a:off x="14986821" y="6562645"/>
            <a:ext cx="370410" cy="349244"/>
          </a:xfrm>
          <a:custGeom>
            <a:avLst/>
            <a:gdLst/>
            <a:ahLst/>
            <a:cxnLst>
              <a:cxn ang="0">
                <a:pos x="wd2" y="hd2"/>
              </a:cxn>
              <a:cxn ang="5400000">
                <a:pos x="wd2" y="hd2"/>
              </a:cxn>
              <a:cxn ang="10800000">
                <a:pos x="wd2" y="hd2"/>
              </a:cxn>
              <a:cxn ang="16200000">
                <a:pos x="wd2" y="hd2"/>
              </a:cxn>
            </a:cxnLst>
            <a:rect l="0" t="0" r="r" b="b"/>
            <a:pathLst>
              <a:path w="21600" h="21600" extrusionOk="0">
                <a:moveTo>
                  <a:pt x="10491" y="0"/>
                </a:moveTo>
                <a:lnTo>
                  <a:pt x="7406" y="7200"/>
                </a:lnTo>
                <a:lnTo>
                  <a:pt x="0" y="8509"/>
                </a:lnTo>
                <a:lnTo>
                  <a:pt x="5554" y="13745"/>
                </a:lnTo>
                <a:lnTo>
                  <a:pt x="3703" y="21600"/>
                </a:lnTo>
                <a:lnTo>
                  <a:pt x="10491" y="17673"/>
                </a:lnTo>
                <a:lnTo>
                  <a:pt x="17280" y="21600"/>
                </a:lnTo>
                <a:lnTo>
                  <a:pt x="16046" y="13745"/>
                </a:lnTo>
                <a:lnTo>
                  <a:pt x="21600" y="8509"/>
                </a:lnTo>
                <a:lnTo>
                  <a:pt x="14194" y="7200"/>
                </a:lnTo>
                <a:lnTo>
                  <a:pt x="10491" y="0"/>
                </a:lnTo>
                <a:close/>
                <a:moveTo>
                  <a:pt x="10491" y="3927"/>
                </a:moveTo>
                <a:lnTo>
                  <a:pt x="12960" y="8509"/>
                </a:lnTo>
                <a:lnTo>
                  <a:pt x="17897" y="9818"/>
                </a:lnTo>
                <a:lnTo>
                  <a:pt x="14194" y="13091"/>
                </a:lnTo>
                <a:lnTo>
                  <a:pt x="15429" y="18327"/>
                </a:lnTo>
                <a:lnTo>
                  <a:pt x="10491" y="16364"/>
                </a:lnTo>
                <a:lnTo>
                  <a:pt x="6171" y="18327"/>
                </a:lnTo>
                <a:lnTo>
                  <a:pt x="6789" y="13091"/>
                </a:lnTo>
                <a:lnTo>
                  <a:pt x="3086" y="9818"/>
                </a:lnTo>
                <a:lnTo>
                  <a:pt x="8023" y="8509"/>
                </a:lnTo>
                <a:lnTo>
                  <a:pt x="10491" y="3927"/>
                </a:lnTo>
                <a:close/>
              </a:path>
            </a:pathLst>
          </a:custGeom>
          <a:solidFill>
            <a:schemeClr val="accent3">
              <a:lumOff val="25098"/>
            </a:schemeClr>
          </a:solidFill>
          <a:ln w="12700">
            <a:miter lim="400000"/>
          </a:ln>
        </p:spPr>
        <p:txBody>
          <a:bodyPr lIns="109727" tIns="109727" rIns="109727" bIns="109727"/>
          <a:lstStyle/>
          <a:p>
            <a:endParaRPr/>
          </a:p>
        </p:txBody>
      </p:sp>
      <p:sp>
        <p:nvSpPr>
          <p:cNvPr id="690" name="Shape"/>
          <p:cNvSpPr/>
          <p:nvPr/>
        </p:nvSpPr>
        <p:spPr>
          <a:xfrm>
            <a:off x="16307685" y="6561601"/>
            <a:ext cx="369126" cy="35133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01" y="7163"/>
                </a:lnTo>
                <a:lnTo>
                  <a:pt x="21600" y="8251"/>
                </a:lnTo>
                <a:lnTo>
                  <a:pt x="16145" y="13762"/>
                </a:lnTo>
                <a:lnTo>
                  <a:pt x="17468" y="21600"/>
                </a:lnTo>
                <a:lnTo>
                  <a:pt x="10800" y="17835"/>
                </a:lnTo>
                <a:lnTo>
                  <a:pt x="4126" y="21600"/>
                </a:lnTo>
                <a:lnTo>
                  <a:pt x="5450" y="13762"/>
                </a:lnTo>
                <a:lnTo>
                  <a:pt x="0" y="8251"/>
                </a:lnTo>
                <a:lnTo>
                  <a:pt x="7494" y="7163"/>
                </a:lnTo>
                <a:lnTo>
                  <a:pt x="10800" y="0"/>
                </a:lnTo>
                <a:close/>
              </a:path>
            </a:pathLst>
          </a:custGeom>
          <a:solidFill>
            <a:srgbClr val="243646"/>
          </a:solidFill>
          <a:ln w="25400">
            <a:miter lim="400000"/>
          </a:ln>
        </p:spPr>
        <p:txBody>
          <a:bodyPr lIns="109727" tIns="109727" rIns="109727" bIns="109727"/>
          <a:lstStyle/>
          <a:p>
            <a:endParaRPr/>
          </a:p>
        </p:txBody>
      </p:sp>
      <p:sp>
        <p:nvSpPr>
          <p:cNvPr id="691" name="Shape"/>
          <p:cNvSpPr/>
          <p:nvPr/>
        </p:nvSpPr>
        <p:spPr>
          <a:xfrm>
            <a:off x="15867825" y="6561601"/>
            <a:ext cx="369126" cy="35133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01" y="7163"/>
                </a:lnTo>
                <a:lnTo>
                  <a:pt x="21600" y="8251"/>
                </a:lnTo>
                <a:lnTo>
                  <a:pt x="16145" y="13762"/>
                </a:lnTo>
                <a:lnTo>
                  <a:pt x="17468" y="21600"/>
                </a:lnTo>
                <a:lnTo>
                  <a:pt x="10800" y="17835"/>
                </a:lnTo>
                <a:lnTo>
                  <a:pt x="4126" y="21600"/>
                </a:lnTo>
                <a:lnTo>
                  <a:pt x="5450" y="13762"/>
                </a:lnTo>
                <a:lnTo>
                  <a:pt x="0" y="8251"/>
                </a:lnTo>
                <a:lnTo>
                  <a:pt x="7494" y="7163"/>
                </a:lnTo>
                <a:lnTo>
                  <a:pt x="10800" y="0"/>
                </a:lnTo>
                <a:close/>
              </a:path>
            </a:pathLst>
          </a:custGeom>
          <a:solidFill>
            <a:srgbClr val="243646"/>
          </a:solidFill>
          <a:ln w="25400">
            <a:miter lim="400000"/>
          </a:ln>
        </p:spPr>
        <p:txBody>
          <a:bodyPr lIns="109727" tIns="109727" rIns="109727" bIns="109727"/>
          <a:lstStyle/>
          <a:p>
            <a:endParaRPr/>
          </a:p>
        </p:txBody>
      </p:sp>
      <p:sp>
        <p:nvSpPr>
          <p:cNvPr id="22"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sp>
        <p:nvSpPr>
          <p:cNvPr id="23" name="Shape"/>
          <p:cNvSpPr/>
          <p:nvPr/>
        </p:nvSpPr>
        <p:spPr>
          <a:xfrm>
            <a:off x="7707196" y="6288148"/>
            <a:ext cx="1055804" cy="965303"/>
          </a:xfrm>
          <a:custGeom>
            <a:avLst/>
            <a:gdLst/>
            <a:ahLst/>
            <a:cxnLst>
              <a:cxn ang="0">
                <a:pos x="wd2" y="hd2"/>
              </a:cxn>
              <a:cxn ang="5400000">
                <a:pos x="wd2" y="hd2"/>
              </a:cxn>
              <a:cxn ang="10800000">
                <a:pos x="wd2" y="hd2"/>
              </a:cxn>
              <a:cxn ang="16200000">
                <a:pos x="wd2" y="hd2"/>
              </a:cxn>
            </a:cxnLst>
            <a:rect l="0" t="0" r="r" b="b"/>
            <a:pathLst>
              <a:path w="21600" h="21600" extrusionOk="0">
                <a:moveTo>
                  <a:pt x="10905" y="3825"/>
                </a:moveTo>
                <a:cubicBezTo>
                  <a:pt x="8598" y="3825"/>
                  <a:pt x="5872" y="3600"/>
                  <a:pt x="5872" y="2475"/>
                </a:cubicBezTo>
                <a:cubicBezTo>
                  <a:pt x="5872" y="1800"/>
                  <a:pt x="8179" y="1125"/>
                  <a:pt x="10905" y="1125"/>
                </a:cubicBezTo>
                <a:cubicBezTo>
                  <a:pt x="13212" y="1125"/>
                  <a:pt x="15728" y="1800"/>
                  <a:pt x="15728" y="2700"/>
                </a:cubicBezTo>
                <a:cubicBezTo>
                  <a:pt x="15728" y="3375"/>
                  <a:pt x="13212" y="3825"/>
                  <a:pt x="10905" y="3825"/>
                </a:cubicBezTo>
                <a:close/>
                <a:moveTo>
                  <a:pt x="6501" y="4500"/>
                </a:moveTo>
                <a:cubicBezTo>
                  <a:pt x="6920" y="4725"/>
                  <a:pt x="7340" y="4725"/>
                  <a:pt x="7969" y="4950"/>
                </a:cubicBezTo>
                <a:cubicBezTo>
                  <a:pt x="8179" y="7425"/>
                  <a:pt x="8808" y="10125"/>
                  <a:pt x="10066" y="12600"/>
                </a:cubicBezTo>
                <a:cubicBezTo>
                  <a:pt x="8388" y="10350"/>
                  <a:pt x="7130" y="7875"/>
                  <a:pt x="6501" y="4500"/>
                </a:cubicBezTo>
                <a:close/>
                <a:moveTo>
                  <a:pt x="10905" y="0"/>
                </a:moveTo>
                <a:cubicBezTo>
                  <a:pt x="8388" y="0"/>
                  <a:pt x="4614" y="225"/>
                  <a:pt x="4614" y="2700"/>
                </a:cubicBezTo>
                <a:cubicBezTo>
                  <a:pt x="5033" y="10575"/>
                  <a:pt x="9017" y="13050"/>
                  <a:pt x="9647" y="15975"/>
                </a:cubicBezTo>
                <a:cubicBezTo>
                  <a:pt x="10066" y="16650"/>
                  <a:pt x="11534" y="16650"/>
                  <a:pt x="12163" y="15975"/>
                </a:cubicBezTo>
                <a:cubicBezTo>
                  <a:pt x="12583" y="13275"/>
                  <a:pt x="16567" y="10575"/>
                  <a:pt x="16986" y="2925"/>
                </a:cubicBezTo>
                <a:cubicBezTo>
                  <a:pt x="16986" y="450"/>
                  <a:pt x="13212" y="0"/>
                  <a:pt x="10905" y="0"/>
                </a:cubicBezTo>
                <a:close/>
                <a:moveTo>
                  <a:pt x="14680" y="20250"/>
                </a:moveTo>
                <a:cubicBezTo>
                  <a:pt x="14680" y="21600"/>
                  <a:pt x="14680" y="21600"/>
                  <a:pt x="14680" y="21600"/>
                </a:cubicBezTo>
                <a:cubicBezTo>
                  <a:pt x="6920" y="21600"/>
                  <a:pt x="6920" y="21600"/>
                  <a:pt x="6920" y="21600"/>
                </a:cubicBezTo>
                <a:cubicBezTo>
                  <a:pt x="6920" y="20250"/>
                  <a:pt x="6920" y="20250"/>
                  <a:pt x="6920" y="20250"/>
                </a:cubicBezTo>
                <a:cubicBezTo>
                  <a:pt x="9017" y="20250"/>
                  <a:pt x="9437" y="18450"/>
                  <a:pt x="9647" y="17325"/>
                </a:cubicBezTo>
                <a:cubicBezTo>
                  <a:pt x="10276" y="17550"/>
                  <a:pt x="11534" y="17550"/>
                  <a:pt x="12163" y="17325"/>
                </a:cubicBezTo>
                <a:cubicBezTo>
                  <a:pt x="12163" y="18450"/>
                  <a:pt x="12583" y="20250"/>
                  <a:pt x="14680" y="20250"/>
                </a:cubicBezTo>
                <a:close/>
                <a:moveTo>
                  <a:pt x="21600" y="2475"/>
                </a:moveTo>
                <a:cubicBezTo>
                  <a:pt x="21390" y="6075"/>
                  <a:pt x="19293" y="9675"/>
                  <a:pt x="15938" y="11250"/>
                </a:cubicBezTo>
                <a:cubicBezTo>
                  <a:pt x="16357" y="10575"/>
                  <a:pt x="16567" y="9900"/>
                  <a:pt x="16986" y="9225"/>
                </a:cubicBezTo>
                <a:cubicBezTo>
                  <a:pt x="19083" y="7875"/>
                  <a:pt x="19922" y="5400"/>
                  <a:pt x="20342" y="3600"/>
                </a:cubicBezTo>
                <a:cubicBezTo>
                  <a:pt x="18245" y="3600"/>
                  <a:pt x="18245" y="3600"/>
                  <a:pt x="18245" y="3600"/>
                </a:cubicBezTo>
                <a:cubicBezTo>
                  <a:pt x="18245" y="3150"/>
                  <a:pt x="18245" y="2925"/>
                  <a:pt x="18245" y="2475"/>
                </a:cubicBezTo>
                <a:lnTo>
                  <a:pt x="21600" y="2475"/>
                </a:lnTo>
                <a:close/>
                <a:moveTo>
                  <a:pt x="5662" y="11250"/>
                </a:moveTo>
                <a:cubicBezTo>
                  <a:pt x="2307" y="9675"/>
                  <a:pt x="419" y="6075"/>
                  <a:pt x="0" y="2475"/>
                </a:cubicBezTo>
                <a:cubicBezTo>
                  <a:pt x="3355" y="2475"/>
                  <a:pt x="3355" y="2475"/>
                  <a:pt x="3355" y="2475"/>
                </a:cubicBezTo>
                <a:cubicBezTo>
                  <a:pt x="3355" y="2925"/>
                  <a:pt x="3355" y="3150"/>
                  <a:pt x="3565" y="3600"/>
                </a:cubicBezTo>
                <a:cubicBezTo>
                  <a:pt x="1468" y="3600"/>
                  <a:pt x="1468" y="3600"/>
                  <a:pt x="1468" y="3600"/>
                </a:cubicBezTo>
                <a:cubicBezTo>
                  <a:pt x="1678" y="5400"/>
                  <a:pt x="2517" y="7875"/>
                  <a:pt x="4823" y="9225"/>
                </a:cubicBezTo>
                <a:cubicBezTo>
                  <a:pt x="5033" y="9900"/>
                  <a:pt x="5243" y="10575"/>
                  <a:pt x="5662" y="11250"/>
                </a:cubicBezTo>
                <a:close/>
              </a:path>
            </a:pathLst>
          </a:custGeom>
          <a:solidFill>
            <a:srgbClr val="243646"/>
          </a:solidFill>
          <a:ln w="12700">
            <a:miter lim="400000"/>
          </a:ln>
        </p:spPr>
        <p:txBody>
          <a:bodyPr lIns="109727" tIns="109727" rIns="109727" bIns="109727"/>
          <a:lstStyle/>
          <a:p>
            <a:endParaRPr/>
          </a:p>
        </p:txBody>
      </p:sp>
      <p:sp>
        <p:nvSpPr>
          <p:cNvPr id="25" name="Shape"/>
          <p:cNvSpPr/>
          <p:nvPr/>
        </p:nvSpPr>
        <p:spPr>
          <a:xfrm>
            <a:off x="15443946" y="6559473"/>
            <a:ext cx="370410" cy="349244"/>
          </a:xfrm>
          <a:custGeom>
            <a:avLst/>
            <a:gdLst/>
            <a:ahLst/>
            <a:cxnLst>
              <a:cxn ang="0">
                <a:pos x="wd2" y="hd2"/>
              </a:cxn>
              <a:cxn ang="5400000">
                <a:pos x="wd2" y="hd2"/>
              </a:cxn>
              <a:cxn ang="10800000">
                <a:pos x="wd2" y="hd2"/>
              </a:cxn>
              <a:cxn ang="16200000">
                <a:pos x="wd2" y="hd2"/>
              </a:cxn>
            </a:cxnLst>
            <a:rect l="0" t="0" r="r" b="b"/>
            <a:pathLst>
              <a:path w="21600" h="21600" extrusionOk="0">
                <a:moveTo>
                  <a:pt x="10491" y="0"/>
                </a:moveTo>
                <a:lnTo>
                  <a:pt x="7406" y="7200"/>
                </a:lnTo>
                <a:lnTo>
                  <a:pt x="0" y="8509"/>
                </a:lnTo>
                <a:lnTo>
                  <a:pt x="5554" y="13745"/>
                </a:lnTo>
                <a:lnTo>
                  <a:pt x="3703" y="21600"/>
                </a:lnTo>
                <a:lnTo>
                  <a:pt x="10491" y="17673"/>
                </a:lnTo>
                <a:lnTo>
                  <a:pt x="17280" y="21600"/>
                </a:lnTo>
                <a:lnTo>
                  <a:pt x="16046" y="13745"/>
                </a:lnTo>
                <a:lnTo>
                  <a:pt x="21600" y="8509"/>
                </a:lnTo>
                <a:lnTo>
                  <a:pt x="14194" y="7200"/>
                </a:lnTo>
                <a:lnTo>
                  <a:pt x="10491" y="0"/>
                </a:lnTo>
                <a:close/>
                <a:moveTo>
                  <a:pt x="10491" y="3927"/>
                </a:moveTo>
                <a:lnTo>
                  <a:pt x="12960" y="8509"/>
                </a:lnTo>
                <a:lnTo>
                  <a:pt x="17897" y="9818"/>
                </a:lnTo>
                <a:lnTo>
                  <a:pt x="14194" y="13091"/>
                </a:lnTo>
                <a:lnTo>
                  <a:pt x="15429" y="18327"/>
                </a:lnTo>
                <a:lnTo>
                  <a:pt x="10491" y="16364"/>
                </a:lnTo>
                <a:lnTo>
                  <a:pt x="6171" y="18327"/>
                </a:lnTo>
                <a:lnTo>
                  <a:pt x="6789" y="13091"/>
                </a:lnTo>
                <a:lnTo>
                  <a:pt x="3086" y="9818"/>
                </a:lnTo>
                <a:lnTo>
                  <a:pt x="8023" y="8509"/>
                </a:lnTo>
                <a:lnTo>
                  <a:pt x="10491" y="3927"/>
                </a:lnTo>
                <a:close/>
              </a:path>
            </a:pathLst>
          </a:custGeom>
          <a:solidFill>
            <a:schemeClr val="accent3">
              <a:lumOff val="25098"/>
            </a:schemeClr>
          </a:solidFill>
          <a:ln w="12700">
            <a:miter lim="400000"/>
          </a:ln>
        </p:spPr>
        <p:txBody>
          <a:bodyPr lIns="109727" tIns="109727" rIns="109727" bIns="109727"/>
          <a:lstStyle/>
          <a:p>
            <a:endParaRPr/>
          </a:p>
        </p:txBody>
      </p:sp>
      <p:sp>
        <p:nvSpPr>
          <p:cNvPr id="27" name="Customer Persona &amp; Goals (Primary)"/>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b="1" dirty="0">
                <a:solidFill>
                  <a:srgbClr val="243646"/>
                </a:solidFill>
                <a:latin typeface="PT Sans Narrow" charset="-52"/>
                <a:ea typeface="PT Sans Narrow" charset="-52"/>
                <a:cs typeface="PT Sans Narrow" charset="-52"/>
              </a:rPr>
              <a:t>Success</a:t>
            </a:r>
            <a:r>
              <a:rPr lang="en-US" sz="6643" dirty="0">
                <a:solidFill>
                  <a:srgbClr val="243646"/>
                </a:solidFill>
                <a:latin typeface="PT Sans Narrow" charset="-52"/>
                <a:ea typeface="PT Sans Narrow" charset="-52"/>
                <a:cs typeface="PT Sans Narrow" charset="-52"/>
              </a:rPr>
              <a:t> Criteria</a:t>
            </a:r>
          </a:p>
        </p:txBody>
      </p:sp>
      <p:sp>
        <p:nvSpPr>
          <p:cNvPr id="28" name="Shape"/>
          <p:cNvSpPr/>
          <p:nvPr/>
        </p:nvSpPr>
        <p:spPr>
          <a:xfrm>
            <a:off x="11590299" y="6183671"/>
            <a:ext cx="881101" cy="1018979"/>
          </a:xfrm>
          <a:custGeom>
            <a:avLst/>
            <a:gdLst/>
            <a:ahLst/>
            <a:cxnLst>
              <a:cxn ang="0">
                <a:pos x="wd2" y="hd2"/>
              </a:cxn>
              <a:cxn ang="5400000">
                <a:pos x="wd2" y="hd2"/>
              </a:cxn>
              <a:cxn ang="10800000">
                <a:pos x="wd2" y="hd2"/>
              </a:cxn>
              <a:cxn ang="16200000">
                <a:pos x="wd2" y="hd2"/>
              </a:cxn>
            </a:cxnLst>
            <a:rect l="0" t="0" r="r" b="b"/>
            <a:pathLst>
              <a:path w="21437" h="21250" extrusionOk="0">
                <a:moveTo>
                  <a:pt x="14804" y="18342"/>
                </a:moveTo>
                <a:cubicBezTo>
                  <a:pt x="13106" y="17512"/>
                  <a:pt x="13106" y="15642"/>
                  <a:pt x="14562" y="14812"/>
                </a:cubicBezTo>
                <a:cubicBezTo>
                  <a:pt x="12863" y="13565"/>
                  <a:pt x="13348" y="11488"/>
                  <a:pt x="15047" y="10865"/>
                </a:cubicBezTo>
                <a:cubicBezTo>
                  <a:pt x="14562" y="10035"/>
                  <a:pt x="14562" y="8996"/>
                  <a:pt x="15047" y="8165"/>
                </a:cubicBezTo>
                <a:cubicBezTo>
                  <a:pt x="14804" y="7958"/>
                  <a:pt x="14319" y="7750"/>
                  <a:pt x="14076" y="7542"/>
                </a:cubicBezTo>
                <a:cubicBezTo>
                  <a:pt x="15290" y="4842"/>
                  <a:pt x="15533" y="481"/>
                  <a:pt x="13591" y="65"/>
                </a:cubicBezTo>
                <a:cubicBezTo>
                  <a:pt x="11892" y="-350"/>
                  <a:pt x="11649" y="1312"/>
                  <a:pt x="11164" y="2558"/>
                </a:cubicBezTo>
                <a:cubicBezTo>
                  <a:pt x="9951" y="5673"/>
                  <a:pt x="7038" y="9619"/>
                  <a:pt x="0" y="9619"/>
                </a:cubicBezTo>
                <a:cubicBezTo>
                  <a:pt x="0" y="9619"/>
                  <a:pt x="0" y="16058"/>
                  <a:pt x="0" y="18342"/>
                </a:cubicBezTo>
                <a:cubicBezTo>
                  <a:pt x="8009" y="18342"/>
                  <a:pt x="10193" y="21042"/>
                  <a:pt x="13834" y="21250"/>
                </a:cubicBezTo>
                <a:cubicBezTo>
                  <a:pt x="14076" y="21250"/>
                  <a:pt x="14076" y="21250"/>
                  <a:pt x="14319" y="21250"/>
                </a:cubicBezTo>
                <a:cubicBezTo>
                  <a:pt x="13591" y="20419"/>
                  <a:pt x="13834" y="19173"/>
                  <a:pt x="14804" y="18342"/>
                </a:cubicBezTo>
                <a:close/>
                <a:moveTo>
                  <a:pt x="17960" y="21250"/>
                </a:moveTo>
                <a:cubicBezTo>
                  <a:pt x="19901" y="21250"/>
                  <a:pt x="20144" y="19796"/>
                  <a:pt x="20144" y="18758"/>
                </a:cubicBezTo>
                <a:cubicBezTo>
                  <a:pt x="20387" y="18758"/>
                  <a:pt x="16503" y="18758"/>
                  <a:pt x="16503" y="18758"/>
                </a:cubicBezTo>
                <a:cubicBezTo>
                  <a:pt x="14562" y="18758"/>
                  <a:pt x="14562" y="21250"/>
                  <a:pt x="16503" y="21250"/>
                </a:cubicBezTo>
                <a:lnTo>
                  <a:pt x="17960" y="21250"/>
                </a:lnTo>
                <a:close/>
                <a:moveTo>
                  <a:pt x="21115" y="15227"/>
                </a:moveTo>
                <a:cubicBezTo>
                  <a:pt x="16018" y="15227"/>
                  <a:pt x="16018" y="15227"/>
                  <a:pt x="16018" y="15227"/>
                </a:cubicBezTo>
                <a:cubicBezTo>
                  <a:pt x="14319" y="15227"/>
                  <a:pt x="14319" y="17719"/>
                  <a:pt x="16018" y="17719"/>
                </a:cubicBezTo>
                <a:cubicBezTo>
                  <a:pt x="19173" y="17719"/>
                  <a:pt x="19173" y="17719"/>
                  <a:pt x="19173" y="17719"/>
                </a:cubicBezTo>
                <a:cubicBezTo>
                  <a:pt x="21115" y="17719"/>
                  <a:pt x="21357" y="16265"/>
                  <a:pt x="21115" y="15227"/>
                </a:cubicBezTo>
                <a:close/>
                <a:moveTo>
                  <a:pt x="16018" y="14188"/>
                </a:moveTo>
                <a:cubicBezTo>
                  <a:pt x="19658" y="14188"/>
                  <a:pt x="19658" y="14188"/>
                  <a:pt x="19658" y="14188"/>
                </a:cubicBezTo>
                <a:cubicBezTo>
                  <a:pt x="21357" y="14188"/>
                  <a:pt x="21600" y="12527"/>
                  <a:pt x="21357" y="11696"/>
                </a:cubicBezTo>
                <a:cubicBezTo>
                  <a:pt x="16018" y="11696"/>
                  <a:pt x="16018" y="11696"/>
                  <a:pt x="16018" y="11696"/>
                </a:cubicBezTo>
                <a:cubicBezTo>
                  <a:pt x="14319" y="11696"/>
                  <a:pt x="14319" y="14188"/>
                  <a:pt x="16018" y="14188"/>
                </a:cubicBezTo>
                <a:close/>
                <a:moveTo>
                  <a:pt x="17231" y="8373"/>
                </a:moveTo>
                <a:cubicBezTo>
                  <a:pt x="21115" y="8373"/>
                  <a:pt x="21115" y="8373"/>
                  <a:pt x="21115" y="8373"/>
                </a:cubicBezTo>
                <a:cubicBezTo>
                  <a:pt x="21357" y="9204"/>
                  <a:pt x="20872" y="10658"/>
                  <a:pt x="19173" y="10658"/>
                </a:cubicBezTo>
                <a:cubicBezTo>
                  <a:pt x="17231" y="10658"/>
                  <a:pt x="17231" y="10658"/>
                  <a:pt x="17231" y="10658"/>
                </a:cubicBezTo>
                <a:cubicBezTo>
                  <a:pt x="15290" y="10658"/>
                  <a:pt x="15290" y="8373"/>
                  <a:pt x="17231" y="8373"/>
                </a:cubicBezTo>
                <a:close/>
              </a:path>
            </a:pathLst>
          </a:custGeom>
          <a:solidFill>
            <a:srgbClr val="243646"/>
          </a:solidFill>
          <a:ln w="12700">
            <a:miter lim="400000"/>
          </a:ln>
        </p:spPr>
        <p:txBody>
          <a:bodyPr lIns="109727" tIns="109727" rIns="109727" bIns="109727"/>
          <a:lstStyle/>
          <a:p>
            <a:endParaRPr/>
          </a:p>
        </p:txBody>
      </p:sp>
      <p:sp>
        <p:nvSpPr>
          <p:cNvPr id="29" name="Increase…"/>
          <p:cNvSpPr txBox="1"/>
          <p:nvPr/>
        </p:nvSpPr>
        <p:spPr>
          <a:xfrm>
            <a:off x="7308088" y="3613077"/>
            <a:ext cx="1766892" cy="151425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ctr">
              <a:defRPr>
                <a:solidFill>
                  <a:srgbClr val="535353"/>
                </a:solidFill>
                <a:latin typeface="Avenir Book"/>
                <a:ea typeface="Avenir Book"/>
                <a:cs typeface="Avenir Book"/>
                <a:sym typeface="Avenir Book"/>
              </a:defRPr>
            </a:pPr>
            <a:r>
              <a:rPr sz="4200" dirty="0">
                <a:solidFill>
                  <a:srgbClr val="243646"/>
                </a:solidFill>
                <a:latin typeface="PT Sans Narrow" charset="-52"/>
                <a:ea typeface="PT Sans Narrow" charset="-52"/>
                <a:cs typeface="PT Sans Narrow" charset="-52"/>
              </a:rPr>
              <a:t>Increase</a:t>
            </a:r>
          </a:p>
          <a:p>
            <a:pPr algn="ctr">
              <a:defRPr>
                <a:solidFill>
                  <a:srgbClr val="535353"/>
                </a:solidFill>
                <a:latin typeface="Avenir Heavy"/>
                <a:ea typeface="Avenir Heavy"/>
                <a:cs typeface="Avenir Heavy"/>
                <a:sym typeface="Avenir Heavy"/>
              </a:defRPr>
            </a:pPr>
            <a:r>
              <a:rPr lang="en-US" sz="4200" b="1" dirty="0">
                <a:solidFill>
                  <a:srgbClr val="243646"/>
                </a:solidFill>
                <a:latin typeface="PT Sans Narrow" charset="-52"/>
                <a:ea typeface="PT Sans Narrow" charset="-52"/>
                <a:cs typeface="PT Sans Narrow" charset="-52"/>
              </a:rPr>
              <a:t>Sales %</a:t>
            </a:r>
            <a:endParaRPr sz="4200" b="1" dirty="0">
              <a:solidFill>
                <a:srgbClr val="243646"/>
              </a:solidFill>
              <a:latin typeface="PT Sans Narrow" charset="-52"/>
              <a:ea typeface="PT Sans Narrow" charset="-52"/>
              <a:cs typeface="PT Sans Narrow" charset="-52"/>
            </a:endParaRPr>
          </a:p>
        </p:txBody>
      </p:sp>
      <p:sp>
        <p:nvSpPr>
          <p:cNvPr id="30" name="Capture…"/>
          <p:cNvSpPr txBox="1"/>
          <p:nvPr/>
        </p:nvSpPr>
        <p:spPr>
          <a:xfrm>
            <a:off x="10994324" y="3142976"/>
            <a:ext cx="2061844" cy="216058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ctr">
              <a:defRPr>
                <a:solidFill>
                  <a:srgbClr val="535353"/>
                </a:solidFill>
                <a:latin typeface="Avenir Book"/>
                <a:ea typeface="Avenir Book"/>
                <a:cs typeface="Avenir Book"/>
                <a:sym typeface="Avenir Book"/>
              </a:defRPr>
            </a:pPr>
            <a:r>
              <a:rPr lang="en-US" sz="4200" dirty="0">
                <a:solidFill>
                  <a:srgbClr val="243646"/>
                </a:solidFill>
                <a:latin typeface="PT Sans Narrow" charset="-52"/>
                <a:ea typeface="PT Sans Narrow" charset="-52"/>
                <a:cs typeface="PT Sans Narrow" charset="-52"/>
              </a:rPr>
              <a:t>Decrease</a:t>
            </a:r>
          </a:p>
          <a:p>
            <a:pPr algn="ctr">
              <a:defRPr>
                <a:solidFill>
                  <a:srgbClr val="535353"/>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rPr>
              <a:t>Support</a:t>
            </a:r>
          </a:p>
          <a:p>
            <a:pPr algn="ctr">
              <a:defRPr>
                <a:solidFill>
                  <a:srgbClr val="535353"/>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rPr>
              <a:t>Volume #</a:t>
            </a:r>
            <a:endParaRPr sz="4200" b="1" dirty="0">
              <a:solidFill>
                <a:srgbClr val="243646"/>
              </a:solidFill>
              <a:latin typeface="PT Sans Narrow" charset="-52"/>
              <a:ea typeface="PT Sans Narrow" charset="-52"/>
              <a:cs typeface="PT Sans Narrow" charset="-52"/>
            </a:endParaRPr>
          </a:p>
        </p:txBody>
      </p:sp>
      <p:sp>
        <p:nvSpPr>
          <p:cNvPr id="31" name="Increase…"/>
          <p:cNvSpPr txBox="1"/>
          <p:nvPr/>
        </p:nvSpPr>
        <p:spPr>
          <a:xfrm>
            <a:off x="14558110" y="3205919"/>
            <a:ext cx="2549158" cy="216058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ctr">
              <a:defRPr>
                <a:solidFill>
                  <a:srgbClr val="535353"/>
                </a:solidFill>
                <a:latin typeface="Avenir Book"/>
                <a:ea typeface="Avenir Book"/>
                <a:cs typeface="Avenir Book"/>
                <a:sym typeface="Avenir Book"/>
              </a:defRPr>
            </a:pPr>
            <a:r>
              <a:rPr sz="4200" dirty="0">
                <a:solidFill>
                  <a:srgbClr val="243646"/>
                </a:solidFill>
                <a:latin typeface="PT Sans Narrow" charset="-52"/>
                <a:ea typeface="PT Sans Narrow" charset="-52"/>
                <a:cs typeface="PT Sans Narrow" charset="-52"/>
              </a:rPr>
              <a:t>Increase</a:t>
            </a:r>
          </a:p>
          <a:p>
            <a:pPr algn="ctr">
              <a:defRPr>
                <a:solidFill>
                  <a:srgbClr val="535353"/>
                </a:solidFill>
                <a:latin typeface="Avenir Heavy"/>
                <a:ea typeface="Avenir Heavy"/>
                <a:cs typeface="Avenir Heavy"/>
                <a:sym typeface="Avenir Heavy"/>
              </a:defRPr>
            </a:pPr>
            <a:r>
              <a:rPr lang="en-US" sz="4200" b="1" dirty="0">
                <a:solidFill>
                  <a:srgbClr val="243646"/>
                </a:solidFill>
                <a:latin typeface="PT Sans Narrow" charset="-52"/>
                <a:ea typeface="PT Sans Narrow" charset="-52"/>
                <a:cs typeface="PT Sans Narrow" charset="-52"/>
              </a:rPr>
              <a:t>Employee </a:t>
            </a:r>
            <a:br>
              <a:rPr lang="en-US" sz="4200" b="1" dirty="0">
                <a:solidFill>
                  <a:srgbClr val="243646"/>
                </a:solidFill>
                <a:latin typeface="PT Sans Narrow" charset="-52"/>
                <a:ea typeface="PT Sans Narrow" charset="-52"/>
                <a:cs typeface="PT Sans Narrow" charset="-52"/>
              </a:rPr>
            </a:br>
            <a:r>
              <a:rPr sz="4200" b="1" dirty="0">
                <a:solidFill>
                  <a:srgbClr val="243646"/>
                </a:solidFill>
                <a:latin typeface="PT Sans Narrow" charset="-52"/>
                <a:ea typeface="PT Sans Narrow" charset="-52"/>
                <a:cs typeface="PT Sans Narrow" charset="-52"/>
              </a:rPr>
              <a:t>Efficiency</a:t>
            </a:r>
            <a:r>
              <a:rPr lang="en-US" sz="4200" b="1" dirty="0">
                <a:solidFill>
                  <a:srgbClr val="243646"/>
                </a:solidFill>
                <a:latin typeface="PT Sans Narrow" charset="-52"/>
                <a:ea typeface="PT Sans Narrow" charset="-52"/>
                <a:cs typeface="PT Sans Narrow" charset="-52"/>
              </a:rPr>
              <a:t> %</a:t>
            </a:r>
            <a:endParaRPr sz="4200" b="1" dirty="0">
              <a:solidFill>
                <a:srgbClr val="243646"/>
              </a:solidFill>
              <a:latin typeface="PT Sans Narrow" charset="-52"/>
              <a:ea typeface="PT Sans Narrow" charset="-52"/>
              <a:cs typeface="PT Sans Narrow" charset="-52"/>
            </a:endParaRPr>
          </a:p>
        </p:txBody>
      </p:sp>
      <p:sp>
        <p:nvSpPr>
          <p:cNvPr id="32" name="At vero eos et accusamus et iusto odio dignissimos ducimus qui blanditiis praesentium voluptatum deleniti atque corrupti quos dolores et quas molestias excepturi sint occaecat. Cupiditate non provident, similique sunt in culpa qui officia deserunt mollitia animi, id est laborum et dolorum fuga."/>
          <p:cNvSpPr txBox="1"/>
          <p:nvPr/>
        </p:nvSpPr>
        <p:spPr>
          <a:xfrm>
            <a:off x="3781057" y="8772670"/>
            <a:ext cx="166130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dirty="0"/>
              <a:t>At vero eos et accusamus et iusto odio dignissimos ducimus qui blanditiis praesentium voluptatum deleniti atque corrupti quos dolores et quas molestias excepturi sint occaecat. Cupiditate non provident, similique sunt in culpa qui officia deserunt mollitia animi, id est laborum et dolorum fuga. </a:t>
            </a:r>
          </a:p>
        </p:txBody>
      </p:sp>
      <p:pic>
        <p:nvPicPr>
          <p:cNvPr id="26" name="Picture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932336083"/>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Create"/>
          <p:cNvSpPr txBox="1"/>
          <p:nvPr/>
        </p:nvSpPr>
        <p:spPr>
          <a:xfrm>
            <a:off x="10204979" y="8267376"/>
            <a:ext cx="3656833" cy="206825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2000">
                <a:solidFill>
                  <a:schemeClr val="accent4">
                    <a:lumOff val="58054"/>
                  </a:schemeClr>
                </a:solidFill>
                <a:latin typeface="Avenir Book"/>
                <a:ea typeface="Avenir Book"/>
                <a:cs typeface="Avenir Book"/>
                <a:sym typeface="Avenir Book"/>
              </a:defRPr>
            </a:lvl1pPr>
          </a:lstStyle>
          <a:p>
            <a:pPr>
              <a:defRPr>
                <a:solidFill>
                  <a:srgbClr val="44546A"/>
                </a:solidFill>
                <a:latin typeface="Calibri"/>
                <a:ea typeface="Calibri"/>
                <a:cs typeface="Calibri"/>
                <a:sym typeface="Calibri"/>
              </a:defRPr>
            </a:pPr>
            <a:r>
              <a:rPr dirty="0">
                <a:solidFill>
                  <a:schemeClr val="accent4">
                    <a:lumOff val="58054"/>
                  </a:schemeClr>
                </a:solidFill>
                <a:latin typeface="PT Sans Narrow" charset="-52"/>
                <a:ea typeface="PT Sans Narrow" charset="-52"/>
                <a:cs typeface="PT Sans Narrow" charset="-52"/>
                <a:sym typeface="Avenir Book"/>
              </a:rPr>
              <a:t>Create</a:t>
            </a:r>
          </a:p>
        </p:txBody>
      </p:sp>
      <p:sp>
        <p:nvSpPr>
          <p:cNvPr id="3" name="Shape"/>
          <p:cNvSpPr/>
          <p:nvPr/>
        </p:nvSpPr>
        <p:spPr>
          <a:xfrm>
            <a:off x="9493152" y="3192375"/>
            <a:ext cx="5080489" cy="4795998"/>
          </a:xfrm>
          <a:custGeom>
            <a:avLst/>
            <a:gdLst/>
            <a:ahLst/>
            <a:cxnLst>
              <a:cxn ang="0">
                <a:pos x="wd2" y="hd2"/>
              </a:cxn>
              <a:cxn ang="5400000">
                <a:pos x="wd2" y="hd2"/>
              </a:cxn>
              <a:cxn ang="10800000">
                <a:pos x="wd2" y="hd2"/>
              </a:cxn>
              <a:cxn ang="16200000">
                <a:pos x="wd2" y="hd2"/>
              </a:cxn>
            </a:cxnLst>
            <a:rect l="0" t="0" r="r" b="b"/>
            <a:pathLst>
              <a:path w="21124" h="21150" extrusionOk="0">
                <a:moveTo>
                  <a:pt x="9038" y="15041"/>
                </a:moveTo>
                <a:cubicBezTo>
                  <a:pt x="5335" y="18968"/>
                  <a:pt x="5335" y="18968"/>
                  <a:pt x="5335" y="18968"/>
                </a:cubicBezTo>
                <a:cubicBezTo>
                  <a:pt x="5130" y="19186"/>
                  <a:pt x="4924" y="19404"/>
                  <a:pt x="4718" y="19623"/>
                </a:cubicBezTo>
                <a:cubicBezTo>
                  <a:pt x="4512" y="20277"/>
                  <a:pt x="4512" y="20277"/>
                  <a:pt x="4512" y="20277"/>
                </a:cubicBezTo>
                <a:cubicBezTo>
                  <a:pt x="2661" y="21150"/>
                  <a:pt x="2661" y="21150"/>
                  <a:pt x="2661" y="21150"/>
                </a:cubicBezTo>
                <a:cubicBezTo>
                  <a:pt x="1838" y="20495"/>
                  <a:pt x="1838" y="20495"/>
                  <a:pt x="1838" y="20495"/>
                </a:cubicBezTo>
                <a:cubicBezTo>
                  <a:pt x="2867" y="18532"/>
                  <a:pt x="2867" y="18532"/>
                  <a:pt x="2867" y="18532"/>
                </a:cubicBezTo>
                <a:cubicBezTo>
                  <a:pt x="3278" y="18095"/>
                  <a:pt x="3278" y="18095"/>
                  <a:pt x="3278" y="18095"/>
                </a:cubicBezTo>
                <a:cubicBezTo>
                  <a:pt x="3690" y="18095"/>
                  <a:pt x="3895" y="17877"/>
                  <a:pt x="4101" y="17659"/>
                </a:cubicBezTo>
                <a:cubicBezTo>
                  <a:pt x="7804" y="13732"/>
                  <a:pt x="7804" y="13732"/>
                  <a:pt x="7804" y="13732"/>
                </a:cubicBezTo>
                <a:lnTo>
                  <a:pt x="9038" y="15041"/>
                </a:lnTo>
                <a:close/>
                <a:moveTo>
                  <a:pt x="11712" y="6968"/>
                </a:moveTo>
                <a:cubicBezTo>
                  <a:pt x="16650" y="1513"/>
                  <a:pt x="16650" y="1513"/>
                  <a:pt x="16650" y="1513"/>
                </a:cubicBezTo>
                <a:cubicBezTo>
                  <a:pt x="17678" y="423"/>
                  <a:pt x="19324" y="423"/>
                  <a:pt x="20352" y="1513"/>
                </a:cubicBezTo>
                <a:cubicBezTo>
                  <a:pt x="21381" y="2604"/>
                  <a:pt x="21381" y="4350"/>
                  <a:pt x="20352" y="5441"/>
                </a:cubicBezTo>
                <a:cubicBezTo>
                  <a:pt x="15415" y="10895"/>
                  <a:pt x="15415" y="10895"/>
                  <a:pt x="15415" y="10895"/>
                </a:cubicBezTo>
                <a:cubicBezTo>
                  <a:pt x="14387" y="9804"/>
                  <a:pt x="14387" y="9804"/>
                  <a:pt x="14387" y="9804"/>
                </a:cubicBezTo>
                <a:cubicBezTo>
                  <a:pt x="19324" y="4786"/>
                  <a:pt x="19324" y="4786"/>
                  <a:pt x="19324" y="4786"/>
                </a:cubicBezTo>
                <a:cubicBezTo>
                  <a:pt x="19530" y="4568"/>
                  <a:pt x="19530" y="4350"/>
                  <a:pt x="19324" y="4132"/>
                </a:cubicBezTo>
                <a:cubicBezTo>
                  <a:pt x="19118" y="4132"/>
                  <a:pt x="18912" y="4132"/>
                  <a:pt x="18707" y="4132"/>
                </a:cubicBezTo>
                <a:cubicBezTo>
                  <a:pt x="13975" y="9368"/>
                  <a:pt x="13975" y="9368"/>
                  <a:pt x="13975" y="9368"/>
                </a:cubicBezTo>
                <a:cubicBezTo>
                  <a:pt x="13152" y="8495"/>
                  <a:pt x="13152" y="8495"/>
                  <a:pt x="13152" y="8495"/>
                </a:cubicBezTo>
                <a:cubicBezTo>
                  <a:pt x="17884" y="3477"/>
                  <a:pt x="17884" y="3477"/>
                  <a:pt x="17884" y="3477"/>
                </a:cubicBezTo>
                <a:cubicBezTo>
                  <a:pt x="18090" y="3259"/>
                  <a:pt x="18090" y="3041"/>
                  <a:pt x="17884" y="2823"/>
                </a:cubicBezTo>
                <a:cubicBezTo>
                  <a:pt x="17884" y="2604"/>
                  <a:pt x="17678" y="2604"/>
                  <a:pt x="17472" y="2823"/>
                </a:cubicBezTo>
                <a:cubicBezTo>
                  <a:pt x="12535" y="7841"/>
                  <a:pt x="12535" y="7841"/>
                  <a:pt x="12535" y="7841"/>
                </a:cubicBezTo>
                <a:lnTo>
                  <a:pt x="11712" y="6968"/>
                </a:lnTo>
                <a:close/>
                <a:moveTo>
                  <a:pt x="17678" y="19841"/>
                </a:moveTo>
                <a:cubicBezTo>
                  <a:pt x="17267" y="19841"/>
                  <a:pt x="16855" y="19404"/>
                  <a:pt x="16855" y="18750"/>
                </a:cubicBezTo>
                <a:cubicBezTo>
                  <a:pt x="16855" y="18313"/>
                  <a:pt x="17267" y="17877"/>
                  <a:pt x="17678" y="17877"/>
                </a:cubicBezTo>
                <a:cubicBezTo>
                  <a:pt x="18295" y="17877"/>
                  <a:pt x="18707" y="18313"/>
                  <a:pt x="18707" y="18750"/>
                </a:cubicBezTo>
                <a:cubicBezTo>
                  <a:pt x="18707" y="19404"/>
                  <a:pt x="18295" y="19841"/>
                  <a:pt x="17678" y="19841"/>
                </a:cubicBezTo>
                <a:close/>
                <a:moveTo>
                  <a:pt x="19324" y="17441"/>
                </a:moveTo>
                <a:cubicBezTo>
                  <a:pt x="9655" y="6968"/>
                  <a:pt x="9655" y="6968"/>
                  <a:pt x="9655" y="6968"/>
                </a:cubicBezTo>
                <a:cubicBezTo>
                  <a:pt x="9038" y="6532"/>
                  <a:pt x="8832" y="5877"/>
                  <a:pt x="8832" y="5223"/>
                </a:cubicBezTo>
                <a:cubicBezTo>
                  <a:pt x="9038" y="3695"/>
                  <a:pt x="8627" y="2386"/>
                  <a:pt x="7598" y="1295"/>
                </a:cubicBezTo>
                <a:cubicBezTo>
                  <a:pt x="6364" y="-14"/>
                  <a:pt x="4512" y="-232"/>
                  <a:pt x="3072" y="204"/>
                </a:cubicBezTo>
                <a:cubicBezTo>
                  <a:pt x="5952" y="3259"/>
                  <a:pt x="5952" y="3259"/>
                  <a:pt x="5952" y="3259"/>
                </a:cubicBezTo>
                <a:cubicBezTo>
                  <a:pt x="5952" y="4568"/>
                  <a:pt x="4307" y="6313"/>
                  <a:pt x="3072" y="6313"/>
                </a:cubicBezTo>
                <a:cubicBezTo>
                  <a:pt x="192" y="3259"/>
                  <a:pt x="192" y="3259"/>
                  <a:pt x="192" y="3259"/>
                </a:cubicBezTo>
                <a:cubicBezTo>
                  <a:pt x="-219" y="4786"/>
                  <a:pt x="-13" y="6750"/>
                  <a:pt x="1221" y="8059"/>
                </a:cubicBezTo>
                <a:cubicBezTo>
                  <a:pt x="2250" y="9150"/>
                  <a:pt x="3484" y="9586"/>
                  <a:pt x="4924" y="9368"/>
                </a:cubicBezTo>
                <a:cubicBezTo>
                  <a:pt x="5541" y="9368"/>
                  <a:pt x="6158" y="9586"/>
                  <a:pt x="6570" y="10241"/>
                </a:cubicBezTo>
                <a:cubicBezTo>
                  <a:pt x="16444" y="20495"/>
                  <a:pt x="16444" y="20495"/>
                  <a:pt x="16444" y="20495"/>
                </a:cubicBezTo>
                <a:cubicBezTo>
                  <a:pt x="17267" y="21368"/>
                  <a:pt x="18501" y="21368"/>
                  <a:pt x="19324" y="20495"/>
                </a:cubicBezTo>
                <a:cubicBezTo>
                  <a:pt x="20147" y="19623"/>
                  <a:pt x="20147" y="18313"/>
                  <a:pt x="19324" y="17441"/>
                </a:cubicBezTo>
                <a:close/>
              </a:path>
            </a:pathLst>
          </a:custGeom>
          <a:solidFill>
            <a:srgbClr val="243646"/>
          </a:solidFill>
          <a:ln w="25400">
            <a:miter lim="400000"/>
          </a:ln>
        </p:spPr>
        <p:txBody>
          <a:bodyPr lIns="45719" rIns="45719" anchor="ctr"/>
          <a:lstStyle/>
          <a:p>
            <a:pPr>
              <a:defRPr sz="1400"/>
            </a:pPr>
            <a:endParaRPr/>
          </a:p>
        </p:txBody>
      </p:sp>
    </p:spTree>
    <p:extLst>
      <p:ext uri="{BB962C8B-B14F-4D97-AF65-F5344CB8AC3E}">
        <p14:creationId xmlns:p14="http://schemas.microsoft.com/office/powerpoint/2010/main" val="155686747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11</a:t>
            </a:fld>
            <a:endParaRPr/>
          </a:p>
        </p:txBody>
      </p:sp>
      <p:sp>
        <p:nvSpPr>
          <p:cNvPr id="688"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 NAME, COMPANY NAME]</a:t>
            </a:r>
          </a:p>
        </p:txBody>
      </p:sp>
      <p:sp>
        <p:nvSpPr>
          <p:cNvPr id="5" name="Rectangle 4">
            <a:extLst>
              <a:ext uri="{FF2B5EF4-FFF2-40B4-BE49-F238E27FC236}">
                <a16:creationId xmlns:a16="http://schemas.microsoft.com/office/drawing/2014/main" id="{A5611C17-4BD1-6549-8FCC-576FF6832BE2}"/>
              </a:ext>
            </a:extLst>
          </p:cNvPr>
          <p:cNvSpPr/>
          <p:nvPr/>
        </p:nvSpPr>
        <p:spPr>
          <a:xfrm>
            <a:off x="5153891" y="3260727"/>
            <a:ext cx="16576112" cy="8572916"/>
          </a:xfrm>
          <a:prstGeom prst="rect">
            <a:avLst/>
          </a:prstGeom>
          <a:noFill/>
          <a:ln w="63500" cap="flat">
            <a:solidFill>
              <a:schemeClr val="bg1">
                <a:lumMod val="75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9727" tIns="109727" rIns="109727" bIns="109727" numCol="1" spcCol="38100" rtlCol="0" anchor="ctr">
            <a:spAutoFit/>
          </a:bodyPr>
          <a:lstStyle/>
          <a:p>
            <a:pPr marL="0" marR="0" indent="0" algn="l" defTabSz="713231"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solidFill>
                <a:srgbClr val="44546A"/>
              </a:solidFill>
              <a:effectLst/>
              <a:uFillTx/>
              <a:latin typeface="Calibri"/>
              <a:ea typeface="Calibri"/>
              <a:cs typeface="Calibri"/>
              <a:sym typeface="Calibri"/>
            </a:endParaRPr>
          </a:p>
        </p:txBody>
      </p:sp>
      <p:sp>
        <p:nvSpPr>
          <p:cNvPr id="22"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sp>
        <p:nvSpPr>
          <p:cNvPr id="27" name="Customer Persona &amp; Goals (Primary)"/>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b="1" dirty="0">
                <a:solidFill>
                  <a:srgbClr val="243646"/>
                </a:solidFill>
                <a:latin typeface="PT Sans Narrow" charset="-52"/>
                <a:ea typeface="PT Sans Narrow" charset="-52"/>
                <a:cs typeface="PT Sans Narrow" charset="-52"/>
              </a:rPr>
              <a:t>Learner</a:t>
            </a:r>
            <a:r>
              <a:rPr lang="en-US" sz="6643" dirty="0">
                <a:solidFill>
                  <a:srgbClr val="243646"/>
                </a:solidFill>
                <a:latin typeface="PT Sans Narrow" charset="-52"/>
                <a:ea typeface="PT Sans Narrow" charset="-52"/>
                <a:cs typeface="PT Sans Narrow" charset="-52"/>
              </a:rPr>
              <a:t> Story</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
        <p:nvSpPr>
          <p:cNvPr id="33" name="Rounded Rectangle">
            <a:extLst>
              <a:ext uri="{FF2B5EF4-FFF2-40B4-BE49-F238E27FC236}">
                <a16:creationId xmlns:a16="http://schemas.microsoft.com/office/drawing/2014/main" id="{0E225114-9FC6-B54A-A759-B04B2071CCFB}"/>
              </a:ext>
            </a:extLst>
          </p:cNvPr>
          <p:cNvSpPr/>
          <p:nvPr/>
        </p:nvSpPr>
        <p:spPr>
          <a:xfrm rot="20700000">
            <a:off x="2030006" y="5191390"/>
            <a:ext cx="4696172" cy="4696172"/>
          </a:xfrm>
          <a:prstGeom prst="roundRect">
            <a:avLst>
              <a:gd name="adj" fmla="val 3112"/>
            </a:avLst>
          </a:prstGeom>
          <a:solidFill>
            <a:srgbClr val="243646"/>
          </a:solidFill>
          <a:ln w="25400">
            <a:miter lim="400000"/>
          </a:ln>
        </p:spPr>
        <p:txBody>
          <a:bodyPr lIns="109727" tIns="109727" rIns="109727" bIns="109727" anchor="ctr"/>
          <a:lstStyle/>
          <a:p>
            <a:endParaRPr/>
          </a:p>
        </p:txBody>
      </p:sp>
      <p:sp>
        <p:nvSpPr>
          <p:cNvPr id="34" name="Shape">
            <a:extLst>
              <a:ext uri="{FF2B5EF4-FFF2-40B4-BE49-F238E27FC236}">
                <a16:creationId xmlns:a16="http://schemas.microsoft.com/office/drawing/2014/main" id="{B84C6D50-A70A-EE41-9373-30E599A07A8A}"/>
              </a:ext>
            </a:extLst>
          </p:cNvPr>
          <p:cNvSpPr/>
          <p:nvPr/>
        </p:nvSpPr>
        <p:spPr>
          <a:xfrm rot="20717800" flipH="1">
            <a:off x="6276446" y="4541782"/>
            <a:ext cx="776324" cy="1181356"/>
          </a:xfrm>
          <a:custGeom>
            <a:avLst/>
            <a:gdLst/>
            <a:ahLst/>
            <a:cxnLst>
              <a:cxn ang="0">
                <a:pos x="wd2" y="hd2"/>
              </a:cxn>
              <a:cxn ang="5400000">
                <a:pos x="wd2" y="hd2"/>
              </a:cxn>
              <a:cxn ang="10800000">
                <a:pos x="wd2" y="hd2"/>
              </a:cxn>
              <a:cxn ang="16200000">
                <a:pos x="wd2" y="hd2"/>
              </a:cxn>
            </a:cxnLst>
            <a:rect l="0" t="0" r="r" b="b"/>
            <a:pathLst>
              <a:path w="21600" h="21600" extrusionOk="0">
                <a:moveTo>
                  <a:pt x="21600" y="13421"/>
                </a:moveTo>
                <a:cubicBezTo>
                  <a:pt x="21600" y="0"/>
                  <a:pt x="21600" y="0"/>
                  <a:pt x="21600" y="0"/>
                </a:cubicBezTo>
                <a:cubicBezTo>
                  <a:pt x="14830" y="0"/>
                  <a:pt x="14830" y="0"/>
                  <a:pt x="14830" y="0"/>
                </a:cubicBezTo>
                <a:cubicBezTo>
                  <a:pt x="14830" y="7550"/>
                  <a:pt x="14830" y="7550"/>
                  <a:pt x="14830" y="7550"/>
                </a:cubicBezTo>
                <a:cubicBezTo>
                  <a:pt x="17731" y="9017"/>
                  <a:pt x="19988" y="11115"/>
                  <a:pt x="21600" y="13421"/>
                </a:cubicBezTo>
                <a:close/>
                <a:moveTo>
                  <a:pt x="14830" y="21600"/>
                </a:moveTo>
                <a:cubicBezTo>
                  <a:pt x="14185" y="16357"/>
                  <a:pt x="12251" y="13002"/>
                  <a:pt x="5803" y="10695"/>
                </a:cubicBezTo>
                <a:cubicBezTo>
                  <a:pt x="4191" y="13002"/>
                  <a:pt x="4191" y="13002"/>
                  <a:pt x="4191" y="13002"/>
                </a:cubicBezTo>
                <a:cubicBezTo>
                  <a:pt x="0" y="6711"/>
                  <a:pt x="0" y="6711"/>
                  <a:pt x="0" y="6711"/>
                </a:cubicBezTo>
                <a:cubicBezTo>
                  <a:pt x="9672" y="4194"/>
                  <a:pt x="9672" y="4194"/>
                  <a:pt x="9672" y="4194"/>
                </a:cubicBezTo>
                <a:cubicBezTo>
                  <a:pt x="8060" y="6711"/>
                  <a:pt x="8060" y="6711"/>
                  <a:pt x="8060" y="6711"/>
                </a:cubicBezTo>
                <a:cubicBezTo>
                  <a:pt x="18054" y="9856"/>
                  <a:pt x="20955" y="14889"/>
                  <a:pt x="21600" y="21600"/>
                </a:cubicBezTo>
                <a:lnTo>
                  <a:pt x="14830" y="21600"/>
                </a:lnTo>
                <a:close/>
              </a:path>
            </a:pathLst>
          </a:custGeom>
          <a:solidFill>
            <a:srgbClr val="F86A37"/>
          </a:solidFill>
          <a:ln w="25400">
            <a:miter lim="400000"/>
          </a:ln>
        </p:spPr>
        <p:txBody>
          <a:bodyPr lIns="109727" tIns="109727" rIns="109727" bIns="109727"/>
          <a:lstStyle/>
          <a:p>
            <a:endParaRPr/>
          </a:p>
        </p:txBody>
      </p:sp>
      <p:sp>
        <p:nvSpPr>
          <p:cNvPr id="44" name="Customer Persona &amp; Goals (Primary)">
            <a:extLst>
              <a:ext uri="{FF2B5EF4-FFF2-40B4-BE49-F238E27FC236}">
                <a16:creationId xmlns:a16="http://schemas.microsoft.com/office/drawing/2014/main" id="{4398AE57-B269-F844-BC45-7841B66D7EDD}"/>
              </a:ext>
            </a:extLst>
          </p:cNvPr>
          <p:cNvSpPr txBox="1">
            <a:spLocks/>
          </p:cNvSpPr>
          <p:nvPr/>
        </p:nvSpPr>
        <p:spPr>
          <a:xfrm>
            <a:off x="8906334" y="5382552"/>
            <a:ext cx="10941063" cy="3124146"/>
          </a:xfrm>
          <a:prstGeom prst="rect">
            <a:avLst/>
          </a:prstGeom>
          <a:noFill/>
          <a:ln w="25400">
            <a:miter lim="400000"/>
          </a:ln>
          <a:extLst>
            <a:ext uri="{C572A759-6A51-4108-AA02-DFA0A04FC94B}">
              <ma14:wrappingTextBoxFlag xmlns:ma14="http://schemas.microsoft.com/office/mac/drawingml/2011/main" xmlns="" val="1"/>
            </a:ext>
          </a:extLst>
        </p:spPr>
        <p:txBody>
          <a:bodyPr lIns="109727" tIns="109727" rIns="109727" bIns="109727" anchor="t">
            <a:no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7500" b="1" dirty="0">
                <a:solidFill>
                  <a:srgbClr val="243646"/>
                </a:solidFill>
                <a:latin typeface="PT Sans Narrow" charset="-52"/>
                <a:ea typeface="PT Sans Narrow" charset="-52"/>
                <a:cs typeface="PT Sans Narrow" charset="-52"/>
              </a:rPr>
              <a:t>As a </a:t>
            </a:r>
            <a:r>
              <a:rPr lang="en-US" sz="7500" dirty="0">
                <a:solidFill>
                  <a:schemeClr val="bg1">
                    <a:lumMod val="65000"/>
                  </a:schemeClr>
                </a:solidFill>
                <a:latin typeface="PT Sans Narrow" charset="-52"/>
                <a:ea typeface="PT Sans Narrow" charset="-52"/>
                <a:cs typeface="PT Sans Narrow" charset="-52"/>
              </a:rPr>
              <a:t>Sales Rep </a:t>
            </a:r>
            <a:r>
              <a:rPr lang="en-US" sz="7500" b="1" dirty="0">
                <a:solidFill>
                  <a:srgbClr val="243646"/>
                </a:solidFill>
                <a:latin typeface="PT Sans Narrow" charset="-52"/>
                <a:ea typeface="PT Sans Narrow" charset="-52"/>
                <a:cs typeface="PT Sans Narrow" charset="-52"/>
              </a:rPr>
              <a:t>I want to</a:t>
            </a:r>
            <a:r>
              <a:rPr lang="en-US" sz="7500" dirty="0">
                <a:solidFill>
                  <a:srgbClr val="243646"/>
                </a:solidFill>
                <a:latin typeface="PT Sans Narrow" charset="-52"/>
                <a:ea typeface="PT Sans Narrow" charset="-52"/>
                <a:cs typeface="PT Sans Narrow" charset="-52"/>
              </a:rPr>
              <a:t> </a:t>
            </a:r>
            <a:r>
              <a:rPr lang="en-US" sz="7500" dirty="0">
                <a:solidFill>
                  <a:schemeClr val="bg1">
                    <a:lumMod val="65000"/>
                  </a:schemeClr>
                </a:solidFill>
                <a:latin typeface="PT Sans Narrow" charset="-52"/>
                <a:ea typeface="PT Sans Narrow" charset="-52"/>
                <a:cs typeface="PT Sans Narrow" charset="-52"/>
              </a:rPr>
              <a:t>properly track my interactions</a:t>
            </a:r>
            <a:r>
              <a:rPr lang="en-US" sz="7500" dirty="0">
                <a:solidFill>
                  <a:srgbClr val="243646"/>
                </a:solidFill>
                <a:latin typeface="PT Sans Narrow" charset="-52"/>
                <a:ea typeface="PT Sans Narrow" charset="-52"/>
                <a:cs typeface="PT Sans Narrow" charset="-52"/>
              </a:rPr>
              <a:t> </a:t>
            </a:r>
            <a:r>
              <a:rPr lang="en-US" sz="7500" b="1" dirty="0">
                <a:solidFill>
                  <a:srgbClr val="243646"/>
                </a:solidFill>
                <a:latin typeface="PT Sans Narrow" charset="-52"/>
                <a:ea typeface="PT Sans Narrow" charset="-52"/>
                <a:cs typeface="PT Sans Narrow" charset="-52"/>
              </a:rPr>
              <a:t>so that </a:t>
            </a:r>
            <a:r>
              <a:rPr lang="en-US" sz="7500" dirty="0">
                <a:solidFill>
                  <a:schemeClr val="bg1">
                    <a:lumMod val="65000"/>
                  </a:schemeClr>
                </a:solidFill>
                <a:latin typeface="PT Sans Narrow" charset="-52"/>
                <a:ea typeface="PT Sans Narrow" charset="-52"/>
                <a:cs typeface="PT Sans Narrow" charset="-52"/>
              </a:rPr>
              <a:t>my sales can be tracked and reported.</a:t>
            </a:r>
          </a:p>
        </p:txBody>
      </p:sp>
      <p:sp>
        <p:nvSpPr>
          <p:cNvPr id="12" name="Oval">
            <a:extLst>
              <a:ext uri="{FF2B5EF4-FFF2-40B4-BE49-F238E27FC236}">
                <a16:creationId xmlns:a16="http://schemas.microsoft.com/office/drawing/2014/main" id="{6ACD4B48-7794-314B-8FE7-61ACBD7948D5}"/>
              </a:ext>
            </a:extLst>
          </p:cNvPr>
          <p:cNvSpPr/>
          <p:nvPr/>
        </p:nvSpPr>
        <p:spPr>
          <a:xfrm>
            <a:off x="2826327" y="5746899"/>
            <a:ext cx="3158836" cy="3443419"/>
          </a:xfrm>
          <a:prstGeom prst="ellipse">
            <a:avLst/>
          </a:prstGeom>
          <a:blipFill>
            <a:blip r:embed="rId4"/>
            <a:stretch>
              <a:fillRect/>
            </a:stretch>
          </a:blipFill>
          <a:ln w="76200">
            <a:solidFill>
              <a:schemeClr val="bg1"/>
            </a:solidFill>
            <a:miter lim="400000"/>
          </a:ln>
        </p:spPr>
        <p:txBody>
          <a:bodyPr lIns="109727" tIns="109727" rIns="109727" bIns="109727" anchor="ctr"/>
          <a:lstStyle/>
          <a:p>
            <a:endParaRPr dirty="0"/>
          </a:p>
        </p:txBody>
      </p:sp>
    </p:spTree>
    <p:extLst>
      <p:ext uri="{BB962C8B-B14F-4D97-AF65-F5344CB8AC3E}">
        <p14:creationId xmlns:p14="http://schemas.microsoft.com/office/powerpoint/2010/main" val="1275105150"/>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12</a:t>
            </a:fld>
            <a:endParaRPr/>
          </a:p>
        </p:txBody>
      </p:sp>
      <p:sp>
        <p:nvSpPr>
          <p:cNvPr id="688"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 NAME, COMPANY NAME]</a:t>
            </a:r>
          </a:p>
        </p:txBody>
      </p:sp>
      <p:sp>
        <p:nvSpPr>
          <p:cNvPr id="5" name="Rectangle 4">
            <a:extLst>
              <a:ext uri="{FF2B5EF4-FFF2-40B4-BE49-F238E27FC236}">
                <a16:creationId xmlns:a16="http://schemas.microsoft.com/office/drawing/2014/main" id="{A5611C17-4BD1-6549-8FCC-576FF6832BE2}"/>
              </a:ext>
            </a:extLst>
          </p:cNvPr>
          <p:cNvSpPr/>
          <p:nvPr/>
        </p:nvSpPr>
        <p:spPr>
          <a:xfrm>
            <a:off x="5153891" y="3260727"/>
            <a:ext cx="16576112" cy="8572916"/>
          </a:xfrm>
          <a:prstGeom prst="rect">
            <a:avLst/>
          </a:prstGeom>
          <a:noFill/>
          <a:ln w="63500" cap="flat">
            <a:solidFill>
              <a:schemeClr val="bg1">
                <a:lumMod val="75000"/>
              </a:schemeClr>
            </a:solidFill>
            <a:prstDash val="sysDash"/>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109727" tIns="109727" rIns="109727" bIns="109727" numCol="1" spcCol="38100" rtlCol="0" anchor="ctr">
            <a:spAutoFit/>
          </a:bodyPr>
          <a:lstStyle/>
          <a:p>
            <a:pPr marL="0" marR="0" indent="0" algn="l" defTabSz="713231"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solidFill>
                <a:srgbClr val="44546A"/>
              </a:solidFill>
              <a:effectLst/>
              <a:uFillTx/>
              <a:latin typeface="Calibri"/>
              <a:ea typeface="Calibri"/>
              <a:cs typeface="Calibri"/>
              <a:sym typeface="Calibri"/>
            </a:endParaRPr>
          </a:p>
        </p:txBody>
      </p:sp>
      <p:sp>
        <p:nvSpPr>
          <p:cNvPr id="22"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sp>
        <p:nvSpPr>
          <p:cNvPr id="27" name="Customer Persona &amp; Goals (Primary)"/>
          <p:cNvSpPr txBox="1">
            <a:spLocks/>
          </p:cNvSpPr>
          <p:nvPr/>
        </p:nvSpPr>
        <p:spPr>
          <a:xfrm>
            <a:off x="1088492" y="796543"/>
            <a:ext cx="19468034" cy="1354799"/>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b">
            <a:norm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6643" b="1" dirty="0">
                <a:solidFill>
                  <a:srgbClr val="243646"/>
                </a:solidFill>
                <a:latin typeface="PT Sans Narrow" charset="-52"/>
                <a:ea typeface="PT Sans Narrow" charset="-52"/>
                <a:cs typeface="PT Sans Narrow" charset="-52"/>
              </a:rPr>
              <a:t>Learner</a:t>
            </a:r>
            <a:r>
              <a:rPr lang="en-US" sz="6643" dirty="0">
                <a:solidFill>
                  <a:srgbClr val="243646"/>
                </a:solidFill>
                <a:latin typeface="PT Sans Narrow" charset="-52"/>
                <a:ea typeface="PT Sans Narrow" charset="-52"/>
                <a:cs typeface="PT Sans Narrow" charset="-52"/>
              </a:rPr>
              <a:t> Story</a:t>
            </a: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
        <p:nvSpPr>
          <p:cNvPr id="33" name="Rounded Rectangle">
            <a:extLst>
              <a:ext uri="{FF2B5EF4-FFF2-40B4-BE49-F238E27FC236}">
                <a16:creationId xmlns:a16="http://schemas.microsoft.com/office/drawing/2014/main" id="{0E225114-9FC6-B54A-A759-B04B2071CCFB}"/>
              </a:ext>
            </a:extLst>
          </p:cNvPr>
          <p:cNvSpPr/>
          <p:nvPr/>
        </p:nvSpPr>
        <p:spPr>
          <a:xfrm rot="20700000">
            <a:off x="2030006" y="5191390"/>
            <a:ext cx="4696172" cy="4696172"/>
          </a:xfrm>
          <a:prstGeom prst="roundRect">
            <a:avLst>
              <a:gd name="adj" fmla="val 3112"/>
            </a:avLst>
          </a:prstGeom>
          <a:solidFill>
            <a:srgbClr val="243646"/>
          </a:solidFill>
          <a:ln w="25400">
            <a:miter lim="400000"/>
          </a:ln>
        </p:spPr>
        <p:txBody>
          <a:bodyPr lIns="109727" tIns="109727" rIns="109727" bIns="109727" anchor="ctr"/>
          <a:lstStyle/>
          <a:p>
            <a:endParaRPr/>
          </a:p>
        </p:txBody>
      </p:sp>
      <p:sp>
        <p:nvSpPr>
          <p:cNvPr id="34" name="Shape">
            <a:extLst>
              <a:ext uri="{FF2B5EF4-FFF2-40B4-BE49-F238E27FC236}">
                <a16:creationId xmlns:a16="http://schemas.microsoft.com/office/drawing/2014/main" id="{B84C6D50-A70A-EE41-9373-30E599A07A8A}"/>
              </a:ext>
            </a:extLst>
          </p:cNvPr>
          <p:cNvSpPr/>
          <p:nvPr/>
        </p:nvSpPr>
        <p:spPr>
          <a:xfrm rot="20717800" flipH="1">
            <a:off x="6276446" y="4541782"/>
            <a:ext cx="776324" cy="1181356"/>
          </a:xfrm>
          <a:custGeom>
            <a:avLst/>
            <a:gdLst/>
            <a:ahLst/>
            <a:cxnLst>
              <a:cxn ang="0">
                <a:pos x="wd2" y="hd2"/>
              </a:cxn>
              <a:cxn ang="5400000">
                <a:pos x="wd2" y="hd2"/>
              </a:cxn>
              <a:cxn ang="10800000">
                <a:pos x="wd2" y="hd2"/>
              </a:cxn>
              <a:cxn ang="16200000">
                <a:pos x="wd2" y="hd2"/>
              </a:cxn>
            </a:cxnLst>
            <a:rect l="0" t="0" r="r" b="b"/>
            <a:pathLst>
              <a:path w="21600" h="21600" extrusionOk="0">
                <a:moveTo>
                  <a:pt x="21600" y="13421"/>
                </a:moveTo>
                <a:cubicBezTo>
                  <a:pt x="21600" y="0"/>
                  <a:pt x="21600" y="0"/>
                  <a:pt x="21600" y="0"/>
                </a:cubicBezTo>
                <a:cubicBezTo>
                  <a:pt x="14830" y="0"/>
                  <a:pt x="14830" y="0"/>
                  <a:pt x="14830" y="0"/>
                </a:cubicBezTo>
                <a:cubicBezTo>
                  <a:pt x="14830" y="7550"/>
                  <a:pt x="14830" y="7550"/>
                  <a:pt x="14830" y="7550"/>
                </a:cubicBezTo>
                <a:cubicBezTo>
                  <a:pt x="17731" y="9017"/>
                  <a:pt x="19988" y="11115"/>
                  <a:pt x="21600" y="13421"/>
                </a:cubicBezTo>
                <a:close/>
                <a:moveTo>
                  <a:pt x="14830" y="21600"/>
                </a:moveTo>
                <a:cubicBezTo>
                  <a:pt x="14185" y="16357"/>
                  <a:pt x="12251" y="13002"/>
                  <a:pt x="5803" y="10695"/>
                </a:cubicBezTo>
                <a:cubicBezTo>
                  <a:pt x="4191" y="13002"/>
                  <a:pt x="4191" y="13002"/>
                  <a:pt x="4191" y="13002"/>
                </a:cubicBezTo>
                <a:cubicBezTo>
                  <a:pt x="0" y="6711"/>
                  <a:pt x="0" y="6711"/>
                  <a:pt x="0" y="6711"/>
                </a:cubicBezTo>
                <a:cubicBezTo>
                  <a:pt x="9672" y="4194"/>
                  <a:pt x="9672" y="4194"/>
                  <a:pt x="9672" y="4194"/>
                </a:cubicBezTo>
                <a:cubicBezTo>
                  <a:pt x="8060" y="6711"/>
                  <a:pt x="8060" y="6711"/>
                  <a:pt x="8060" y="6711"/>
                </a:cubicBezTo>
                <a:cubicBezTo>
                  <a:pt x="18054" y="9856"/>
                  <a:pt x="20955" y="14889"/>
                  <a:pt x="21600" y="21600"/>
                </a:cubicBezTo>
                <a:lnTo>
                  <a:pt x="14830" y="21600"/>
                </a:lnTo>
                <a:close/>
              </a:path>
            </a:pathLst>
          </a:custGeom>
          <a:solidFill>
            <a:srgbClr val="F86A37"/>
          </a:solidFill>
          <a:ln w="25400">
            <a:miter lim="400000"/>
          </a:ln>
        </p:spPr>
        <p:txBody>
          <a:bodyPr lIns="109727" tIns="109727" rIns="109727" bIns="109727"/>
          <a:lstStyle/>
          <a:p>
            <a:endParaRPr/>
          </a:p>
        </p:txBody>
      </p:sp>
      <p:sp>
        <p:nvSpPr>
          <p:cNvPr id="36" name="Oval">
            <a:extLst>
              <a:ext uri="{FF2B5EF4-FFF2-40B4-BE49-F238E27FC236}">
                <a16:creationId xmlns:a16="http://schemas.microsoft.com/office/drawing/2014/main" id="{8ABDB2D1-6934-634B-BFAC-4B47793D638E}"/>
              </a:ext>
            </a:extLst>
          </p:cNvPr>
          <p:cNvSpPr/>
          <p:nvPr/>
        </p:nvSpPr>
        <p:spPr>
          <a:xfrm>
            <a:off x="2703687" y="5767635"/>
            <a:ext cx="3279735" cy="3392241"/>
          </a:xfrm>
          <a:prstGeom prst="ellipse">
            <a:avLst/>
          </a:prstGeom>
          <a:blipFill>
            <a:blip r:embed="rId4"/>
            <a:stretch>
              <a:fillRect/>
            </a:stretch>
          </a:blipFill>
          <a:ln w="76200">
            <a:solidFill>
              <a:schemeClr val="bg1"/>
            </a:solidFill>
            <a:miter lim="400000"/>
          </a:ln>
        </p:spPr>
        <p:txBody>
          <a:bodyPr lIns="109727" tIns="109727" rIns="109727" bIns="109727" anchor="ctr"/>
          <a:lstStyle/>
          <a:p>
            <a:endParaRPr sz="4000" dirty="0"/>
          </a:p>
        </p:txBody>
      </p:sp>
      <p:sp>
        <p:nvSpPr>
          <p:cNvPr id="44" name="Customer Persona &amp; Goals (Primary)">
            <a:extLst>
              <a:ext uri="{FF2B5EF4-FFF2-40B4-BE49-F238E27FC236}">
                <a16:creationId xmlns:a16="http://schemas.microsoft.com/office/drawing/2014/main" id="{4398AE57-B269-F844-BC45-7841B66D7EDD}"/>
              </a:ext>
            </a:extLst>
          </p:cNvPr>
          <p:cNvSpPr txBox="1">
            <a:spLocks/>
          </p:cNvSpPr>
          <p:nvPr/>
        </p:nvSpPr>
        <p:spPr>
          <a:xfrm>
            <a:off x="8906334" y="5382552"/>
            <a:ext cx="10941063" cy="3124146"/>
          </a:xfrm>
          <a:prstGeom prst="rect">
            <a:avLst/>
          </a:prstGeom>
          <a:noFill/>
          <a:ln w="25400">
            <a:miter lim="400000"/>
          </a:ln>
          <a:extLst>
            <a:ext uri="{C572A759-6A51-4108-AA02-DFA0A04FC94B}">
              <ma14:wrappingTextBoxFlag xmlns:ma14="http://schemas.microsoft.com/office/mac/drawingml/2011/main" xmlns="" val="1"/>
            </a:ext>
          </a:extLst>
        </p:spPr>
        <p:txBody>
          <a:bodyPr lIns="109727" tIns="109727" rIns="109727" bIns="109727" anchor="t">
            <a:noAutofit/>
          </a:bodyPr>
          <a:lstStyle>
            <a:lvl1pPr marL="0" marR="0" indent="0" algn="l" defTabSz="914400" rtl="0" latinLnBrk="0">
              <a:lnSpc>
                <a:spcPct val="90000"/>
              </a:lnSpc>
              <a:spcBef>
                <a:spcPts val="0"/>
              </a:spcBef>
              <a:spcAft>
                <a:spcPts val="0"/>
              </a:spcAft>
              <a:buClrTx/>
              <a:buSzTx/>
              <a:buFontTx/>
              <a:buNone/>
              <a:tabLst/>
              <a:defRPr sz="7300" b="0" i="0" u="none" strike="noStrike" cap="none" spc="0" baseline="0">
                <a:ln>
                  <a:noFill/>
                </a:ln>
                <a:solidFill>
                  <a:srgbClr val="545454"/>
                </a:solidFill>
                <a:uFillTx/>
                <a:latin typeface="Avenir Book"/>
                <a:ea typeface="Avenir Book"/>
                <a:cs typeface="Avenir Book"/>
                <a:sym typeface="Avenir Book"/>
              </a:defRPr>
            </a:lvl1pPr>
            <a:lvl2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2pPr>
            <a:lvl3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3pPr>
            <a:lvl4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4pPr>
            <a:lvl5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5pPr>
            <a:lvl6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6pPr>
            <a:lvl7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7pPr>
            <a:lvl8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8pPr>
            <a:lvl9pPr marL="0" marR="0" indent="0" algn="l" defTabSz="914400" rtl="0" latinLnBrk="0">
              <a:lnSpc>
                <a:spcPct val="90000"/>
              </a:lnSpc>
              <a:spcBef>
                <a:spcPts val="0"/>
              </a:spcBef>
              <a:spcAft>
                <a:spcPts val="0"/>
              </a:spcAft>
              <a:buClrTx/>
              <a:buSzTx/>
              <a:buFontTx/>
              <a:buNone/>
              <a:tabLst/>
              <a:defRPr sz="10400" b="0" i="0" u="none" strike="noStrike" cap="none" spc="0" baseline="0">
                <a:ln>
                  <a:noFill/>
                </a:ln>
                <a:solidFill>
                  <a:srgbClr val="44546A"/>
                </a:solidFill>
                <a:uFillTx/>
                <a:latin typeface="Calibri"/>
                <a:ea typeface="Calibri"/>
                <a:cs typeface="Calibri"/>
                <a:sym typeface="Calibri"/>
              </a:defRPr>
            </a:lvl9pPr>
          </a:lstStyle>
          <a:p>
            <a:pPr defTabSz="832104" hangingPunct="1">
              <a:defRPr sz="6643"/>
            </a:pPr>
            <a:r>
              <a:rPr lang="en-US" sz="7500" b="1" dirty="0">
                <a:solidFill>
                  <a:srgbClr val="243646"/>
                </a:solidFill>
                <a:latin typeface="PT Sans Narrow" charset="-52"/>
                <a:ea typeface="PT Sans Narrow" charset="-52"/>
                <a:cs typeface="PT Sans Narrow" charset="-52"/>
              </a:rPr>
              <a:t>As a </a:t>
            </a:r>
            <a:r>
              <a:rPr lang="en-US" sz="7500" dirty="0">
                <a:solidFill>
                  <a:schemeClr val="bg1">
                    <a:lumMod val="65000"/>
                  </a:schemeClr>
                </a:solidFill>
                <a:latin typeface="PT Sans Narrow" charset="-52"/>
                <a:ea typeface="PT Sans Narrow" charset="-52"/>
                <a:cs typeface="PT Sans Narrow" charset="-52"/>
              </a:rPr>
              <a:t>Manager </a:t>
            </a:r>
            <a:r>
              <a:rPr lang="en-US" sz="7500" b="1" dirty="0">
                <a:solidFill>
                  <a:srgbClr val="243646"/>
                </a:solidFill>
                <a:latin typeface="PT Sans Narrow" charset="-52"/>
                <a:ea typeface="PT Sans Narrow" charset="-52"/>
                <a:cs typeface="PT Sans Narrow" charset="-52"/>
              </a:rPr>
              <a:t>I want to</a:t>
            </a:r>
            <a:r>
              <a:rPr lang="en-US" sz="7500" dirty="0">
                <a:solidFill>
                  <a:srgbClr val="243646"/>
                </a:solidFill>
                <a:latin typeface="PT Sans Narrow" charset="-52"/>
                <a:ea typeface="PT Sans Narrow" charset="-52"/>
                <a:cs typeface="PT Sans Narrow" charset="-52"/>
              </a:rPr>
              <a:t> </a:t>
            </a:r>
            <a:r>
              <a:rPr lang="en-US" sz="7500" dirty="0">
                <a:solidFill>
                  <a:schemeClr val="bg1">
                    <a:lumMod val="65000"/>
                  </a:schemeClr>
                </a:solidFill>
                <a:latin typeface="PT Sans Narrow" charset="-52"/>
                <a:ea typeface="PT Sans Narrow" charset="-52"/>
                <a:cs typeface="PT Sans Narrow" charset="-52"/>
              </a:rPr>
              <a:t>create and publish reports </a:t>
            </a:r>
            <a:r>
              <a:rPr lang="en-US" sz="7500" b="1" dirty="0">
                <a:solidFill>
                  <a:srgbClr val="243646"/>
                </a:solidFill>
                <a:latin typeface="PT Sans Narrow" charset="-52"/>
                <a:ea typeface="PT Sans Narrow" charset="-52"/>
                <a:cs typeface="PT Sans Narrow" charset="-52"/>
              </a:rPr>
              <a:t>so that </a:t>
            </a:r>
            <a:r>
              <a:rPr lang="en-US" sz="7500" dirty="0">
                <a:solidFill>
                  <a:schemeClr val="bg1">
                    <a:lumMod val="65000"/>
                  </a:schemeClr>
                </a:solidFill>
                <a:latin typeface="PT Sans Narrow" charset="-52"/>
                <a:ea typeface="PT Sans Narrow" charset="-52"/>
                <a:cs typeface="PT Sans Narrow" charset="-52"/>
              </a:rPr>
              <a:t>annual sales can be properly reported each quarter.</a:t>
            </a:r>
          </a:p>
        </p:txBody>
      </p:sp>
    </p:spTree>
    <p:extLst>
      <p:ext uri="{BB962C8B-B14F-4D97-AF65-F5344CB8AC3E}">
        <p14:creationId xmlns:p14="http://schemas.microsoft.com/office/powerpoint/2010/main" val="4126195901"/>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13</a:t>
            </a:fld>
            <a:endParaRPr/>
          </a:p>
        </p:txBody>
      </p:sp>
      <p:sp>
        <p:nvSpPr>
          <p:cNvPr id="172"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 </a:t>
            </a:r>
            <a:r>
              <a:rPr lang="en-US" b="1" dirty="0">
                <a:solidFill>
                  <a:srgbClr val="243646"/>
                </a:solidFill>
                <a:latin typeface="PT Sans Narrow" charset="-52"/>
                <a:ea typeface="PT Sans Narrow" charset="-52"/>
                <a:cs typeface="PT Sans Narrow" charset="-52"/>
                <a:sym typeface="Avenir Heavy"/>
              </a:rPr>
              <a:t>Prototype</a:t>
            </a:r>
            <a:endParaRPr b="1" dirty="0">
              <a:solidFill>
                <a:srgbClr val="243646"/>
              </a:solidFill>
              <a:latin typeface="PT Sans Narrow" charset="-52"/>
              <a:ea typeface="PT Sans Narrow" charset="-52"/>
              <a:cs typeface="PT Sans Narrow" charset="-52"/>
              <a:sym typeface="Avenir Heavy"/>
            </a:endParaRPr>
          </a:p>
        </p:txBody>
      </p:sp>
      <p:sp>
        <p:nvSpPr>
          <p:cNvPr id="173"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grpSp>
        <p:nvGrpSpPr>
          <p:cNvPr id="114" name="Group"/>
          <p:cNvGrpSpPr/>
          <p:nvPr/>
        </p:nvGrpSpPr>
        <p:grpSpPr>
          <a:xfrm>
            <a:off x="6620801" y="3612618"/>
            <a:ext cx="10243996" cy="7859420"/>
            <a:chOff x="0" y="0"/>
            <a:chExt cx="10243994" cy="7859419"/>
          </a:xfrm>
        </p:grpSpPr>
        <p:sp>
          <p:nvSpPr>
            <p:cNvPr id="117" name="Shape"/>
            <p:cNvSpPr/>
            <p:nvPr/>
          </p:nvSpPr>
          <p:spPr>
            <a:xfrm rot="16200000">
              <a:off x="1192287" y="-1192288"/>
              <a:ext cx="7859420" cy="10243995"/>
            </a:xfrm>
            <a:custGeom>
              <a:avLst/>
              <a:gdLst/>
              <a:ahLst/>
              <a:cxnLst>
                <a:cxn ang="0">
                  <a:pos x="wd2" y="hd2"/>
                </a:cxn>
                <a:cxn ang="5400000">
                  <a:pos x="wd2" y="hd2"/>
                </a:cxn>
                <a:cxn ang="10800000">
                  <a:pos x="wd2" y="hd2"/>
                </a:cxn>
                <a:cxn ang="16200000">
                  <a:pos x="wd2" y="hd2"/>
                </a:cxn>
              </a:cxnLst>
              <a:rect l="0" t="0" r="r" b="b"/>
              <a:pathLst>
                <a:path w="21600" h="21600" extrusionOk="0">
                  <a:moveTo>
                    <a:pt x="21600" y="20826"/>
                  </a:moveTo>
                  <a:cubicBezTo>
                    <a:pt x="21600" y="21249"/>
                    <a:pt x="21142" y="21600"/>
                    <a:pt x="20590" y="21600"/>
                  </a:cubicBezTo>
                  <a:cubicBezTo>
                    <a:pt x="1010" y="21600"/>
                    <a:pt x="1010" y="21600"/>
                    <a:pt x="1010" y="21600"/>
                  </a:cubicBezTo>
                  <a:cubicBezTo>
                    <a:pt x="458" y="21600"/>
                    <a:pt x="0" y="21249"/>
                    <a:pt x="0" y="20826"/>
                  </a:cubicBezTo>
                  <a:cubicBezTo>
                    <a:pt x="0" y="774"/>
                    <a:pt x="0" y="774"/>
                    <a:pt x="0" y="774"/>
                  </a:cubicBezTo>
                  <a:cubicBezTo>
                    <a:pt x="0" y="351"/>
                    <a:pt x="458" y="0"/>
                    <a:pt x="1010" y="0"/>
                  </a:cubicBezTo>
                  <a:cubicBezTo>
                    <a:pt x="20590" y="0"/>
                    <a:pt x="20590" y="0"/>
                    <a:pt x="20590" y="0"/>
                  </a:cubicBezTo>
                  <a:cubicBezTo>
                    <a:pt x="21142" y="0"/>
                    <a:pt x="21600" y="351"/>
                    <a:pt x="21600" y="774"/>
                  </a:cubicBezTo>
                  <a:lnTo>
                    <a:pt x="21600" y="20826"/>
                  </a:lnTo>
                  <a:close/>
                </a:path>
              </a:pathLst>
            </a:custGeom>
            <a:solidFill>
              <a:srgbClr val="EAEAEA"/>
            </a:solidFill>
            <a:ln w="12700" cap="flat">
              <a:noFill/>
              <a:miter lim="400000"/>
            </a:ln>
            <a:effectLst/>
          </p:spPr>
          <p:txBody>
            <a:bodyPr wrap="square" lIns="109727" tIns="109727" rIns="109727" bIns="109727" numCol="1" anchor="t">
              <a:noAutofit/>
            </a:bodyPr>
            <a:lstStyle/>
            <a:p>
              <a:endParaRPr/>
            </a:p>
          </p:txBody>
        </p:sp>
        <p:sp>
          <p:nvSpPr>
            <p:cNvPr id="118" name="Shape"/>
            <p:cNvSpPr/>
            <p:nvPr/>
          </p:nvSpPr>
          <p:spPr>
            <a:xfrm rot="16200000">
              <a:off x="1225011" y="-1162410"/>
              <a:ext cx="7796818" cy="10184239"/>
            </a:xfrm>
            <a:custGeom>
              <a:avLst/>
              <a:gdLst/>
              <a:ahLst/>
              <a:cxnLst>
                <a:cxn ang="0">
                  <a:pos x="wd2" y="hd2"/>
                </a:cxn>
                <a:cxn ang="5400000">
                  <a:pos x="wd2" y="hd2"/>
                </a:cxn>
                <a:cxn ang="10800000">
                  <a:pos x="wd2" y="hd2"/>
                </a:cxn>
                <a:cxn ang="16200000">
                  <a:pos x="wd2" y="hd2"/>
                </a:cxn>
              </a:cxnLst>
              <a:rect l="0" t="0" r="r" b="b"/>
              <a:pathLst>
                <a:path w="21600" h="21600" extrusionOk="0">
                  <a:moveTo>
                    <a:pt x="21600" y="20885"/>
                  </a:moveTo>
                  <a:cubicBezTo>
                    <a:pt x="21600" y="21274"/>
                    <a:pt x="21174" y="21600"/>
                    <a:pt x="20665" y="21600"/>
                  </a:cubicBezTo>
                  <a:cubicBezTo>
                    <a:pt x="935" y="21600"/>
                    <a:pt x="935" y="21600"/>
                    <a:pt x="935" y="21600"/>
                  </a:cubicBezTo>
                  <a:cubicBezTo>
                    <a:pt x="426" y="21600"/>
                    <a:pt x="0" y="21274"/>
                    <a:pt x="0" y="20885"/>
                  </a:cubicBezTo>
                  <a:cubicBezTo>
                    <a:pt x="0" y="715"/>
                    <a:pt x="0" y="715"/>
                    <a:pt x="0" y="715"/>
                  </a:cubicBezTo>
                  <a:cubicBezTo>
                    <a:pt x="0" y="326"/>
                    <a:pt x="426" y="0"/>
                    <a:pt x="935" y="0"/>
                  </a:cubicBezTo>
                  <a:cubicBezTo>
                    <a:pt x="20665" y="0"/>
                    <a:pt x="20665" y="0"/>
                    <a:pt x="20665" y="0"/>
                  </a:cubicBezTo>
                  <a:cubicBezTo>
                    <a:pt x="21174" y="0"/>
                    <a:pt x="21600" y="326"/>
                    <a:pt x="21600" y="715"/>
                  </a:cubicBezTo>
                  <a:lnTo>
                    <a:pt x="21600" y="20885"/>
                  </a:lnTo>
                  <a:close/>
                </a:path>
              </a:pathLst>
            </a:custGeom>
            <a:solidFill>
              <a:srgbClr val="D5D5D5"/>
            </a:solidFill>
            <a:ln w="12700" cap="flat">
              <a:noFill/>
              <a:miter lim="400000"/>
            </a:ln>
            <a:effectLst/>
          </p:spPr>
          <p:txBody>
            <a:bodyPr wrap="square" lIns="109727" tIns="109727" rIns="109727" bIns="109727" numCol="1" anchor="t">
              <a:noAutofit/>
            </a:bodyPr>
            <a:lstStyle/>
            <a:p>
              <a:endParaRPr/>
            </a:p>
          </p:txBody>
        </p:sp>
        <p:sp>
          <p:nvSpPr>
            <p:cNvPr id="119" name="Shape"/>
            <p:cNvSpPr/>
            <p:nvPr/>
          </p:nvSpPr>
          <p:spPr>
            <a:xfrm rot="16200000">
              <a:off x="1252044" y="-1132532"/>
              <a:ext cx="7739907" cy="10124482"/>
            </a:xfrm>
            <a:custGeom>
              <a:avLst/>
              <a:gdLst/>
              <a:ahLst/>
              <a:cxnLst>
                <a:cxn ang="0">
                  <a:pos x="wd2" y="hd2"/>
                </a:cxn>
                <a:cxn ang="5400000">
                  <a:pos x="wd2" y="hd2"/>
                </a:cxn>
                <a:cxn ang="10800000">
                  <a:pos x="wd2" y="hd2"/>
                </a:cxn>
                <a:cxn ang="16200000">
                  <a:pos x="wd2" y="hd2"/>
                </a:cxn>
              </a:cxnLst>
              <a:rect l="0" t="0" r="r" b="b"/>
              <a:pathLst>
                <a:path w="21600" h="21600" extrusionOk="0">
                  <a:moveTo>
                    <a:pt x="20742" y="0"/>
                  </a:moveTo>
                  <a:cubicBezTo>
                    <a:pt x="858" y="0"/>
                    <a:pt x="858" y="0"/>
                    <a:pt x="858" y="0"/>
                  </a:cubicBezTo>
                  <a:cubicBezTo>
                    <a:pt x="393" y="0"/>
                    <a:pt x="0" y="301"/>
                    <a:pt x="0" y="656"/>
                  </a:cubicBezTo>
                  <a:cubicBezTo>
                    <a:pt x="0" y="20944"/>
                    <a:pt x="0" y="20944"/>
                    <a:pt x="0" y="20944"/>
                  </a:cubicBezTo>
                  <a:cubicBezTo>
                    <a:pt x="0" y="21299"/>
                    <a:pt x="393" y="21600"/>
                    <a:pt x="858" y="21600"/>
                  </a:cubicBezTo>
                  <a:cubicBezTo>
                    <a:pt x="20742" y="21600"/>
                    <a:pt x="20742" y="21600"/>
                    <a:pt x="20742" y="21600"/>
                  </a:cubicBezTo>
                  <a:cubicBezTo>
                    <a:pt x="21207" y="21600"/>
                    <a:pt x="21600" y="21299"/>
                    <a:pt x="21600" y="20944"/>
                  </a:cubicBezTo>
                  <a:cubicBezTo>
                    <a:pt x="21600" y="656"/>
                    <a:pt x="21600" y="656"/>
                    <a:pt x="21600" y="656"/>
                  </a:cubicBezTo>
                  <a:cubicBezTo>
                    <a:pt x="21600" y="301"/>
                    <a:pt x="21207" y="0"/>
                    <a:pt x="20742" y="0"/>
                  </a:cubicBezTo>
                  <a:close/>
                  <a:moveTo>
                    <a:pt x="19550" y="19669"/>
                  </a:moveTo>
                  <a:cubicBezTo>
                    <a:pt x="19550" y="19715"/>
                    <a:pt x="19502" y="19751"/>
                    <a:pt x="19442" y="19751"/>
                  </a:cubicBezTo>
                  <a:cubicBezTo>
                    <a:pt x="2217" y="19751"/>
                    <a:pt x="2217" y="19751"/>
                    <a:pt x="2217" y="19751"/>
                  </a:cubicBezTo>
                  <a:cubicBezTo>
                    <a:pt x="2158" y="19751"/>
                    <a:pt x="2110" y="19715"/>
                    <a:pt x="2110" y="19669"/>
                  </a:cubicBezTo>
                  <a:cubicBezTo>
                    <a:pt x="2110" y="1976"/>
                    <a:pt x="2110" y="1976"/>
                    <a:pt x="2110" y="1976"/>
                  </a:cubicBezTo>
                  <a:cubicBezTo>
                    <a:pt x="2110" y="1931"/>
                    <a:pt x="2158" y="1894"/>
                    <a:pt x="2217" y="1894"/>
                  </a:cubicBezTo>
                  <a:cubicBezTo>
                    <a:pt x="19442" y="1894"/>
                    <a:pt x="19442" y="1894"/>
                    <a:pt x="19442" y="1894"/>
                  </a:cubicBezTo>
                  <a:cubicBezTo>
                    <a:pt x="19502" y="1894"/>
                    <a:pt x="19550" y="1931"/>
                    <a:pt x="19550" y="1976"/>
                  </a:cubicBezTo>
                  <a:lnTo>
                    <a:pt x="19550" y="19669"/>
                  </a:lnTo>
                  <a:close/>
                </a:path>
              </a:pathLst>
            </a:custGeom>
            <a:solidFill>
              <a:srgbClr val="F0F0F0"/>
            </a:solidFill>
            <a:ln w="12700" cap="flat">
              <a:noFill/>
              <a:miter lim="400000"/>
            </a:ln>
            <a:effectLst/>
          </p:spPr>
          <p:txBody>
            <a:bodyPr wrap="square" lIns="109727" tIns="109727" rIns="109727" bIns="109727" numCol="1" anchor="t">
              <a:noAutofit/>
            </a:bodyPr>
            <a:lstStyle/>
            <a:p>
              <a:endParaRPr/>
            </a:p>
          </p:txBody>
        </p:sp>
        <p:pic>
          <p:nvPicPr>
            <p:cNvPr id="120" name="image16.png" descr="image16.png"/>
            <p:cNvPicPr>
              <a:picLocks noChangeAspect="1"/>
            </p:cNvPicPr>
            <p:nvPr/>
          </p:nvPicPr>
          <p:blipFill>
            <a:blip r:embed="rId3">
              <a:extLst/>
            </a:blip>
            <a:stretch>
              <a:fillRect/>
            </a:stretch>
          </p:blipFill>
          <p:spPr>
            <a:xfrm rot="16200000">
              <a:off x="399800" y="3874221"/>
              <a:ext cx="142279" cy="139433"/>
            </a:xfrm>
            <a:prstGeom prst="rect">
              <a:avLst/>
            </a:prstGeom>
            <a:ln w="12700" cap="flat">
              <a:noFill/>
              <a:miter lim="400000"/>
            </a:ln>
            <a:effectLst/>
          </p:spPr>
        </p:pic>
        <p:pic>
          <p:nvPicPr>
            <p:cNvPr id="121" name="image17.png" descr="image17.png"/>
            <p:cNvPicPr>
              <a:picLocks noChangeAspect="1"/>
            </p:cNvPicPr>
            <p:nvPr/>
          </p:nvPicPr>
          <p:blipFill>
            <a:blip r:embed="rId4">
              <a:extLst/>
            </a:blip>
            <a:stretch>
              <a:fillRect/>
            </a:stretch>
          </p:blipFill>
          <p:spPr>
            <a:xfrm rot="16200000">
              <a:off x="422564" y="3896985"/>
              <a:ext cx="91059" cy="88213"/>
            </a:xfrm>
            <a:prstGeom prst="rect">
              <a:avLst/>
            </a:prstGeom>
            <a:ln w="12700" cap="flat">
              <a:noFill/>
              <a:miter lim="400000"/>
            </a:ln>
            <a:effectLst/>
          </p:spPr>
        </p:pic>
        <p:sp>
          <p:nvSpPr>
            <p:cNvPr id="122" name="Circle"/>
            <p:cNvSpPr/>
            <p:nvPr/>
          </p:nvSpPr>
          <p:spPr>
            <a:xfrm rot="16200000">
              <a:off x="460979" y="3926865"/>
              <a:ext cx="25609" cy="25609"/>
            </a:xfrm>
            <a:prstGeom prst="ellipse">
              <a:avLst/>
            </a:prstGeom>
            <a:solidFill>
              <a:srgbClr val="171923"/>
            </a:solidFill>
            <a:ln w="12700" cap="flat">
              <a:noFill/>
              <a:miter lim="400000"/>
            </a:ln>
            <a:effectLst/>
          </p:spPr>
          <p:txBody>
            <a:bodyPr wrap="square" lIns="109727" tIns="109727" rIns="109727" bIns="109727" numCol="1" anchor="t">
              <a:noAutofit/>
            </a:bodyPr>
            <a:lstStyle/>
            <a:p>
              <a:endParaRPr/>
            </a:p>
          </p:txBody>
        </p:sp>
        <p:sp>
          <p:nvSpPr>
            <p:cNvPr id="123" name="Circle"/>
            <p:cNvSpPr/>
            <p:nvPr/>
          </p:nvSpPr>
          <p:spPr>
            <a:xfrm rot="16200000">
              <a:off x="473784" y="3948206"/>
              <a:ext cx="14228" cy="11382"/>
            </a:xfrm>
            <a:prstGeom prst="ellipse">
              <a:avLst/>
            </a:prstGeom>
            <a:solidFill>
              <a:srgbClr val="5E97D1"/>
            </a:solidFill>
            <a:ln w="12700" cap="flat">
              <a:noFill/>
              <a:miter lim="400000"/>
            </a:ln>
            <a:effectLst/>
          </p:spPr>
          <p:txBody>
            <a:bodyPr wrap="square" lIns="109727" tIns="109727" rIns="109727" bIns="109727" numCol="1" anchor="t">
              <a:noAutofit/>
            </a:bodyPr>
            <a:lstStyle/>
            <a:p>
              <a:endParaRPr/>
            </a:p>
          </p:txBody>
        </p:sp>
      </p:grpSp>
      <p:pic>
        <p:nvPicPr>
          <p:cNvPr id="124" name="image18.png" descr="image18.png"/>
          <p:cNvPicPr>
            <a:picLocks noChangeAspect="1"/>
          </p:cNvPicPr>
          <p:nvPr/>
        </p:nvPicPr>
        <p:blipFill rotWithShape="1">
          <a:blip r:embed="rId5">
            <a:extLst/>
          </a:blip>
          <a:srcRect b="23602"/>
          <a:stretch/>
        </p:blipFill>
        <p:spPr>
          <a:xfrm>
            <a:off x="7523779" y="4388140"/>
            <a:ext cx="8462963" cy="6465470"/>
          </a:xfrm>
          <a:prstGeom prst="rect">
            <a:avLst/>
          </a:prstGeom>
          <a:ln w="12700">
            <a:miter lim="400000"/>
          </a:ln>
        </p:spPr>
      </p:pic>
      <p:grpSp>
        <p:nvGrpSpPr>
          <p:cNvPr id="125" name="Group"/>
          <p:cNvGrpSpPr/>
          <p:nvPr/>
        </p:nvGrpSpPr>
        <p:grpSpPr>
          <a:xfrm>
            <a:off x="14733269" y="5393880"/>
            <a:ext cx="3063241" cy="6202679"/>
            <a:chOff x="0" y="0"/>
            <a:chExt cx="3063240" cy="6202678"/>
          </a:xfrm>
        </p:grpSpPr>
        <p:sp>
          <p:nvSpPr>
            <p:cNvPr id="126" name="Shape"/>
            <p:cNvSpPr/>
            <p:nvPr/>
          </p:nvSpPr>
          <p:spPr>
            <a:xfrm>
              <a:off x="0" y="769619"/>
              <a:ext cx="49531" cy="285751"/>
            </a:xfrm>
            <a:custGeom>
              <a:avLst/>
              <a:gdLst/>
              <a:ahLst/>
              <a:cxnLst>
                <a:cxn ang="0">
                  <a:pos x="wd2" y="hd2"/>
                </a:cxn>
                <a:cxn ang="5400000">
                  <a:pos x="wd2" y="hd2"/>
                </a:cxn>
                <a:cxn ang="10800000">
                  <a:pos x="wd2" y="hd2"/>
                </a:cxn>
                <a:cxn ang="16200000">
                  <a:pos x="wd2" y="hd2"/>
                </a:cxn>
              </a:cxnLst>
              <a:rect l="0" t="0" r="r" b="b"/>
              <a:pathLst>
                <a:path w="21600" h="21600" extrusionOk="0">
                  <a:moveTo>
                    <a:pt x="20700" y="0"/>
                  </a:moveTo>
                  <a:cubicBezTo>
                    <a:pt x="9000" y="0"/>
                    <a:pt x="0" y="1554"/>
                    <a:pt x="0" y="3419"/>
                  </a:cubicBezTo>
                  <a:cubicBezTo>
                    <a:pt x="0" y="18181"/>
                    <a:pt x="0" y="18181"/>
                    <a:pt x="0" y="18181"/>
                  </a:cubicBezTo>
                  <a:cubicBezTo>
                    <a:pt x="0" y="20201"/>
                    <a:pt x="9000" y="21600"/>
                    <a:pt x="20700" y="21600"/>
                  </a:cubicBezTo>
                  <a:cubicBezTo>
                    <a:pt x="20700" y="21600"/>
                    <a:pt x="20700" y="21600"/>
                    <a:pt x="21600" y="21600"/>
                  </a:cubicBezTo>
                  <a:cubicBezTo>
                    <a:pt x="21600" y="0"/>
                    <a:pt x="21600" y="0"/>
                    <a:pt x="21600" y="0"/>
                  </a:cubicBezTo>
                  <a:cubicBezTo>
                    <a:pt x="20700" y="0"/>
                    <a:pt x="20700" y="0"/>
                    <a:pt x="20700" y="0"/>
                  </a:cubicBezTo>
                  <a:close/>
                </a:path>
              </a:pathLst>
            </a:custGeom>
            <a:solidFill>
              <a:srgbClr val="B9B9BA"/>
            </a:solidFill>
            <a:ln w="12700" cap="flat">
              <a:noFill/>
              <a:miter lim="400000"/>
            </a:ln>
            <a:effectLst/>
          </p:spPr>
          <p:txBody>
            <a:bodyPr wrap="square" lIns="109727" tIns="109727" rIns="109727" bIns="109727" numCol="1" anchor="t">
              <a:noAutofit/>
            </a:bodyPr>
            <a:lstStyle/>
            <a:p>
              <a:endParaRPr/>
            </a:p>
          </p:txBody>
        </p:sp>
        <p:sp>
          <p:nvSpPr>
            <p:cNvPr id="127" name="Shape"/>
            <p:cNvSpPr/>
            <p:nvPr/>
          </p:nvSpPr>
          <p:spPr>
            <a:xfrm>
              <a:off x="7620" y="1310639"/>
              <a:ext cx="41911" cy="464821"/>
            </a:xfrm>
            <a:custGeom>
              <a:avLst/>
              <a:gdLst/>
              <a:ahLst/>
              <a:cxnLst>
                <a:cxn ang="0">
                  <a:pos x="wd2" y="hd2"/>
                </a:cxn>
                <a:cxn ang="5400000">
                  <a:pos x="wd2" y="hd2"/>
                </a:cxn>
                <a:cxn ang="10800000">
                  <a:pos x="wd2" y="hd2"/>
                </a:cxn>
                <a:cxn ang="16200000">
                  <a:pos x="wd2" y="hd2"/>
                </a:cxn>
              </a:cxnLst>
              <a:rect l="0" t="0" r="r" b="b"/>
              <a:pathLst>
                <a:path w="21600" h="21600" extrusionOk="0">
                  <a:moveTo>
                    <a:pt x="0" y="531"/>
                  </a:moveTo>
                  <a:lnTo>
                    <a:pt x="0" y="21069"/>
                  </a:lnTo>
                  <a:lnTo>
                    <a:pt x="21600" y="21600"/>
                  </a:lnTo>
                  <a:lnTo>
                    <a:pt x="21600" y="0"/>
                  </a:lnTo>
                  <a:lnTo>
                    <a:pt x="0" y="531"/>
                  </a:lnTo>
                  <a:close/>
                </a:path>
              </a:pathLst>
            </a:custGeom>
            <a:solidFill>
              <a:srgbClr val="B9B9BA"/>
            </a:solidFill>
            <a:ln w="12700" cap="flat">
              <a:noFill/>
              <a:miter lim="400000"/>
            </a:ln>
            <a:effectLst/>
          </p:spPr>
          <p:txBody>
            <a:bodyPr wrap="square" lIns="109727" tIns="109727" rIns="109727" bIns="109727" numCol="1" anchor="t">
              <a:noAutofit/>
            </a:bodyPr>
            <a:lstStyle/>
            <a:p>
              <a:endParaRPr/>
            </a:p>
          </p:txBody>
        </p:sp>
        <p:sp>
          <p:nvSpPr>
            <p:cNvPr id="128" name="Shape"/>
            <p:cNvSpPr/>
            <p:nvPr/>
          </p:nvSpPr>
          <p:spPr>
            <a:xfrm>
              <a:off x="7620" y="1878329"/>
              <a:ext cx="41911" cy="464821"/>
            </a:xfrm>
            <a:custGeom>
              <a:avLst/>
              <a:gdLst/>
              <a:ahLst/>
              <a:cxnLst>
                <a:cxn ang="0">
                  <a:pos x="wd2" y="hd2"/>
                </a:cxn>
                <a:cxn ang="5400000">
                  <a:pos x="wd2" y="hd2"/>
                </a:cxn>
                <a:cxn ang="10800000">
                  <a:pos x="wd2" y="hd2"/>
                </a:cxn>
                <a:cxn ang="16200000">
                  <a:pos x="wd2" y="hd2"/>
                </a:cxn>
              </a:cxnLst>
              <a:rect l="0" t="0" r="r" b="b"/>
              <a:pathLst>
                <a:path w="21600" h="21600" extrusionOk="0">
                  <a:moveTo>
                    <a:pt x="0" y="531"/>
                  </a:moveTo>
                  <a:lnTo>
                    <a:pt x="0" y="20892"/>
                  </a:lnTo>
                  <a:lnTo>
                    <a:pt x="21600" y="21600"/>
                  </a:lnTo>
                  <a:lnTo>
                    <a:pt x="21600" y="0"/>
                  </a:lnTo>
                  <a:lnTo>
                    <a:pt x="0" y="531"/>
                  </a:lnTo>
                  <a:close/>
                </a:path>
              </a:pathLst>
            </a:custGeom>
            <a:solidFill>
              <a:srgbClr val="B9B9BA"/>
            </a:solidFill>
            <a:ln w="12700" cap="flat">
              <a:noFill/>
              <a:miter lim="400000"/>
            </a:ln>
            <a:effectLst/>
          </p:spPr>
          <p:txBody>
            <a:bodyPr wrap="square" lIns="109727" tIns="109727" rIns="109727" bIns="109727" numCol="1" anchor="t">
              <a:noAutofit/>
            </a:bodyPr>
            <a:lstStyle/>
            <a:p>
              <a:endParaRPr/>
            </a:p>
          </p:txBody>
        </p:sp>
        <p:sp>
          <p:nvSpPr>
            <p:cNvPr id="129" name="Shape"/>
            <p:cNvSpPr/>
            <p:nvPr/>
          </p:nvSpPr>
          <p:spPr>
            <a:xfrm>
              <a:off x="3021330" y="1310639"/>
              <a:ext cx="41911" cy="46482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069"/>
                  </a:lnTo>
                  <a:lnTo>
                    <a:pt x="21600" y="531"/>
                  </a:lnTo>
                  <a:lnTo>
                    <a:pt x="0" y="0"/>
                  </a:lnTo>
                  <a:close/>
                </a:path>
              </a:pathLst>
            </a:custGeom>
            <a:solidFill>
              <a:srgbClr val="B9B9BA"/>
            </a:solidFill>
            <a:ln w="12700" cap="flat">
              <a:noFill/>
              <a:miter lim="400000"/>
            </a:ln>
            <a:effectLst/>
          </p:spPr>
          <p:txBody>
            <a:bodyPr wrap="square" lIns="109727" tIns="109727" rIns="109727" bIns="109727" numCol="1" anchor="t">
              <a:noAutofit/>
            </a:bodyPr>
            <a:lstStyle/>
            <a:p>
              <a:endParaRPr/>
            </a:p>
          </p:txBody>
        </p:sp>
        <p:sp>
          <p:nvSpPr>
            <p:cNvPr id="130" name="Shape"/>
            <p:cNvSpPr/>
            <p:nvPr/>
          </p:nvSpPr>
          <p:spPr>
            <a:xfrm>
              <a:off x="30479" y="0"/>
              <a:ext cx="3009902" cy="6202679"/>
            </a:xfrm>
            <a:custGeom>
              <a:avLst/>
              <a:gdLst/>
              <a:ahLst/>
              <a:cxnLst>
                <a:cxn ang="0">
                  <a:pos x="wd2" y="hd2"/>
                </a:cxn>
                <a:cxn ang="5400000">
                  <a:pos x="wd2" y="hd2"/>
                </a:cxn>
                <a:cxn ang="10800000">
                  <a:pos x="wd2" y="hd2"/>
                </a:cxn>
                <a:cxn ang="16200000">
                  <a:pos x="wd2" y="hd2"/>
                </a:cxn>
              </a:cxnLst>
              <a:rect l="0" t="0" r="r" b="b"/>
              <a:pathLst>
                <a:path w="21600" h="21600" extrusionOk="0">
                  <a:moveTo>
                    <a:pt x="20270" y="18972"/>
                  </a:moveTo>
                  <a:cubicBezTo>
                    <a:pt x="1300" y="18972"/>
                    <a:pt x="1300" y="18972"/>
                    <a:pt x="1300" y="18972"/>
                  </a:cubicBezTo>
                  <a:cubicBezTo>
                    <a:pt x="1300" y="2614"/>
                    <a:pt x="1300" y="2614"/>
                    <a:pt x="1300" y="2614"/>
                  </a:cubicBezTo>
                  <a:cubicBezTo>
                    <a:pt x="20270" y="2614"/>
                    <a:pt x="20270" y="2614"/>
                    <a:pt x="20270" y="2614"/>
                  </a:cubicBezTo>
                  <a:lnTo>
                    <a:pt x="20270" y="18972"/>
                  </a:lnTo>
                  <a:close/>
                  <a:moveTo>
                    <a:pt x="0" y="1540"/>
                  </a:moveTo>
                  <a:cubicBezTo>
                    <a:pt x="0" y="20060"/>
                    <a:pt x="0" y="20060"/>
                    <a:pt x="0" y="20060"/>
                  </a:cubicBezTo>
                  <a:cubicBezTo>
                    <a:pt x="0" y="20912"/>
                    <a:pt x="1418" y="21600"/>
                    <a:pt x="3176" y="21600"/>
                  </a:cubicBezTo>
                  <a:cubicBezTo>
                    <a:pt x="18424" y="21600"/>
                    <a:pt x="18424" y="21600"/>
                    <a:pt x="18424" y="21600"/>
                  </a:cubicBezTo>
                  <a:cubicBezTo>
                    <a:pt x="20182" y="21600"/>
                    <a:pt x="21600" y="20912"/>
                    <a:pt x="21600" y="20060"/>
                  </a:cubicBezTo>
                  <a:cubicBezTo>
                    <a:pt x="21600" y="1540"/>
                    <a:pt x="21600" y="1540"/>
                    <a:pt x="21600" y="1540"/>
                  </a:cubicBezTo>
                  <a:cubicBezTo>
                    <a:pt x="21600" y="695"/>
                    <a:pt x="20182" y="0"/>
                    <a:pt x="18424" y="0"/>
                  </a:cubicBezTo>
                  <a:cubicBezTo>
                    <a:pt x="3176" y="0"/>
                    <a:pt x="3176" y="0"/>
                    <a:pt x="3176" y="0"/>
                  </a:cubicBezTo>
                  <a:cubicBezTo>
                    <a:pt x="1418" y="0"/>
                    <a:pt x="0" y="695"/>
                    <a:pt x="0" y="1540"/>
                  </a:cubicBezTo>
                  <a:close/>
                </a:path>
              </a:pathLst>
            </a:custGeom>
            <a:solidFill>
              <a:srgbClr val="EDEEEF"/>
            </a:solidFill>
            <a:ln w="12700" cap="flat">
              <a:noFill/>
              <a:miter lim="400000"/>
            </a:ln>
            <a:effectLst/>
          </p:spPr>
          <p:txBody>
            <a:bodyPr wrap="square" lIns="109727" tIns="109727" rIns="109727" bIns="109727" numCol="1" anchor="t">
              <a:noAutofit/>
            </a:bodyPr>
            <a:lstStyle/>
            <a:p>
              <a:endParaRPr/>
            </a:p>
          </p:txBody>
        </p:sp>
        <p:sp>
          <p:nvSpPr>
            <p:cNvPr id="131" name="Shape"/>
            <p:cNvSpPr/>
            <p:nvPr/>
          </p:nvSpPr>
          <p:spPr>
            <a:xfrm>
              <a:off x="80010" y="49529"/>
              <a:ext cx="2910841" cy="6103620"/>
            </a:xfrm>
            <a:custGeom>
              <a:avLst/>
              <a:gdLst/>
              <a:ahLst/>
              <a:cxnLst>
                <a:cxn ang="0">
                  <a:pos x="wd2" y="hd2"/>
                </a:cxn>
                <a:cxn ang="5400000">
                  <a:pos x="wd2" y="hd2"/>
                </a:cxn>
                <a:cxn ang="10800000">
                  <a:pos x="wd2" y="hd2"/>
                </a:cxn>
                <a:cxn ang="16200000">
                  <a:pos x="wd2" y="hd2"/>
                </a:cxn>
              </a:cxnLst>
              <a:rect l="0" t="0" r="r" b="b"/>
              <a:pathLst>
                <a:path w="21600" h="21600" extrusionOk="0">
                  <a:moveTo>
                    <a:pt x="20654" y="19162"/>
                  </a:moveTo>
                  <a:cubicBezTo>
                    <a:pt x="931" y="19162"/>
                    <a:pt x="931" y="19162"/>
                    <a:pt x="931" y="19162"/>
                  </a:cubicBezTo>
                  <a:cubicBezTo>
                    <a:pt x="931" y="2431"/>
                    <a:pt x="931" y="2431"/>
                    <a:pt x="931" y="2431"/>
                  </a:cubicBezTo>
                  <a:cubicBezTo>
                    <a:pt x="20654" y="2431"/>
                    <a:pt x="20654" y="2431"/>
                    <a:pt x="20654" y="2431"/>
                  </a:cubicBezTo>
                  <a:lnTo>
                    <a:pt x="20654" y="19162"/>
                  </a:lnTo>
                  <a:close/>
                  <a:moveTo>
                    <a:pt x="0" y="1441"/>
                  </a:moveTo>
                  <a:cubicBezTo>
                    <a:pt x="0" y="20159"/>
                    <a:pt x="0" y="20159"/>
                    <a:pt x="0" y="20159"/>
                  </a:cubicBezTo>
                  <a:cubicBezTo>
                    <a:pt x="0" y="20960"/>
                    <a:pt x="1359" y="21600"/>
                    <a:pt x="3022" y="21600"/>
                  </a:cubicBezTo>
                  <a:cubicBezTo>
                    <a:pt x="18578" y="21600"/>
                    <a:pt x="18578" y="21600"/>
                    <a:pt x="18578" y="21600"/>
                  </a:cubicBezTo>
                  <a:cubicBezTo>
                    <a:pt x="20257" y="21600"/>
                    <a:pt x="21600" y="20960"/>
                    <a:pt x="21600" y="20159"/>
                  </a:cubicBezTo>
                  <a:cubicBezTo>
                    <a:pt x="21600" y="1441"/>
                    <a:pt x="21600" y="1441"/>
                    <a:pt x="21600" y="1441"/>
                  </a:cubicBezTo>
                  <a:cubicBezTo>
                    <a:pt x="21600" y="648"/>
                    <a:pt x="20257" y="0"/>
                    <a:pt x="18578" y="0"/>
                  </a:cubicBezTo>
                  <a:cubicBezTo>
                    <a:pt x="3022" y="0"/>
                    <a:pt x="3022" y="0"/>
                    <a:pt x="3022" y="0"/>
                  </a:cubicBezTo>
                  <a:cubicBezTo>
                    <a:pt x="1359" y="0"/>
                    <a:pt x="0" y="648"/>
                    <a:pt x="0" y="1441"/>
                  </a:cubicBezTo>
                  <a:close/>
                </a:path>
              </a:pathLst>
            </a:custGeom>
            <a:solidFill>
              <a:srgbClr val="DCDEE2"/>
            </a:solidFill>
            <a:ln w="12700" cap="flat">
              <a:noFill/>
              <a:miter lim="400000"/>
            </a:ln>
            <a:effectLst/>
          </p:spPr>
          <p:txBody>
            <a:bodyPr wrap="square" lIns="109727" tIns="109727" rIns="109727" bIns="109727" numCol="1" anchor="t">
              <a:noAutofit/>
            </a:bodyPr>
            <a:lstStyle/>
            <a:p>
              <a:endParaRPr/>
            </a:p>
          </p:txBody>
        </p:sp>
        <p:sp>
          <p:nvSpPr>
            <p:cNvPr id="132" name="Shape"/>
            <p:cNvSpPr/>
            <p:nvPr/>
          </p:nvSpPr>
          <p:spPr>
            <a:xfrm>
              <a:off x="102870" y="68579"/>
              <a:ext cx="2868931" cy="6061710"/>
            </a:xfrm>
            <a:custGeom>
              <a:avLst/>
              <a:gdLst/>
              <a:ahLst/>
              <a:cxnLst>
                <a:cxn ang="0">
                  <a:pos x="wd2" y="hd2"/>
                </a:cxn>
                <a:cxn ang="5400000">
                  <a:pos x="wd2" y="hd2"/>
                </a:cxn>
                <a:cxn ang="10800000">
                  <a:pos x="wd2" y="hd2"/>
                </a:cxn>
                <a:cxn ang="16200000">
                  <a:pos x="wd2" y="hd2"/>
                </a:cxn>
              </a:cxnLst>
              <a:rect l="0" t="0" r="r" b="b"/>
              <a:pathLst>
                <a:path w="21600" h="21600" extrusionOk="0">
                  <a:moveTo>
                    <a:pt x="20732" y="19160"/>
                  </a:moveTo>
                  <a:cubicBezTo>
                    <a:pt x="837" y="19160"/>
                    <a:pt x="837" y="19160"/>
                    <a:pt x="837" y="19160"/>
                  </a:cubicBezTo>
                  <a:cubicBezTo>
                    <a:pt x="837" y="2425"/>
                    <a:pt x="837" y="2425"/>
                    <a:pt x="837" y="2425"/>
                  </a:cubicBezTo>
                  <a:cubicBezTo>
                    <a:pt x="20732" y="2425"/>
                    <a:pt x="20732" y="2425"/>
                    <a:pt x="20732" y="2425"/>
                  </a:cubicBezTo>
                  <a:lnTo>
                    <a:pt x="20732" y="19160"/>
                  </a:lnTo>
                  <a:close/>
                  <a:moveTo>
                    <a:pt x="0" y="1377"/>
                  </a:moveTo>
                  <a:cubicBezTo>
                    <a:pt x="0" y="20223"/>
                    <a:pt x="0" y="20223"/>
                    <a:pt x="0" y="20223"/>
                  </a:cubicBezTo>
                  <a:cubicBezTo>
                    <a:pt x="0" y="20985"/>
                    <a:pt x="1302" y="21600"/>
                    <a:pt x="2898" y="21600"/>
                  </a:cubicBezTo>
                  <a:cubicBezTo>
                    <a:pt x="18687" y="21600"/>
                    <a:pt x="18687" y="21600"/>
                    <a:pt x="18687" y="21600"/>
                  </a:cubicBezTo>
                  <a:cubicBezTo>
                    <a:pt x="20298" y="21600"/>
                    <a:pt x="21600" y="20985"/>
                    <a:pt x="21600" y="20223"/>
                  </a:cubicBezTo>
                  <a:cubicBezTo>
                    <a:pt x="21600" y="1377"/>
                    <a:pt x="21600" y="1377"/>
                    <a:pt x="21600" y="1377"/>
                  </a:cubicBezTo>
                  <a:cubicBezTo>
                    <a:pt x="21600" y="623"/>
                    <a:pt x="20298" y="0"/>
                    <a:pt x="18687" y="0"/>
                  </a:cubicBezTo>
                  <a:cubicBezTo>
                    <a:pt x="2898" y="0"/>
                    <a:pt x="2898" y="0"/>
                    <a:pt x="2898" y="0"/>
                  </a:cubicBezTo>
                  <a:cubicBezTo>
                    <a:pt x="1302" y="0"/>
                    <a:pt x="0" y="623"/>
                    <a:pt x="0" y="1377"/>
                  </a:cubicBezTo>
                  <a:close/>
                </a:path>
              </a:pathLst>
            </a:custGeom>
            <a:solidFill>
              <a:srgbClr val="F0F0F0"/>
            </a:solidFill>
            <a:ln w="12700" cap="flat">
              <a:noFill/>
              <a:miter lim="400000"/>
            </a:ln>
            <a:effectLst/>
          </p:spPr>
          <p:txBody>
            <a:bodyPr wrap="square" lIns="109727" tIns="109727" rIns="109727" bIns="109727" numCol="1" anchor="t">
              <a:noAutofit/>
            </a:bodyPr>
            <a:lstStyle/>
            <a:p>
              <a:endParaRPr/>
            </a:p>
          </p:txBody>
        </p:sp>
        <p:sp>
          <p:nvSpPr>
            <p:cNvPr id="133" name="Shape"/>
            <p:cNvSpPr/>
            <p:nvPr/>
          </p:nvSpPr>
          <p:spPr>
            <a:xfrm>
              <a:off x="194309" y="739139"/>
              <a:ext cx="2678432" cy="4720590"/>
            </a:xfrm>
            <a:custGeom>
              <a:avLst/>
              <a:gdLst/>
              <a:ahLst/>
              <a:cxnLst>
                <a:cxn ang="0">
                  <a:pos x="wd2" y="hd2"/>
                </a:cxn>
                <a:cxn ang="5400000">
                  <a:pos x="wd2" y="hd2"/>
                </a:cxn>
                <a:cxn ang="10800000">
                  <a:pos x="wd2" y="hd2"/>
                </a:cxn>
                <a:cxn ang="16200000">
                  <a:pos x="wd2" y="hd2"/>
                </a:cxn>
              </a:cxnLst>
              <a:rect l="0" t="0" r="r" b="b"/>
              <a:pathLst>
                <a:path w="21600" h="21600" extrusionOk="0">
                  <a:moveTo>
                    <a:pt x="21434" y="0"/>
                  </a:moveTo>
                  <a:cubicBezTo>
                    <a:pt x="166" y="0"/>
                    <a:pt x="166" y="0"/>
                    <a:pt x="166" y="0"/>
                  </a:cubicBezTo>
                  <a:cubicBezTo>
                    <a:pt x="66" y="0"/>
                    <a:pt x="0" y="38"/>
                    <a:pt x="0" y="94"/>
                  </a:cubicBezTo>
                  <a:cubicBezTo>
                    <a:pt x="0" y="21506"/>
                    <a:pt x="0" y="21506"/>
                    <a:pt x="0" y="21506"/>
                  </a:cubicBezTo>
                  <a:cubicBezTo>
                    <a:pt x="0" y="21562"/>
                    <a:pt x="66" y="21600"/>
                    <a:pt x="166" y="21600"/>
                  </a:cubicBezTo>
                  <a:cubicBezTo>
                    <a:pt x="21434" y="21600"/>
                    <a:pt x="21434" y="21600"/>
                    <a:pt x="21434" y="21600"/>
                  </a:cubicBezTo>
                  <a:cubicBezTo>
                    <a:pt x="21534" y="21600"/>
                    <a:pt x="21600" y="21562"/>
                    <a:pt x="21600" y="21506"/>
                  </a:cubicBezTo>
                  <a:cubicBezTo>
                    <a:pt x="21600" y="94"/>
                    <a:pt x="21600" y="94"/>
                    <a:pt x="21600" y="94"/>
                  </a:cubicBezTo>
                  <a:cubicBezTo>
                    <a:pt x="21600" y="38"/>
                    <a:pt x="21534" y="0"/>
                    <a:pt x="21434" y="0"/>
                  </a:cubicBezTo>
                  <a:close/>
                  <a:moveTo>
                    <a:pt x="21434" y="21497"/>
                  </a:moveTo>
                  <a:cubicBezTo>
                    <a:pt x="166" y="21497"/>
                    <a:pt x="166" y="21497"/>
                    <a:pt x="166" y="21497"/>
                  </a:cubicBezTo>
                  <a:cubicBezTo>
                    <a:pt x="166" y="94"/>
                    <a:pt x="166" y="94"/>
                    <a:pt x="166" y="94"/>
                  </a:cubicBezTo>
                  <a:cubicBezTo>
                    <a:pt x="21434" y="94"/>
                    <a:pt x="21434" y="94"/>
                    <a:pt x="21434" y="94"/>
                  </a:cubicBezTo>
                  <a:lnTo>
                    <a:pt x="21434" y="21497"/>
                  </a:lnTo>
                  <a:close/>
                </a:path>
              </a:pathLst>
            </a:custGeom>
            <a:solidFill>
              <a:srgbClr val="A3A6AF"/>
            </a:solidFill>
            <a:ln w="12700" cap="flat">
              <a:noFill/>
              <a:miter lim="400000"/>
            </a:ln>
            <a:effectLst/>
          </p:spPr>
          <p:txBody>
            <a:bodyPr wrap="square" lIns="109727" tIns="109727" rIns="109727" bIns="109727" numCol="1" anchor="t">
              <a:noAutofit/>
            </a:bodyPr>
            <a:lstStyle/>
            <a:p>
              <a:endParaRPr/>
            </a:p>
          </p:txBody>
        </p:sp>
        <p:sp>
          <p:nvSpPr>
            <p:cNvPr id="134" name="Shape"/>
            <p:cNvSpPr/>
            <p:nvPr/>
          </p:nvSpPr>
          <p:spPr>
            <a:xfrm>
              <a:off x="1299210" y="5558788"/>
              <a:ext cx="476251" cy="476251"/>
            </a:xfrm>
            <a:custGeom>
              <a:avLst/>
              <a:gdLst/>
              <a:ahLst/>
              <a:cxnLst>
                <a:cxn ang="0">
                  <a:pos x="wd2" y="hd2"/>
                </a:cxn>
                <a:cxn ang="5400000">
                  <a:pos x="wd2" y="hd2"/>
                </a:cxn>
                <a:cxn ang="10800000">
                  <a:pos x="wd2" y="hd2"/>
                </a:cxn>
                <a:cxn ang="16200000">
                  <a:pos x="wd2" y="hd2"/>
                </a:cxn>
              </a:cxnLst>
              <a:rect l="0" t="0" r="r" b="b"/>
              <a:pathLst>
                <a:path w="21600" h="21600" extrusionOk="0">
                  <a:moveTo>
                    <a:pt x="10754" y="0"/>
                  </a:moveTo>
                  <a:cubicBezTo>
                    <a:pt x="4821" y="0"/>
                    <a:pt x="0" y="4841"/>
                    <a:pt x="0" y="10800"/>
                  </a:cubicBezTo>
                  <a:cubicBezTo>
                    <a:pt x="0" y="16759"/>
                    <a:pt x="4821" y="21600"/>
                    <a:pt x="10754" y="21600"/>
                  </a:cubicBezTo>
                  <a:cubicBezTo>
                    <a:pt x="16779" y="21600"/>
                    <a:pt x="21600" y="16759"/>
                    <a:pt x="21600" y="10800"/>
                  </a:cubicBezTo>
                  <a:cubicBezTo>
                    <a:pt x="21600" y="4841"/>
                    <a:pt x="16779" y="0"/>
                    <a:pt x="10754" y="0"/>
                  </a:cubicBezTo>
                  <a:close/>
                  <a:moveTo>
                    <a:pt x="10754" y="20483"/>
                  </a:moveTo>
                  <a:cubicBezTo>
                    <a:pt x="5470" y="20483"/>
                    <a:pt x="1112" y="16107"/>
                    <a:pt x="1112" y="10800"/>
                  </a:cubicBezTo>
                  <a:cubicBezTo>
                    <a:pt x="1112" y="5400"/>
                    <a:pt x="5470" y="1117"/>
                    <a:pt x="10754" y="1117"/>
                  </a:cubicBezTo>
                  <a:cubicBezTo>
                    <a:pt x="16130" y="1117"/>
                    <a:pt x="20488" y="5400"/>
                    <a:pt x="20488" y="10800"/>
                  </a:cubicBezTo>
                  <a:cubicBezTo>
                    <a:pt x="20488" y="16107"/>
                    <a:pt x="16130" y="20483"/>
                    <a:pt x="10754" y="20483"/>
                  </a:cubicBezTo>
                  <a:close/>
                </a:path>
              </a:pathLst>
            </a:custGeom>
            <a:solidFill>
              <a:srgbClr val="DCDEE2"/>
            </a:solidFill>
            <a:ln w="12700" cap="flat">
              <a:noFill/>
              <a:miter lim="400000"/>
            </a:ln>
            <a:effectLst/>
          </p:spPr>
          <p:txBody>
            <a:bodyPr wrap="square" lIns="109727" tIns="109727" rIns="109727" bIns="109727" numCol="1" anchor="t">
              <a:noAutofit/>
            </a:bodyPr>
            <a:lstStyle/>
            <a:p>
              <a:endParaRPr/>
            </a:p>
          </p:txBody>
        </p:sp>
        <p:sp>
          <p:nvSpPr>
            <p:cNvPr id="135" name="Shape"/>
            <p:cNvSpPr/>
            <p:nvPr/>
          </p:nvSpPr>
          <p:spPr>
            <a:xfrm>
              <a:off x="1299210" y="369569"/>
              <a:ext cx="476251" cy="45721"/>
            </a:xfrm>
            <a:custGeom>
              <a:avLst/>
              <a:gdLst/>
              <a:ahLst/>
              <a:cxnLst>
                <a:cxn ang="0">
                  <a:pos x="wd2" y="hd2"/>
                </a:cxn>
                <a:cxn ang="5400000">
                  <a:pos x="wd2" y="hd2"/>
                </a:cxn>
                <a:cxn ang="10800000">
                  <a:pos x="wd2" y="hd2"/>
                </a:cxn>
                <a:cxn ang="16200000">
                  <a:pos x="wd2" y="hd2"/>
                </a:cxn>
              </a:cxnLst>
              <a:rect l="0" t="0" r="r" b="b"/>
              <a:pathLst>
                <a:path w="21600" h="21600" extrusionOk="0">
                  <a:moveTo>
                    <a:pt x="20571" y="0"/>
                  </a:moveTo>
                  <a:cubicBezTo>
                    <a:pt x="1029" y="0"/>
                    <a:pt x="1029" y="0"/>
                    <a:pt x="1029" y="0"/>
                  </a:cubicBezTo>
                  <a:cubicBezTo>
                    <a:pt x="468" y="0"/>
                    <a:pt x="0" y="4696"/>
                    <a:pt x="0" y="10330"/>
                  </a:cubicBezTo>
                  <a:cubicBezTo>
                    <a:pt x="0" y="16904"/>
                    <a:pt x="468" y="21600"/>
                    <a:pt x="1029" y="21600"/>
                  </a:cubicBezTo>
                  <a:cubicBezTo>
                    <a:pt x="20571" y="21600"/>
                    <a:pt x="20571" y="21600"/>
                    <a:pt x="20571" y="21600"/>
                  </a:cubicBezTo>
                  <a:cubicBezTo>
                    <a:pt x="21132" y="21600"/>
                    <a:pt x="21600" y="16904"/>
                    <a:pt x="21600" y="10330"/>
                  </a:cubicBezTo>
                  <a:cubicBezTo>
                    <a:pt x="21600" y="4696"/>
                    <a:pt x="21132" y="0"/>
                    <a:pt x="20571" y="0"/>
                  </a:cubicBezTo>
                  <a:close/>
                </a:path>
              </a:pathLst>
            </a:custGeom>
            <a:solidFill>
              <a:srgbClr val="A3A6AF"/>
            </a:solidFill>
            <a:ln w="12700" cap="flat">
              <a:noFill/>
              <a:miter lim="400000"/>
            </a:ln>
            <a:effectLst/>
          </p:spPr>
          <p:txBody>
            <a:bodyPr wrap="square" lIns="109727" tIns="109727" rIns="109727" bIns="109727" numCol="1" anchor="t">
              <a:noAutofit/>
            </a:bodyPr>
            <a:lstStyle/>
            <a:p>
              <a:endParaRPr/>
            </a:p>
          </p:txBody>
        </p:sp>
        <p:sp>
          <p:nvSpPr>
            <p:cNvPr id="136" name="Circle"/>
            <p:cNvSpPr/>
            <p:nvPr/>
          </p:nvSpPr>
          <p:spPr>
            <a:xfrm>
              <a:off x="1013460" y="350519"/>
              <a:ext cx="91441" cy="91441"/>
            </a:xfrm>
            <a:prstGeom prst="ellipse">
              <a:avLst/>
            </a:prstGeom>
            <a:solidFill>
              <a:srgbClr val="A3A6AF"/>
            </a:solidFill>
            <a:ln w="12700" cap="flat">
              <a:noFill/>
              <a:miter lim="400000"/>
            </a:ln>
            <a:effectLst/>
          </p:spPr>
          <p:txBody>
            <a:bodyPr wrap="square" lIns="109727" tIns="109727" rIns="109727" bIns="109727" numCol="1" anchor="t">
              <a:noAutofit/>
            </a:bodyPr>
            <a:lstStyle/>
            <a:p>
              <a:endParaRPr/>
            </a:p>
          </p:txBody>
        </p:sp>
        <p:sp>
          <p:nvSpPr>
            <p:cNvPr id="137" name="Circle"/>
            <p:cNvSpPr/>
            <p:nvPr/>
          </p:nvSpPr>
          <p:spPr>
            <a:xfrm>
              <a:off x="1504950" y="160019"/>
              <a:ext cx="64772" cy="64772"/>
            </a:xfrm>
            <a:prstGeom prst="ellipse">
              <a:avLst/>
            </a:prstGeom>
            <a:solidFill>
              <a:srgbClr val="A3A6AF"/>
            </a:solidFill>
            <a:ln w="12700" cap="flat">
              <a:noFill/>
              <a:miter lim="400000"/>
            </a:ln>
            <a:effectLst/>
          </p:spPr>
          <p:txBody>
            <a:bodyPr wrap="square" lIns="109727" tIns="109727" rIns="109727" bIns="109727" numCol="1" anchor="t">
              <a:noAutofit/>
            </a:bodyPr>
            <a:lstStyle/>
            <a:p>
              <a:endParaRPr/>
            </a:p>
          </p:txBody>
        </p:sp>
      </p:grpSp>
      <p:pic>
        <p:nvPicPr>
          <p:cNvPr id="138" name="image19.png" descr="image19.png"/>
          <p:cNvPicPr>
            <a:picLocks noChangeAspect="1"/>
          </p:cNvPicPr>
          <p:nvPr/>
        </p:nvPicPr>
        <p:blipFill>
          <a:blip r:embed="rId6">
            <a:extLst/>
          </a:blip>
          <a:srcRect r="43069"/>
          <a:stretch>
            <a:fillRect/>
          </a:stretch>
        </p:blipFill>
        <p:spPr>
          <a:xfrm>
            <a:off x="14943813" y="6133022"/>
            <a:ext cx="2664918" cy="4681029"/>
          </a:xfrm>
          <a:prstGeom prst="rect">
            <a:avLst/>
          </a:prstGeom>
          <a:ln w="12700">
            <a:miter lim="400000"/>
          </a:ln>
        </p:spPr>
      </p:pic>
      <p:sp>
        <p:nvSpPr>
          <p:cNvPr id="31"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pic>
        <p:nvPicPr>
          <p:cNvPr id="32" name="Picture 3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211080407"/>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 </a:t>
            </a:r>
            <a:r>
              <a:rPr lang="en-US" b="1" dirty="0">
                <a:solidFill>
                  <a:srgbClr val="243646"/>
                </a:solidFill>
                <a:latin typeface="PT Sans Narrow" charset="-52"/>
                <a:ea typeface="PT Sans Narrow" charset="-52"/>
                <a:cs typeface="PT Sans Narrow" charset="-52"/>
                <a:sym typeface="Avenir Heavy"/>
              </a:rPr>
              <a:t>Testing Feedback</a:t>
            </a:r>
            <a:endParaRPr b="1" dirty="0">
              <a:solidFill>
                <a:srgbClr val="243646"/>
              </a:solidFill>
              <a:latin typeface="PT Sans Narrow" charset="-52"/>
              <a:ea typeface="PT Sans Narrow" charset="-52"/>
              <a:cs typeface="PT Sans Narrow" charset="-52"/>
              <a:sym typeface="Avenir Heavy"/>
            </a:endParaRPr>
          </a:p>
        </p:txBody>
      </p:sp>
      <p:sp>
        <p:nvSpPr>
          <p:cNvPr id="173"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50"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a:t>Instructional Design Central</a:t>
            </a:r>
            <a:r>
              <a:t>, </a:t>
            </a:r>
            <a:r>
              <a:rPr dirty="0"/>
              <a:t>LLC</a:t>
            </a:r>
          </a:p>
        </p:txBody>
      </p:sp>
      <p:sp>
        <p:nvSpPr>
          <p:cNvPr id="31" name="Slide Number"/>
          <p:cNvSpPr txBox="1">
            <a:spLocks/>
          </p:cNvSpPr>
          <p:nvPr/>
        </p:nvSpPr>
        <p:spPr>
          <a:xfrm>
            <a:off x="1238083" y="12680620"/>
            <a:ext cx="950171" cy="5242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713231" rtl="0" fontAlgn="auto" latinLnBrk="0" hangingPunct="0">
              <a:lnSpc>
                <a:spcPct val="100000"/>
              </a:lnSpc>
              <a:spcBef>
                <a:spcPts val="0"/>
              </a:spcBef>
              <a:spcAft>
                <a:spcPts val="0"/>
              </a:spcAft>
              <a:buClrTx/>
              <a:buSzTx/>
              <a:buFontTx/>
              <a:buNone/>
              <a:tabLst/>
              <a:defRPr kumimoji="0" sz="2000" b="1" i="0" u="none" strike="noStrike" cap="none" spc="0" normalizeH="0" baseline="0">
                <a:ln>
                  <a:noFill/>
                </a:ln>
                <a:solidFill>
                  <a:schemeClr val="accent4">
                    <a:lumOff val="58054"/>
                  </a:schemeClr>
                </a:solidFill>
                <a:effectLst/>
                <a:uFillTx/>
                <a:latin typeface="+mj-lt"/>
                <a:ea typeface="+mj-ea"/>
                <a:cs typeface="+mj-cs"/>
                <a:sym typeface="Helvetica"/>
              </a:defRPr>
            </a:lvl1pPr>
            <a:lvl2pPr marL="0" marR="0" indent="35661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2pPr>
            <a:lvl3pPr marL="0" marR="0" indent="71323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3pPr>
            <a:lvl4pPr marL="0" marR="0" indent="106984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4pPr>
            <a:lvl5pPr marL="0" marR="0" indent="1426463"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5pPr>
            <a:lvl6pPr marL="0" marR="0" indent="1783079"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6pPr>
            <a:lvl7pPr marL="0" marR="0" indent="2139695"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7pPr>
            <a:lvl8pPr marL="0" marR="0" indent="2496311"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8pPr>
            <a:lvl9pPr marL="0" marR="0" indent="2852927"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lvl9pPr>
          </a:lstStyle>
          <a:p>
            <a:fld id="{86CB4B4D-7CA3-9044-876B-883B54F8677D}" type="slidenum">
              <a:rPr lang="en-US" smtClean="0"/>
              <a:pPr/>
              <a:t>14</a:t>
            </a:fld>
            <a:endParaRPr lang="en-US"/>
          </a:p>
        </p:txBody>
      </p:sp>
      <p:sp>
        <p:nvSpPr>
          <p:cNvPr id="32" name="Shape"/>
          <p:cNvSpPr/>
          <p:nvPr/>
        </p:nvSpPr>
        <p:spPr>
          <a:xfrm>
            <a:off x="11033928" y="3952036"/>
            <a:ext cx="1714501" cy="699516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7" y="0"/>
                  <a:pt x="0" y="1191"/>
                  <a:pt x="0" y="2647"/>
                </a:cubicBezTo>
                <a:cubicBezTo>
                  <a:pt x="0" y="18964"/>
                  <a:pt x="0" y="18964"/>
                  <a:pt x="0" y="18964"/>
                </a:cubicBezTo>
                <a:cubicBezTo>
                  <a:pt x="0" y="20419"/>
                  <a:pt x="4837" y="21600"/>
                  <a:pt x="10800" y="21600"/>
                </a:cubicBezTo>
                <a:cubicBezTo>
                  <a:pt x="16763" y="21600"/>
                  <a:pt x="21600" y="20419"/>
                  <a:pt x="21600" y="18964"/>
                </a:cubicBezTo>
                <a:cubicBezTo>
                  <a:pt x="21600" y="2647"/>
                  <a:pt x="21600" y="2647"/>
                  <a:pt x="21600" y="2647"/>
                </a:cubicBezTo>
                <a:cubicBezTo>
                  <a:pt x="21600" y="1191"/>
                  <a:pt x="16763" y="0"/>
                  <a:pt x="10800" y="0"/>
                </a:cubicBezTo>
                <a:close/>
                <a:moveTo>
                  <a:pt x="20724" y="18913"/>
                </a:moveTo>
                <a:cubicBezTo>
                  <a:pt x="20724" y="20236"/>
                  <a:pt x="16304" y="21356"/>
                  <a:pt x="10883" y="21356"/>
                </a:cubicBezTo>
                <a:cubicBezTo>
                  <a:pt x="5463" y="21356"/>
                  <a:pt x="876" y="20236"/>
                  <a:pt x="876" y="18913"/>
                </a:cubicBezTo>
                <a:cubicBezTo>
                  <a:pt x="876" y="2687"/>
                  <a:pt x="876" y="2687"/>
                  <a:pt x="876" y="2687"/>
                </a:cubicBezTo>
                <a:cubicBezTo>
                  <a:pt x="876" y="1364"/>
                  <a:pt x="5463" y="244"/>
                  <a:pt x="10883" y="244"/>
                </a:cubicBezTo>
                <a:cubicBezTo>
                  <a:pt x="16304" y="244"/>
                  <a:pt x="20724" y="1364"/>
                  <a:pt x="20724" y="2687"/>
                </a:cubicBezTo>
                <a:lnTo>
                  <a:pt x="20724" y="18913"/>
                </a:lnTo>
                <a:close/>
              </a:path>
            </a:pathLst>
          </a:custGeom>
          <a:solidFill>
            <a:schemeClr val="accent3">
              <a:lumOff val="25098"/>
            </a:schemeClr>
          </a:solidFill>
          <a:ln w="12700">
            <a:miter lim="400000"/>
          </a:ln>
        </p:spPr>
        <p:txBody>
          <a:bodyPr lIns="109727" tIns="109727" rIns="109727" bIns="109727"/>
          <a:lstStyle/>
          <a:p>
            <a:endParaRPr/>
          </a:p>
        </p:txBody>
      </p:sp>
      <p:sp>
        <p:nvSpPr>
          <p:cNvPr id="33" name="Shape"/>
          <p:cNvSpPr/>
          <p:nvPr/>
        </p:nvSpPr>
        <p:spPr>
          <a:xfrm rot="3578273">
            <a:off x="11033928" y="3952036"/>
            <a:ext cx="1714501" cy="699516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7" y="0"/>
                  <a:pt x="0" y="1191"/>
                  <a:pt x="0" y="2647"/>
                </a:cubicBezTo>
                <a:cubicBezTo>
                  <a:pt x="0" y="18964"/>
                  <a:pt x="0" y="18964"/>
                  <a:pt x="0" y="18964"/>
                </a:cubicBezTo>
                <a:cubicBezTo>
                  <a:pt x="0" y="20419"/>
                  <a:pt x="4837" y="21600"/>
                  <a:pt x="10800" y="21600"/>
                </a:cubicBezTo>
                <a:cubicBezTo>
                  <a:pt x="16763" y="21600"/>
                  <a:pt x="21600" y="20419"/>
                  <a:pt x="21600" y="18964"/>
                </a:cubicBezTo>
                <a:cubicBezTo>
                  <a:pt x="21600" y="2647"/>
                  <a:pt x="21600" y="2647"/>
                  <a:pt x="21600" y="2647"/>
                </a:cubicBezTo>
                <a:cubicBezTo>
                  <a:pt x="21600" y="1191"/>
                  <a:pt x="16763" y="0"/>
                  <a:pt x="10800" y="0"/>
                </a:cubicBezTo>
                <a:close/>
                <a:moveTo>
                  <a:pt x="20724" y="18913"/>
                </a:moveTo>
                <a:cubicBezTo>
                  <a:pt x="20724" y="20236"/>
                  <a:pt x="16304" y="21356"/>
                  <a:pt x="10883" y="21356"/>
                </a:cubicBezTo>
                <a:cubicBezTo>
                  <a:pt x="5463" y="21356"/>
                  <a:pt x="876" y="20236"/>
                  <a:pt x="876" y="18913"/>
                </a:cubicBezTo>
                <a:cubicBezTo>
                  <a:pt x="876" y="2687"/>
                  <a:pt x="876" y="2687"/>
                  <a:pt x="876" y="2687"/>
                </a:cubicBezTo>
                <a:cubicBezTo>
                  <a:pt x="876" y="1364"/>
                  <a:pt x="5463" y="244"/>
                  <a:pt x="10883" y="244"/>
                </a:cubicBezTo>
                <a:cubicBezTo>
                  <a:pt x="16304" y="244"/>
                  <a:pt x="20724" y="1364"/>
                  <a:pt x="20724" y="2687"/>
                </a:cubicBezTo>
                <a:lnTo>
                  <a:pt x="20724" y="18913"/>
                </a:lnTo>
                <a:close/>
              </a:path>
            </a:pathLst>
          </a:custGeom>
          <a:solidFill>
            <a:schemeClr val="accent3">
              <a:lumOff val="25098"/>
            </a:schemeClr>
          </a:solidFill>
          <a:ln w="12700">
            <a:miter lim="400000"/>
          </a:ln>
        </p:spPr>
        <p:txBody>
          <a:bodyPr lIns="109727" tIns="109727" rIns="109727" bIns="109727"/>
          <a:lstStyle/>
          <a:p>
            <a:endParaRPr/>
          </a:p>
        </p:txBody>
      </p:sp>
      <p:sp>
        <p:nvSpPr>
          <p:cNvPr id="34" name="Shape"/>
          <p:cNvSpPr/>
          <p:nvPr/>
        </p:nvSpPr>
        <p:spPr>
          <a:xfrm rot="7356446">
            <a:off x="11033928" y="3952036"/>
            <a:ext cx="1714501" cy="699516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7" y="0"/>
                  <a:pt x="0" y="1191"/>
                  <a:pt x="0" y="2647"/>
                </a:cubicBezTo>
                <a:cubicBezTo>
                  <a:pt x="0" y="18964"/>
                  <a:pt x="0" y="18964"/>
                  <a:pt x="0" y="18964"/>
                </a:cubicBezTo>
                <a:cubicBezTo>
                  <a:pt x="0" y="20419"/>
                  <a:pt x="4837" y="21600"/>
                  <a:pt x="10800" y="21600"/>
                </a:cubicBezTo>
                <a:cubicBezTo>
                  <a:pt x="16763" y="21600"/>
                  <a:pt x="21600" y="20419"/>
                  <a:pt x="21600" y="18964"/>
                </a:cubicBezTo>
                <a:cubicBezTo>
                  <a:pt x="21600" y="2647"/>
                  <a:pt x="21600" y="2647"/>
                  <a:pt x="21600" y="2647"/>
                </a:cubicBezTo>
                <a:cubicBezTo>
                  <a:pt x="21600" y="1191"/>
                  <a:pt x="16763" y="0"/>
                  <a:pt x="10800" y="0"/>
                </a:cubicBezTo>
                <a:close/>
                <a:moveTo>
                  <a:pt x="20724" y="18913"/>
                </a:moveTo>
                <a:cubicBezTo>
                  <a:pt x="20724" y="20236"/>
                  <a:pt x="16304" y="21356"/>
                  <a:pt x="10883" y="21356"/>
                </a:cubicBezTo>
                <a:cubicBezTo>
                  <a:pt x="5463" y="21356"/>
                  <a:pt x="876" y="20236"/>
                  <a:pt x="876" y="18913"/>
                </a:cubicBezTo>
                <a:cubicBezTo>
                  <a:pt x="876" y="2687"/>
                  <a:pt x="876" y="2687"/>
                  <a:pt x="876" y="2687"/>
                </a:cubicBezTo>
                <a:cubicBezTo>
                  <a:pt x="876" y="1364"/>
                  <a:pt x="5463" y="244"/>
                  <a:pt x="10883" y="244"/>
                </a:cubicBezTo>
                <a:cubicBezTo>
                  <a:pt x="16304" y="244"/>
                  <a:pt x="20724" y="1364"/>
                  <a:pt x="20724" y="2687"/>
                </a:cubicBezTo>
                <a:lnTo>
                  <a:pt x="20724" y="18913"/>
                </a:lnTo>
                <a:close/>
              </a:path>
            </a:pathLst>
          </a:custGeom>
          <a:solidFill>
            <a:schemeClr val="accent3">
              <a:lumOff val="25098"/>
            </a:schemeClr>
          </a:solidFill>
          <a:ln w="12700">
            <a:miter lim="400000"/>
          </a:ln>
        </p:spPr>
        <p:txBody>
          <a:bodyPr lIns="109727" tIns="109727" rIns="109727" bIns="109727"/>
          <a:lstStyle/>
          <a:p>
            <a:endParaRPr/>
          </a:p>
        </p:txBody>
      </p:sp>
      <p:sp>
        <p:nvSpPr>
          <p:cNvPr id="35" name="Lorem Ipsum"/>
          <p:cNvSpPr txBox="1"/>
          <p:nvPr/>
        </p:nvSpPr>
        <p:spPr>
          <a:xfrm>
            <a:off x="15207195" y="5168272"/>
            <a:ext cx="6486133"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solidFill>
                  <a:srgbClr val="2C9DA8"/>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This course helped me in my job.</a:t>
            </a:r>
            <a:endParaRPr sz="4200" b="1" dirty="0">
              <a:solidFill>
                <a:srgbClr val="243646"/>
              </a:solidFill>
              <a:latin typeface="PT Sans Narrow" charset="-52"/>
              <a:ea typeface="PT Sans Narrow" charset="-52"/>
              <a:cs typeface="PT Sans Narrow" charset="-52"/>
            </a:endParaRPr>
          </a:p>
        </p:txBody>
      </p:sp>
      <p:sp>
        <p:nvSpPr>
          <p:cNvPr id="36" name="At vero eos et accusamus et iusto odio dignissimos ducimus blanditiis praesentium"/>
          <p:cNvSpPr txBox="1"/>
          <p:nvPr/>
        </p:nvSpPr>
        <p:spPr>
          <a:xfrm>
            <a:off x="15207195" y="5825930"/>
            <a:ext cx="6731090"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400">
                <a:solidFill>
                  <a:srgbClr val="535353"/>
                </a:solidFill>
                <a:latin typeface="+mj-lt"/>
                <a:ea typeface="+mj-ea"/>
                <a:cs typeface="+mj-cs"/>
                <a:sym typeface="Helvetica"/>
              </a:defRPr>
            </a:lvl1pPr>
          </a:lstStyle>
          <a:p>
            <a:pPr>
              <a:defRPr sz="3200"/>
            </a:pPr>
            <a:r>
              <a:rPr sz="2400"/>
              <a:t>At vero eos et accusamus et iusto odio dignissimos ducimus blanditiis praesentium</a:t>
            </a:r>
          </a:p>
        </p:txBody>
      </p:sp>
      <p:sp>
        <p:nvSpPr>
          <p:cNvPr id="37" name="Lorem Ipsum"/>
          <p:cNvSpPr txBox="1"/>
          <p:nvPr/>
        </p:nvSpPr>
        <p:spPr>
          <a:xfrm>
            <a:off x="15207195" y="9170134"/>
            <a:ext cx="6697729"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solidFill>
                  <a:srgbClr val="2C9DA8"/>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The quiz questions were too easy.</a:t>
            </a:r>
            <a:endParaRPr sz="4200" b="1" dirty="0">
              <a:solidFill>
                <a:srgbClr val="243646"/>
              </a:solidFill>
              <a:latin typeface="PT Sans Narrow" charset="-52"/>
              <a:ea typeface="PT Sans Narrow" charset="-52"/>
              <a:cs typeface="PT Sans Narrow" charset="-52"/>
            </a:endParaRPr>
          </a:p>
        </p:txBody>
      </p:sp>
      <p:sp>
        <p:nvSpPr>
          <p:cNvPr id="38" name="At vero eos et accusamus et iusto odio dignissimos ducimus blanditiis praesentium"/>
          <p:cNvSpPr txBox="1"/>
          <p:nvPr/>
        </p:nvSpPr>
        <p:spPr>
          <a:xfrm>
            <a:off x="15207195" y="9827792"/>
            <a:ext cx="6731090"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400">
                <a:solidFill>
                  <a:srgbClr val="535353"/>
                </a:solidFill>
                <a:latin typeface="+mj-lt"/>
                <a:ea typeface="+mj-ea"/>
                <a:cs typeface="+mj-cs"/>
                <a:sym typeface="Helvetica"/>
              </a:defRPr>
            </a:lvl1pPr>
          </a:lstStyle>
          <a:p>
            <a:pPr>
              <a:defRPr sz="3200"/>
            </a:pPr>
            <a:r>
              <a:rPr sz="2400"/>
              <a:t>At vero eos et accusamus et iusto odio dignissimos ducimus blanditiis praesentium</a:t>
            </a:r>
          </a:p>
        </p:txBody>
      </p:sp>
      <p:sp>
        <p:nvSpPr>
          <p:cNvPr id="39" name="Lorem Ipsum"/>
          <p:cNvSpPr txBox="1"/>
          <p:nvPr/>
        </p:nvSpPr>
        <p:spPr>
          <a:xfrm>
            <a:off x="4549429" y="5194582"/>
            <a:ext cx="3764235"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r">
              <a:defRPr>
                <a:solidFill>
                  <a:srgbClr val="2C9DA8"/>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Course is too long.</a:t>
            </a:r>
            <a:endParaRPr sz="4200" b="1" dirty="0">
              <a:solidFill>
                <a:srgbClr val="243646"/>
              </a:solidFill>
              <a:latin typeface="PT Sans Narrow" charset="-52"/>
              <a:ea typeface="PT Sans Narrow" charset="-52"/>
              <a:cs typeface="PT Sans Narrow" charset="-52"/>
            </a:endParaRPr>
          </a:p>
        </p:txBody>
      </p:sp>
      <p:sp>
        <p:nvSpPr>
          <p:cNvPr id="40" name="At vero eos et accusamus et iusto odio ducimus blanditiis praesentium"/>
          <p:cNvSpPr txBox="1"/>
          <p:nvPr/>
        </p:nvSpPr>
        <p:spPr>
          <a:xfrm>
            <a:off x="1892785" y="5825930"/>
            <a:ext cx="6731090"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r">
              <a:defRPr sz="2400">
                <a:solidFill>
                  <a:srgbClr val="535353"/>
                </a:solidFill>
                <a:latin typeface="+mj-lt"/>
                <a:ea typeface="+mj-ea"/>
                <a:cs typeface="+mj-cs"/>
                <a:sym typeface="Helvetica"/>
              </a:defRPr>
            </a:lvl1pPr>
          </a:lstStyle>
          <a:p>
            <a:pPr>
              <a:defRPr sz="3200"/>
            </a:pPr>
            <a:r>
              <a:rPr sz="2400"/>
              <a:t>At vero eos et accusamus et iusto odio ducimus blanditiis praesentium</a:t>
            </a:r>
          </a:p>
        </p:txBody>
      </p:sp>
      <p:sp>
        <p:nvSpPr>
          <p:cNvPr id="41" name="Lorem Ipsumi"/>
          <p:cNvSpPr txBox="1"/>
          <p:nvPr/>
        </p:nvSpPr>
        <p:spPr>
          <a:xfrm>
            <a:off x="3786608" y="9039660"/>
            <a:ext cx="4788553" cy="867928"/>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lgn="r">
              <a:defRPr>
                <a:solidFill>
                  <a:srgbClr val="2C9DA8"/>
                </a:solidFill>
                <a:latin typeface="Avenir Book"/>
                <a:ea typeface="Avenir Book"/>
                <a:cs typeface="Avenir Book"/>
                <a:sym typeface="Avenir Book"/>
              </a:defRPr>
            </a:pPr>
            <a:r>
              <a:rPr lang="en-US" sz="4200" b="1" dirty="0">
                <a:solidFill>
                  <a:srgbClr val="243646"/>
                </a:solidFill>
                <a:latin typeface="PT Sans Narrow" charset="-52"/>
                <a:ea typeface="PT Sans Narrow" charset="-52"/>
                <a:cs typeface="PT Sans Narrow" charset="-52"/>
                <a:sym typeface="Avenir Heavy"/>
              </a:rPr>
              <a:t>I like the course visuals.</a:t>
            </a:r>
            <a:endParaRPr sz="4200" b="1" dirty="0">
              <a:solidFill>
                <a:srgbClr val="243646"/>
              </a:solidFill>
              <a:latin typeface="PT Sans Narrow" charset="-52"/>
              <a:ea typeface="PT Sans Narrow" charset="-52"/>
              <a:cs typeface="PT Sans Narrow" charset="-52"/>
            </a:endParaRPr>
          </a:p>
        </p:txBody>
      </p:sp>
      <p:sp>
        <p:nvSpPr>
          <p:cNvPr id="42" name="At vero eos et accusamus et iusto odio ducimus blanditiis praesentiu"/>
          <p:cNvSpPr txBox="1"/>
          <p:nvPr/>
        </p:nvSpPr>
        <p:spPr>
          <a:xfrm>
            <a:off x="2029073" y="9693762"/>
            <a:ext cx="6542869" cy="95605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r">
              <a:defRPr sz="2400">
                <a:solidFill>
                  <a:srgbClr val="535353"/>
                </a:solidFill>
                <a:latin typeface="+mj-lt"/>
                <a:ea typeface="+mj-ea"/>
                <a:cs typeface="+mj-cs"/>
                <a:sym typeface="Helvetica"/>
              </a:defRPr>
            </a:lvl1pPr>
          </a:lstStyle>
          <a:p>
            <a:pPr>
              <a:defRPr sz="3200"/>
            </a:pPr>
            <a:r>
              <a:rPr sz="2400"/>
              <a:t>At vero eos et accusamus et iusto odio ducimus blanditiis praesentiu</a:t>
            </a:r>
          </a:p>
        </p:txBody>
      </p:sp>
      <p:grpSp>
        <p:nvGrpSpPr>
          <p:cNvPr id="43" name="Group"/>
          <p:cNvGrpSpPr/>
          <p:nvPr/>
        </p:nvGrpSpPr>
        <p:grpSpPr>
          <a:xfrm>
            <a:off x="6281079" y="7338379"/>
            <a:ext cx="1712888" cy="1712887"/>
            <a:chOff x="0" y="0"/>
            <a:chExt cx="1712886" cy="1712886"/>
          </a:xfrm>
        </p:grpSpPr>
        <p:graphicFrame>
          <p:nvGraphicFramePr>
            <p:cNvPr id="44" name="2D Pie Chart"/>
            <p:cNvGraphicFramePr/>
            <p:nvPr/>
          </p:nvGraphicFramePr>
          <p:xfrm>
            <a:off x="0" y="0"/>
            <a:ext cx="1712887" cy="1712887"/>
          </p:xfrm>
          <a:graphic>
            <a:graphicData uri="http://schemas.openxmlformats.org/drawingml/2006/chart">
              <c:chart xmlns:c="http://schemas.openxmlformats.org/drawingml/2006/chart" xmlns:r="http://schemas.openxmlformats.org/officeDocument/2006/relationships" r:id="rId3"/>
            </a:graphicData>
          </a:graphic>
        </p:graphicFrame>
        <p:sp>
          <p:nvSpPr>
            <p:cNvPr id="45" name="Circle"/>
            <p:cNvSpPr/>
            <p:nvPr/>
          </p:nvSpPr>
          <p:spPr>
            <a:xfrm>
              <a:off x="166877" y="148744"/>
              <a:ext cx="1394999" cy="1399532"/>
            </a:xfrm>
            <a:prstGeom prst="ellipse">
              <a:avLst/>
            </a:prstGeom>
            <a:solidFill>
              <a:schemeClr val="accent4">
                <a:lumOff val="58054"/>
              </a:schemeClr>
            </a:solidFill>
            <a:ln w="25400" cap="flat">
              <a:noFill/>
              <a:miter lim="400000"/>
            </a:ln>
            <a:effectLst/>
          </p:spPr>
          <p:txBody>
            <a:bodyPr wrap="square" lIns="109727" tIns="109727" rIns="109727" bIns="109727" numCol="1" anchor="t">
              <a:noAutofit/>
            </a:bodyPr>
            <a:lstStyle/>
            <a:p>
              <a:endParaRPr/>
            </a:p>
          </p:txBody>
        </p:sp>
        <p:sp>
          <p:nvSpPr>
            <p:cNvPr id="46" name="55%"/>
            <p:cNvSpPr txBox="1"/>
            <p:nvPr/>
          </p:nvSpPr>
          <p:spPr>
            <a:xfrm>
              <a:off x="357423" y="525000"/>
              <a:ext cx="1013906" cy="662887"/>
            </a:xfrm>
            <a:prstGeom prst="rect">
              <a:avLst/>
            </a:prstGeom>
            <a:noFill/>
            <a:ln w="25400" cap="flat">
              <a:noFill/>
              <a:miter lim="400000"/>
            </a:ln>
            <a:effectLst/>
            <a:extLst>
              <a:ext uri="{C572A759-6A51-4108-AA02-DFA0A04FC94B}">
                <ma14:wrappingTextBoxFlag xmlns:ma14="http://schemas.microsoft.com/office/mac/drawingml/2011/main" xmlns="" val="1"/>
              </a:ext>
            </a:extLst>
          </p:spPr>
          <p:txBody>
            <a:bodyPr wrap="square" lIns="109727" tIns="109727" rIns="109727" bIns="109727" numCol="1" anchor="t">
              <a:noAutofit/>
            </a:bodyPr>
            <a:lstStyle>
              <a:lvl1pPr algn="ctr">
                <a:defRPr sz="2800" b="1">
                  <a:solidFill>
                    <a:srgbClr val="EF8A3A"/>
                  </a:solidFill>
                  <a:latin typeface="+mj-lt"/>
                  <a:ea typeface="+mj-ea"/>
                  <a:cs typeface="+mj-cs"/>
                  <a:sym typeface="Helvetica"/>
                </a:defRPr>
              </a:lvl1pPr>
            </a:lstStyle>
            <a:p>
              <a:r>
                <a:rPr dirty="0">
                  <a:solidFill>
                    <a:srgbClr val="F86A37"/>
                  </a:solidFill>
                </a:rPr>
                <a:t>55%</a:t>
              </a:r>
            </a:p>
          </p:txBody>
        </p:sp>
      </p:grpSp>
      <p:grpSp>
        <p:nvGrpSpPr>
          <p:cNvPr id="47" name="Group"/>
          <p:cNvGrpSpPr/>
          <p:nvPr/>
        </p:nvGrpSpPr>
        <p:grpSpPr>
          <a:xfrm>
            <a:off x="6281079" y="3520421"/>
            <a:ext cx="1712888" cy="1712888"/>
            <a:chOff x="0" y="0"/>
            <a:chExt cx="1712886" cy="1712886"/>
          </a:xfrm>
        </p:grpSpPr>
        <p:graphicFrame>
          <p:nvGraphicFramePr>
            <p:cNvPr id="48" name="2D Pie Chart"/>
            <p:cNvGraphicFramePr/>
            <p:nvPr/>
          </p:nvGraphicFramePr>
          <p:xfrm>
            <a:off x="0" y="0"/>
            <a:ext cx="1712887" cy="1712887"/>
          </p:xfrm>
          <a:graphic>
            <a:graphicData uri="http://schemas.openxmlformats.org/drawingml/2006/chart">
              <c:chart xmlns:c="http://schemas.openxmlformats.org/drawingml/2006/chart" xmlns:r="http://schemas.openxmlformats.org/officeDocument/2006/relationships" r:id="rId4"/>
            </a:graphicData>
          </a:graphic>
        </p:graphicFrame>
        <p:sp>
          <p:nvSpPr>
            <p:cNvPr id="49" name="Circle"/>
            <p:cNvSpPr/>
            <p:nvPr/>
          </p:nvSpPr>
          <p:spPr>
            <a:xfrm>
              <a:off x="166877" y="148744"/>
              <a:ext cx="1394999" cy="1399532"/>
            </a:xfrm>
            <a:prstGeom prst="ellipse">
              <a:avLst/>
            </a:prstGeom>
            <a:solidFill>
              <a:schemeClr val="accent4">
                <a:lumOff val="58054"/>
              </a:schemeClr>
            </a:solidFill>
            <a:ln w="25400" cap="flat">
              <a:noFill/>
              <a:miter lim="400000"/>
            </a:ln>
            <a:effectLst/>
          </p:spPr>
          <p:txBody>
            <a:bodyPr wrap="square" lIns="109727" tIns="109727" rIns="109727" bIns="109727" numCol="1" anchor="t">
              <a:noAutofit/>
            </a:bodyPr>
            <a:lstStyle/>
            <a:p>
              <a:endParaRPr/>
            </a:p>
          </p:txBody>
        </p:sp>
        <p:sp>
          <p:nvSpPr>
            <p:cNvPr id="53" name="87%"/>
            <p:cNvSpPr txBox="1"/>
            <p:nvPr/>
          </p:nvSpPr>
          <p:spPr>
            <a:xfrm>
              <a:off x="357423" y="525000"/>
              <a:ext cx="1013906" cy="662887"/>
            </a:xfrm>
            <a:prstGeom prst="rect">
              <a:avLst/>
            </a:prstGeom>
            <a:noFill/>
            <a:ln w="25400" cap="flat">
              <a:noFill/>
              <a:miter lim="400000"/>
            </a:ln>
            <a:effectLst/>
            <a:extLst>
              <a:ext uri="{C572A759-6A51-4108-AA02-DFA0A04FC94B}">
                <ma14:wrappingTextBoxFlag xmlns:ma14="http://schemas.microsoft.com/office/mac/drawingml/2011/main" xmlns="" val="1"/>
              </a:ext>
            </a:extLst>
          </p:spPr>
          <p:txBody>
            <a:bodyPr wrap="square" lIns="109727" tIns="109727" rIns="109727" bIns="109727" numCol="1" anchor="t">
              <a:noAutofit/>
            </a:bodyPr>
            <a:lstStyle>
              <a:lvl1pPr algn="ctr">
                <a:defRPr sz="2800" b="1">
                  <a:solidFill>
                    <a:srgbClr val="EF8A3A"/>
                  </a:solidFill>
                  <a:latin typeface="+mj-lt"/>
                  <a:ea typeface="+mj-ea"/>
                  <a:cs typeface="+mj-cs"/>
                  <a:sym typeface="Helvetica"/>
                </a:defRPr>
              </a:lvl1pPr>
            </a:lstStyle>
            <a:p>
              <a:r>
                <a:rPr dirty="0">
                  <a:solidFill>
                    <a:srgbClr val="F86A37"/>
                  </a:solidFill>
                </a:rPr>
                <a:t>87%</a:t>
              </a:r>
            </a:p>
          </p:txBody>
        </p:sp>
      </p:grpSp>
      <p:grpSp>
        <p:nvGrpSpPr>
          <p:cNvPr id="54" name="Group"/>
          <p:cNvGrpSpPr/>
          <p:nvPr/>
        </p:nvGrpSpPr>
        <p:grpSpPr>
          <a:xfrm>
            <a:off x="16660333" y="3520421"/>
            <a:ext cx="1712888" cy="1712888"/>
            <a:chOff x="0" y="0"/>
            <a:chExt cx="1712886" cy="1712886"/>
          </a:xfrm>
        </p:grpSpPr>
        <p:graphicFrame>
          <p:nvGraphicFramePr>
            <p:cNvPr id="55" name="2D Pie Chart"/>
            <p:cNvGraphicFramePr/>
            <p:nvPr/>
          </p:nvGraphicFramePr>
          <p:xfrm>
            <a:off x="0" y="0"/>
            <a:ext cx="1712887" cy="1712887"/>
          </p:xfrm>
          <a:graphic>
            <a:graphicData uri="http://schemas.openxmlformats.org/drawingml/2006/chart">
              <c:chart xmlns:c="http://schemas.openxmlformats.org/drawingml/2006/chart" xmlns:r="http://schemas.openxmlformats.org/officeDocument/2006/relationships" r:id="rId5"/>
            </a:graphicData>
          </a:graphic>
        </p:graphicFrame>
        <p:sp>
          <p:nvSpPr>
            <p:cNvPr id="56" name="Circle"/>
            <p:cNvSpPr/>
            <p:nvPr/>
          </p:nvSpPr>
          <p:spPr>
            <a:xfrm>
              <a:off x="166877" y="148744"/>
              <a:ext cx="1394999" cy="1399532"/>
            </a:xfrm>
            <a:prstGeom prst="ellipse">
              <a:avLst/>
            </a:prstGeom>
            <a:solidFill>
              <a:schemeClr val="accent4">
                <a:lumOff val="58054"/>
              </a:schemeClr>
            </a:solidFill>
            <a:ln w="25400" cap="flat">
              <a:noFill/>
              <a:miter lim="400000"/>
            </a:ln>
            <a:effectLst/>
          </p:spPr>
          <p:txBody>
            <a:bodyPr wrap="square" lIns="109727" tIns="109727" rIns="109727" bIns="109727" numCol="1" anchor="t">
              <a:noAutofit/>
            </a:bodyPr>
            <a:lstStyle/>
            <a:p>
              <a:endParaRPr/>
            </a:p>
          </p:txBody>
        </p:sp>
        <p:sp>
          <p:nvSpPr>
            <p:cNvPr id="57" name="73%"/>
            <p:cNvSpPr txBox="1"/>
            <p:nvPr/>
          </p:nvSpPr>
          <p:spPr>
            <a:xfrm>
              <a:off x="357423" y="517067"/>
              <a:ext cx="1013906" cy="662886"/>
            </a:xfrm>
            <a:prstGeom prst="rect">
              <a:avLst/>
            </a:prstGeom>
            <a:noFill/>
            <a:ln w="25400" cap="flat">
              <a:noFill/>
              <a:miter lim="400000"/>
            </a:ln>
            <a:effectLst/>
            <a:extLst>
              <a:ext uri="{C572A759-6A51-4108-AA02-DFA0A04FC94B}">
                <ma14:wrappingTextBoxFlag xmlns:ma14="http://schemas.microsoft.com/office/mac/drawingml/2011/main" xmlns="" val="1"/>
              </a:ext>
            </a:extLst>
          </p:spPr>
          <p:txBody>
            <a:bodyPr wrap="square" lIns="109727" tIns="109727" rIns="109727" bIns="109727" numCol="1" anchor="t">
              <a:noAutofit/>
            </a:bodyPr>
            <a:lstStyle/>
            <a:p>
              <a:pPr algn="ctr">
                <a:defRPr sz="2800" b="1">
                  <a:solidFill>
                    <a:srgbClr val="EF8A3A"/>
                  </a:solidFill>
                  <a:latin typeface="+mj-lt"/>
                  <a:ea typeface="+mj-ea"/>
                  <a:cs typeface="+mj-cs"/>
                  <a:sym typeface="Helvetica"/>
                </a:defRPr>
              </a:pPr>
              <a:r>
                <a:rPr dirty="0">
                  <a:solidFill>
                    <a:srgbClr val="F86A37"/>
                  </a:solidFill>
                </a:rPr>
                <a:t>73%</a:t>
              </a:r>
            </a:p>
          </p:txBody>
        </p:sp>
      </p:grpSp>
      <p:grpSp>
        <p:nvGrpSpPr>
          <p:cNvPr id="58" name="Group"/>
          <p:cNvGrpSpPr/>
          <p:nvPr/>
        </p:nvGrpSpPr>
        <p:grpSpPr>
          <a:xfrm>
            <a:off x="16660333" y="7338379"/>
            <a:ext cx="1712888" cy="1712887"/>
            <a:chOff x="0" y="0"/>
            <a:chExt cx="1712886" cy="1712886"/>
          </a:xfrm>
        </p:grpSpPr>
        <p:graphicFrame>
          <p:nvGraphicFramePr>
            <p:cNvPr id="59" name="2D Pie Chart"/>
            <p:cNvGraphicFramePr/>
            <p:nvPr/>
          </p:nvGraphicFramePr>
          <p:xfrm>
            <a:off x="0" y="0"/>
            <a:ext cx="1712887" cy="1712887"/>
          </p:xfrm>
          <a:graphic>
            <a:graphicData uri="http://schemas.openxmlformats.org/drawingml/2006/chart">
              <c:chart xmlns:c="http://schemas.openxmlformats.org/drawingml/2006/chart" xmlns:r="http://schemas.openxmlformats.org/officeDocument/2006/relationships" r:id="rId6"/>
            </a:graphicData>
          </a:graphic>
        </p:graphicFrame>
        <p:sp>
          <p:nvSpPr>
            <p:cNvPr id="60" name="Circle"/>
            <p:cNvSpPr/>
            <p:nvPr/>
          </p:nvSpPr>
          <p:spPr>
            <a:xfrm>
              <a:off x="166877" y="148744"/>
              <a:ext cx="1394999" cy="1399532"/>
            </a:xfrm>
            <a:prstGeom prst="ellipse">
              <a:avLst/>
            </a:prstGeom>
            <a:solidFill>
              <a:schemeClr val="accent4">
                <a:lumOff val="58054"/>
              </a:schemeClr>
            </a:solidFill>
            <a:ln w="25400" cap="flat">
              <a:noFill/>
              <a:miter lim="400000"/>
            </a:ln>
            <a:effectLst/>
          </p:spPr>
          <p:txBody>
            <a:bodyPr wrap="square" lIns="109727" tIns="109727" rIns="109727" bIns="109727" numCol="1" anchor="t">
              <a:noAutofit/>
            </a:bodyPr>
            <a:lstStyle/>
            <a:p>
              <a:endParaRPr/>
            </a:p>
          </p:txBody>
        </p:sp>
        <p:sp>
          <p:nvSpPr>
            <p:cNvPr id="61" name="87%"/>
            <p:cNvSpPr txBox="1"/>
            <p:nvPr/>
          </p:nvSpPr>
          <p:spPr>
            <a:xfrm>
              <a:off x="357423" y="525000"/>
              <a:ext cx="1013906" cy="662887"/>
            </a:xfrm>
            <a:prstGeom prst="rect">
              <a:avLst/>
            </a:prstGeom>
            <a:noFill/>
            <a:ln w="25400" cap="flat">
              <a:noFill/>
              <a:miter lim="400000"/>
            </a:ln>
            <a:effectLst/>
            <a:extLst>
              <a:ext uri="{C572A759-6A51-4108-AA02-DFA0A04FC94B}">
                <ma14:wrappingTextBoxFlag xmlns:ma14="http://schemas.microsoft.com/office/mac/drawingml/2011/main" xmlns="" val="1"/>
              </a:ext>
            </a:extLst>
          </p:spPr>
          <p:txBody>
            <a:bodyPr wrap="square" lIns="109727" tIns="109727" rIns="109727" bIns="109727" numCol="1" anchor="t">
              <a:noAutofit/>
            </a:bodyPr>
            <a:lstStyle>
              <a:lvl1pPr algn="ctr">
                <a:defRPr sz="2800" b="1">
                  <a:solidFill>
                    <a:srgbClr val="EF8A3A"/>
                  </a:solidFill>
                  <a:latin typeface="+mj-lt"/>
                  <a:ea typeface="+mj-ea"/>
                  <a:cs typeface="+mj-cs"/>
                  <a:sym typeface="Helvetica"/>
                </a:defRPr>
              </a:lvl1pPr>
            </a:lstStyle>
            <a:p>
              <a:r>
                <a:rPr dirty="0">
                  <a:solidFill>
                    <a:srgbClr val="F86A37"/>
                  </a:solidFill>
                </a:rPr>
                <a:t>87%</a:t>
              </a:r>
            </a:p>
          </p:txBody>
        </p:sp>
      </p:grpSp>
      <p:sp>
        <p:nvSpPr>
          <p:cNvPr id="67" name="Shape"/>
          <p:cNvSpPr/>
          <p:nvPr/>
        </p:nvSpPr>
        <p:spPr>
          <a:xfrm>
            <a:off x="11412732" y="6822166"/>
            <a:ext cx="1020057" cy="1078669"/>
          </a:xfrm>
          <a:custGeom>
            <a:avLst/>
            <a:gdLst/>
            <a:ahLst/>
            <a:cxnLst>
              <a:cxn ang="0">
                <a:pos x="wd2" y="hd2"/>
              </a:cxn>
              <a:cxn ang="5400000">
                <a:pos x="wd2" y="hd2"/>
              </a:cxn>
              <a:cxn ang="10800000">
                <a:pos x="wd2" y="hd2"/>
              </a:cxn>
              <a:cxn ang="16200000">
                <a:pos x="wd2" y="hd2"/>
              </a:cxn>
            </a:cxnLst>
            <a:rect l="0" t="0" r="r" b="b"/>
            <a:pathLst>
              <a:path w="21195" h="21189" extrusionOk="0">
                <a:moveTo>
                  <a:pt x="18517" y="17075"/>
                </a:moveTo>
                <a:cubicBezTo>
                  <a:pt x="15843" y="16458"/>
                  <a:pt x="12551" y="14812"/>
                  <a:pt x="13580" y="12755"/>
                </a:cubicBezTo>
                <a:cubicBezTo>
                  <a:pt x="14197" y="13783"/>
                  <a:pt x="16048" y="14400"/>
                  <a:pt x="17488" y="13578"/>
                </a:cubicBezTo>
                <a:cubicBezTo>
                  <a:pt x="13374" y="12549"/>
                  <a:pt x="19546" y="5143"/>
                  <a:pt x="13991" y="1235"/>
                </a:cubicBezTo>
                <a:cubicBezTo>
                  <a:pt x="12140" y="-411"/>
                  <a:pt x="9260" y="-411"/>
                  <a:pt x="7203" y="1235"/>
                </a:cubicBezTo>
                <a:cubicBezTo>
                  <a:pt x="1648" y="5143"/>
                  <a:pt x="8026" y="12549"/>
                  <a:pt x="3706" y="13578"/>
                </a:cubicBezTo>
                <a:cubicBezTo>
                  <a:pt x="5146" y="14400"/>
                  <a:pt x="7203" y="13783"/>
                  <a:pt x="7820" y="12755"/>
                </a:cubicBezTo>
                <a:cubicBezTo>
                  <a:pt x="8643" y="14812"/>
                  <a:pt x="5557" y="16458"/>
                  <a:pt x="2883" y="17075"/>
                </a:cubicBezTo>
                <a:cubicBezTo>
                  <a:pt x="-203" y="17692"/>
                  <a:pt x="3" y="19749"/>
                  <a:pt x="3" y="21189"/>
                </a:cubicBezTo>
                <a:cubicBezTo>
                  <a:pt x="21191" y="21189"/>
                  <a:pt x="21191" y="21189"/>
                  <a:pt x="21191" y="21189"/>
                </a:cubicBezTo>
                <a:cubicBezTo>
                  <a:pt x="21191" y="19749"/>
                  <a:pt x="21397" y="17692"/>
                  <a:pt x="18517" y="17075"/>
                </a:cubicBezTo>
                <a:close/>
              </a:path>
            </a:pathLst>
          </a:custGeom>
          <a:solidFill>
            <a:srgbClr val="F86A37"/>
          </a:solidFill>
          <a:ln w="12700">
            <a:miter lim="400000"/>
          </a:ln>
        </p:spPr>
        <p:txBody>
          <a:bodyPr lIns="109727" tIns="109727" rIns="109727" bIns="109727"/>
          <a:lstStyle/>
          <a:p>
            <a:endParaRPr/>
          </a:p>
        </p:txBody>
      </p:sp>
      <p:pic>
        <p:nvPicPr>
          <p:cNvPr id="62" name="Picture 6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252930331"/>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Create"/>
          <p:cNvSpPr txBox="1"/>
          <p:nvPr/>
        </p:nvSpPr>
        <p:spPr>
          <a:xfrm>
            <a:off x="10204979" y="8267376"/>
            <a:ext cx="4043156" cy="206825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12000">
                <a:solidFill>
                  <a:schemeClr val="accent4">
                    <a:lumOff val="58054"/>
                  </a:schemeClr>
                </a:solidFill>
                <a:latin typeface="Avenir Book"/>
                <a:ea typeface="Avenir Book"/>
                <a:cs typeface="Avenir Book"/>
                <a:sym typeface="Avenir Book"/>
              </a:defRPr>
            </a:lvl1pPr>
          </a:lstStyle>
          <a:p>
            <a:pPr>
              <a:defRPr>
                <a:solidFill>
                  <a:srgbClr val="44546A"/>
                </a:solidFill>
                <a:latin typeface="Calibri"/>
                <a:ea typeface="Calibri"/>
                <a:cs typeface="Calibri"/>
                <a:sym typeface="Calibri"/>
              </a:defRPr>
            </a:pPr>
            <a:r>
              <a:rPr lang="en-US" dirty="0">
                <a:solidFill>
                  <a:schemeClr val="accent4">
                    <a:lumOff val="58054"/>
                  </a:schemeClr>
                </a:solidFill>
                <a:latin typeface="PT Sans Narrow" charset="-52"/>
                <a:ea typeface="PT Sans Narrow" charset="-52"/>
                <a:cs typeface="PT Sans Narrow" charset="-52"/>
                <a:sym typeface="Avenir Book"/>
              </a:rPr>
              <a:t>Launch</a:t>
            </a:r>
            <a:endParaRPr dirty="0">
              <a:solidFill>
                <a:schemeClr val="accent4">
                  <a:lumOff val="58054"/>
                </a:schemeClr>
              </a:solidFill>
              <a:latin typeface="PT Sans Narrow" charset="-52"/>
              <a:ea typeface="PT Sans Narrow" charset="-52"/>
              <a:cs typeface="PT Sans Narrow" charset="-52"/>
              <a:sym typeface="Avenir Book"/>
            </a:endParaRPr>
          </a:p>
        </p:txBody>
      </p:sp>
      <p:sp>
        <p:nvSpPr>
          <p:cNvPr id="6" name="Shape"/>
          <p:cNvSpPr/>
          <p:nvPr/>
        </p:nvSpPr>
        <p:spPr>
          <a:xfrm rot="3025671">
            <a:off x="10616784" y="2193506"/>
            <a:ext cx="4164150" cy="5459773"/>
          </a:xfrm>
          <a:custGeom>
            <a:avLst/>
            <a:gdLst/>
            <a:ahLst/>
            <a:cxnLst>
              <a:cxn ang="0">
                <a:pos x="wd2" y="hd2"/>
              </a:cxn>
              <a:cxn ang="5400000">
                <a:pos x="wd2" y="hd2"/>
              </a:cxn>
              <a:cxn ang="10800000">
                <a:pos x="wd2" y="hd2"/>
              </a:cxn>
              <a:cxn ang="16200000">
                <a:pos x="wd2" y="hd2"/>
              </a:cxn>
            </a:cxnLst>
            <a:rect l="0" t="0" r="r" b="b"/>
            <a:pathLst>
              <a:path w="21355" h="21600" extrusionOk="0">
                <a:moveTo>
                  <a:pt x="10710" y="1887"/>
                </a:moveTo>
                <a:cubicBezTo>
                  <a:pt x="12027" y="2726"/>
                  <a:pt x="12817" y="3565"/>
                  <a:pt x="13344" y="4614"/>
                </a:cubicBezTo>
                <a:cubicBezTo>
                  <a:pt x="12027" y="5033"/>
                  <a:pt x="9393" y="5033"/>
                  <a:pt x="8076" y="4614"/>
                </a:cubicBezTo>
                <a:cubicBezTo>
                  <a:pt x="8603" y="3565"/>
                  <a:pt x="9393" y="2726"/>
                  <a:pt x="10710" y="1887"/>
                </a:cubicBezTo>
                <a:close/>
                <a:moveTo>
                  <a:pt x="10710" y="0"/>
                </a:moveTo>
                <a:cubicBezTo>
                  <a:pt x="2808" y="4194"/>
                  <a:pt x="4915" y="10066"/>
                  <a:pt x="7549" y="18874"/>
                </a:cubicBezTo>
                <a:cubicBezTo>
                  <a:pt x="13871" y="18874"/>
                  <a:pt x="13871" y="18874"/>
                  <a:pt x="13871" y="18874"/>
                </a:cubicBezTo>
                <a:cubicBezTo>
                  <a:pt x="16505" y="9647"/>
                  <a:pt x="18612" y="4194"/>
                  <a:pt x="10710" y="0"/>
                </a:cubicBezTo>
                <a:close/>
                <a:moveTo>
                  <a:pt x="12817" y="19922"/>
                </a:moveTo>
                <a:cubicBezTo>
                  <a:pt x="8603" y="19922"/>
                  <a:pt x="8603" y="19922"/>
                  <a:pt x="8603" y="19922"/>
                </a:cubicBezTo>
                <a:cubicBezTo>
                  <a:pt x="9130" y="21600"/>
                  <a:pt x="9130" y="21600"/>
                  <a:pt x="9130" y="21600"/>
                </a:cubicBezTo>
                <a:cubicBezTo>
                  <a:pt x="12554" y="21600"/>
                  <a:pt x="12554" y="21600"/>
                  <a:pt x="12554" y="21600"/>
                </a:cubicBezTo>
                <a:lnTo>
                  <a:pt x="12817" y="19922"/>
                </a:lnTo>
                <a:close/>
                <a:moveTo>
                  <a:pt x="20983" y="18664"/>
                </a:moveTo>
                <a:cubicBezTo>
                  <a:pt x="17295" y="13631"/>
                  <a:pt x="17295" y="13631"/>
                  <a:pt x="17295" y="13631"/>
                </a:cubicBezTo>
                <a:cubicBezTo>
                  <a:pt x="17032" y="14889"/>
                  <a:pt x="15978" y="18664"/>
                  <a:pt x="15715" y="19083"/>
                </a:cubicBezTo>
                <a:cubicBezTo>
                  <a:pt x="20983" y="21600"/>
                  <a:pt x="20983" y="21600"/>
                  <a:pt x="20983" y="21600"/>
                </a:cubicBezTo>
                <a:cubicBezTo>
                  <a:pt x="21247" y="20551"/>
                  <a:pt x="21247" y="20551"/>
                  <a:pt x="21247" y="20551"/>
                </a:cubicBezTo>
                <a:cubicBezTo>
                  <a:pt x="21510" y="19922"/>
                  <a:pt x="21247" y="19293"/>
                  <a:pt x="20983" y="18664"/>
                </a:cubicBezTo>
                <a:close/>
                <a:moveTo>
                  <a:pt x="5442" y="19083"/>
                </a:moveTo>
                <a:cubicBezTo>
                  <a:pt x="437" y="21600"/>
                  <a:pt x="437" y="21600"/>
                  <a:pt x="437" y="21600"/>
                </a:cubicBezTo>
                <a:cubicBezTo>
                  <a:pt x="173" y="20551"/>
                  <a:pt x="173" y="20551"/>
                  <a:pt x="173" y="20551"/>
                </a:cubicBezTo>
                <a:cubicBezTo>
                  <a:pt x="-90" y="19922"/>
                  <a:pt x="-90" y="19293"/>
                  <a:pt x="437" y="18664"/>
                </a:cubicBezTo>
                <a:cubicBezTo>
                  <a:pt x="4125" y="13631"/>
                  <a:pt x="4125" y="13631"/>
                  <a:pt x="4125" y="13631"/>
                </a:cubicBezTo>
                <a:cubicBezTo>
                  <a:pt x="4388" y="15309"/>
                  <a:pt x="5442" y="18874"/>
                  <a:pt x="5442" y="19083"/>
                </a:cubicBezTo>
                <a:close/>
              </a:path>
            </a:pathLst>
          </a:custGeom>
          <a:solidFill>
            <a:srgbClr val="243646"/>
          </a:solidFill>
          <a:ln w="12700">
            <a:miter lim="400000"/>
          </a:ln>
        </p:spPr>
        <p:txBody>
          <a:bodyPr lIns="109727" tIns="109727" rIns="109727" bIns="109727"/>
          <a:lstStyle/>
          <a:p>
            <a:endParaRPr/>
          </a:p>
        </p:txBody>
      </p:sp>
    </p:spTree>
    <p:extLst>
      <p:ext uri="{BB962C8B-B14F-4D97-AF65-F5344CB8AC3E}">
        <p14:creationId xmlns:p14="http://schemas.microsoft.com/office/powerpoint/2010/main" val="133088047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16</a:t>
            </a:fld>
            <a:endParaRPr/>
          </a:p>
        </p:txBody>
      </p:sp>
      <p:sp>
        <p:nvSpPr>
          <p:cNvPr id="172"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 </a:t>
            </a:r>
            <a:r>
              <a:rPr lang="en-US" b="1" dirty="0">
                <a:solidFill>
                  <a:srgbClr val="243646"/>
                </a:solidFill>
                <a:latin typeface="PT Sans Narrow" charset="-52"/>
                <a:ea typeface="PT Sans Narrow" charset="-52"/>
                <a:cs typeface="PT Sans Narrow" charset="-52"/>
                <a:sym typeface="Avenir Heavy"/>
              </a:rPr>
              <a:t>Communication Plan</a:t>
            </a:r>
            <a:endParaRPr b="1" dirty="0">
              <a:solidFill>
                <a:srgbClr val="243646"/>
              </a:solidFill>
              <a:latin typeface="PT Sans Narrow" charset="-52"/>
              <a:ea typeface="PT Sans Narrow" charset="-52"/>
              <a:cs typeface="PT Sans Narrow" charset="-52"/>
              <a:sym typeface="Avenir Heavy"/>
            </a:endParaRPr>
          </a:p>
        </p:txBody>
      </p:sp>
      <p:sp>
        <p:nvSpPr>
          <p:cNvPr id="173"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50"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a:t>Instructional Design Central</a:t>
            </a:r>
            <a:r>
              <a:t>, </a:t>
            </a:r>
            <a:r>
              <a:rPr dirty="0"/>
              <a:t>LLC</a:t>
            </a:r>
          </a:p>
        </p:txBody>
      </p:sp>
      <p:sp>
        <p:nvSpPr>
          <p:cNvPr id="46" name="Shape"/>
          <p:cNvSpPr/>
          <p:nvPr/>
        </p:nvSpPr>
        <p:spPr>
          <a:xfrm rot="10800000">
            <a:off x="11773920" y="4746033"/>
            <a:ext cx="1056580" cy="1088590"/>
          </a:xfrm>
          <a:custGeom>
            <a:avLst/>
            <a:gdLst/>
            <a:ahLst/>
            <a:cxnLst>
              <a:cxn ang="0">
                <a:pos x="wd2" y="hd2"/>
              </a:cxn>
              <a:cxn ang="5400000">
                <a:pos x="wd2" y="hd2"/>
              </a:cxn>
              <a:cxn ang="10800000">
                <a:pos x="wd2" y="hd2"/>
              </a:cxn>
              <a:cxn ang="16200000">
                <a:pos x="wd2" y="hd2"/>
              </a:cxn>
            </a:cxnLst>
            <a:rect l="0" t="0" r="r" b="b"/>
            <a:pathLst>
              <a:path w="21600" h="21600" extrusionOk="0">
                <a:moveTo>
                  <a:pt x="9918" y="12163"/>
                </a:moveTo>
                <a:cubicBezTo>
                  <a:pt x="8596" y="10905"/>
                  <a:pt x="7053" y="9647"/>
                  <a:pt x="5069" y="8598"/>
                </a:cubicBezTo>
                <a:cubicBezTo>
                  <a:pt x="5951" y="6711"/>
                  <a:pt x="5951" y="6711"/>
                  <a:pt x="5951" y="6711"/>
                </a:cubicBezTo>
                <a:cubicBezTo>
                  <a:pt x="0" y="8598"/>
                  <a:pt x="0" y="8598"/>
                  <a:pt x="0" y="8598"/>
                </a:cubicBezTo>
                <a:cubicBezTo>
                  <a:pt x="2645" y="14050"/>
                  <a:pt x="2645" y="14050"/>
                  <a:pt x="2645" y="14050"/>
                </a:cubicBezTo>
                <a:cubicBezTo>
                  <a:pt x="3527" y="12163"/>
                  <a:pt x="3527" y="12163"/>
                  <a:pt x="3527" y="12163"/>
                </a:cubicBezTo>
                <a:cubicBezTo>
                  <a:pt x="5731" y="13212"/>
                  <a:pt x="7053" y="14680"/>
                  <a:pt x="7935" y="16567"/>
                </a:cubicBezTo>
                <a:cubicBezTo>
                  <a:pt x="8376" y="15099"/>
                  <a:pt x="8816" y="13631"/>
                  <a:pt x="9918" y="12163"/>
                </a:cubicBezTo>
                <a:close/>
                <a:moveTo>
                  <a:pt x="8816" y="9017"/>
                </a:moveTo>
                <a:cubicBezTo>
                  <a:pt x="9698" y="9647"/>
                  <a:pt x="10359" y="10276"/>
                  <a:pt x="10800" y="10905"/>
                </a:cubicBezTo>
                <a:cubicBezTo>
                  <a:pt x="11461" y="10276"/>
                  <a:pt x="12122" y="9647"/>
                  <a:pt x="12784" y="9017"/>
                </a:cubicBezTo>
                <a:cubicBezTo>
                  <a:pt x="12784" y="4404"/>
                  <a:pt x="12784" y="4404"/>
                  <a:pt x="12784" y="4404"/>
                </a:cubicBezTo>
                <a:cubicBezTo>
                  <a:pt x="15208" y="4404"/>
                  <a:pt x="15208" y="4404"/>
                  <a:pt x="15208" y="4404"/>
                </a:cubicBezTo>
                <a:cubicBezTo>
                  <a:pt x="11020" y="0"/>
                  <a:pt x="11020" y="0"/>
                  <a:pt x="11020" y="0"/>
                </a:cubicBezTo>
                <a:cubicBezTo>
                  <a:pt x="6612" y="4404"/>
                  <a:pt x="6612" y="4404"/>
                  <a:pt x="6612" y="4404"/>
                </a:cubicBezTo>
                <a:cubicBezTo>
                  <a:pt x="8816" y="4404"/>
                  <a:pt x="8816" y="4404"/>
                  <a:pt x="8816" y="4404"/>
                </a:cubicBezTo>
                <a:lnTo>
                  <a:pt x="8816" y="9017"/>
                </a:lnTo>
                <a:close/>
                <a:moveTo>
                  <a:pt x="21600" y="8808"/>
                </a:moveTo>
                <a:cubicBezTo>
                  <a:pt x="18955" y="14050"/>
                  <a:pt x="18955" y="14050"/>
                  <a:pt x="18955" y="14050"/>
                </a:cubicBezTo>
                <a:cubicBezTo>
                  <a:pt x="18294" y="12163"/>
                  <a:pt x="18294" y="12163"/>
                  <a:pt x="18294" y="12163"/>
                </a:cubicBezTo>
                <a:cubicBezTo>
                  <a:pt x="14327" y="14050"/>
                  <a:pt x="13004" y="16986"/>
                  <a:pt x="12784" y="21600"/>
                </a:cubicBezTo>
                <a:cubicBezTo>
                  <a:pt x="8816" y="21600"/>
                  <a:pt x="8816" y="21600"/>
                  <a:pt x="8816" y="21600"/>
                </a:cubicBezTo>
                <a:cubicBezTo>
                  <a:pt x="9257" y="15728"/>
                  <a:pt x="10800" y="11324"/>
                  <a:pt x="16751" y="8598"/>
                </a:cubicBezTo>
                <a:cubicBezTo>
                  <a:pt x="15869" y="6711"/>
                  <a:pt x="15869" y="6711"/>
                  <a:pt x="15869" y="6711"/>
                </a:cubicBezTo>
                <a:lnTo>
                  <a:pt x="21600" y="8808"/>
                </a:lnTo>
                <a:close/>
              </a:path>
            </a:pathLst>
          </a:custGeom>
          <a:solidFill>
            <a:srgbClr val="F86A37"/>
          </a:solidFill>
          <a:ln w="25400">
            <a:miter lim="400000"/>
          </a:ln>
        </p:spPr>
        <p:txBody>
          <a:bodyPr lIns="109727" tIns="109727" rIns="109727" bIns="109727"/>
          <a:lstStyle/>
          <a:p>
            <a:endParaRPr/>
          </a:p>
        </p:txBody>
      </p:sp>
      <p:sp>
        <p:nvSpPr>
          <p:cNvPr id="47" name="Training Delivery"/>
          <p:cNvSpPr txBox="1"/>
          <p:nvPr/>
        </p:nvSpPr>
        <p:spPr>
          <a:xfrm>
            <a:off x="10132355" y="3815462"/>
            <a:ext cx="4339712"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3800">
                <a:solidFill>
                  <a:srgbClr val="535353"/>
                </a:solidFill>
                <a:latin typeface="Avenir Book"/>
                <a:ea typeface="Avenir Book"/>
                <a:cs typeface="Avenir Book"/>
                <a:sym typeface="Avenir Book"/>
              </a:defRPr>
            </a:lvl1pPr>
          </a:lstStyle>
          <a:p>
            <a:r>
              <a:rPr lang="en-US" dirty="0">
                <a:solidFill>
                  <a:srgbClr val="243646"/>
                </a:solidFill>
                <a:latin typeface="PT Sans Narrow" charset="-52"/>
                <a:ea typeface="PT Sans Narrow" charset="-52"/>
                <a:cs typeface="PT Sans Narrow" charset="-52"/>
              </a:rPr>
              <a:t>Communication</a:t>
            </a:r>
            <a:r>
              <a:rPr dirty="0">
                <a:solidFill>
                  <a:srgbClr val="243646"/>
                </a:solidFill>
                <a:latin typeface="PT Sans Narrow" charset="-52"/>
                <a:ea typeface="PT Sans Narrow" charset="-52"/>
                <a:cs typeface="PT Sans Narrow" charset="-52"/>
              </a:rPr>
              <a:t> Delivery</a:t>
            </a:r>
          </a:p>
        </p:txBody>
      </p:sp>
      <p:sp>
        <p:nvSpPr>
          <p:cNvPr id="48" name="Rectangle"/>
          <p:cNvSpPr/>
          <p:nvPr/>
        </p:nvSpPr>
        <p:spPr>
          <a:xfrm flipH="1">
            <a:off x="8535948" y="6075522"/>
            <a:ext cx="7450446" cy="109727"/>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9" name="Shape"/>
          <p:cNvSpPr/>
          <p:nvPr/>
        </p:nvSpPr>
        <p:spPr>
          <a:xfrm rot="16200000" flipH="1">
            <a:off x="8290276" y="6069723"/>
            <a:ext cx="284240" cy="295824"/>
          </a:xfrm>
          <a:custGeom>
            <a:avLst/>
            <a:gdLst/>
            <a:ahLst/>
            <a:cxnLst>
              <a:cxn ang="0">
                <a:pos x="wd2" y="hd2"/>
              </a:cxn>
              <a:cxn ang="5400000">
                <a:pos x="wd2" y="hd2"/>
              </a:cxn>
              <a:cxn ang="10800000">
                <a:pos x="wd2" y="hd2"/>
              </a:cxn>
              <a:cxn ang="16200000">
                <a:pos x="wd2" y="hd2"/>
              </a:cxn>
            </a:cxnLst>
            <a:rect l="0" t="0" r="r" b="b"/>
            <a:pathLst>
              <a:path w="21269" h="21600" extrusionOk="0">
                <a:moveTo>
                  <a:pt x="9" y="21600"/>
                </a:moveTo>
                <a:lnTo>
                  <a:pt x="9" y="21600"/>
                </a:lnTo>
                <a:cubicBezTo>
                  <a:pt x="-331" y="10005"/>
                  <a:pt x="9025" y="337"/>
                  <a:pt x="20907" y="5"/>
                </a:cubicBezTo>
                <a:cubicBezTo>
                  <a:pt x="20978" y="3"/>
                  <a:pt x="21049" y="1"/>
                  <a:pt x="21120" y="0"/>
                </a:cubicBezTo>
                <a:lnTo>
                  <a:pt x="21269" y="7756"/>
                </a:lnTo>
                <a:lnTo>
                  <a:pt x="21269" y="7756"/>
                </a:lnTo>
                <a:cubicBezTo>
                  <a:pt x="13774" y="7893"/>
                  <a:pt x="7812" y="13933"/>
                  <a:pt x="7952" y="21247"/>
                </a:cubicBezTo>
                <a:cubicBezTo>
                  <a:pt x="7953" y="21291"/>
                  <a:pt x="7954" y="21334"/>
                  <a:pt x="7955" y="21378"/>
                </a:cubicBezTo>
                <a:close/>
              </a:path>
            </a:pathLst>
          </a:custGeom>
          <a:solidFill>
            <a:srgbClr val="243646"/>
          </a:solidFill>
          <a:ln w="12700">
            <a:miter lim="400000"/>
          </a:ln>
        </p:spPr>
        <p:txBody>
          <a:bodyPr lIns="109727" tIns="109727" rIns="109727" bIns="109727" anchor="ctr"/>
          <a:lstStyle/>
          <a:p>
            <a:pPr algn="ctr"/>
            <a:endParaRPr/>
          </a:p>
        </p:txBody>
      </p:sp>
      <p:sp>
        <p:nvSpPr>
          <p:cNvPr id="53" name="Shape"/>
          <p:cNvSpPr/>
          <p:nvPr/>
        </p:nvSpPr>
        <p:spPr>
          <a:xfrm flipH="1">
            <a:off x="15961850" y="6075567"/>
            <a:ext cx="284240" cy="295824"/>
          </a:xfrm>
          <a:custGeom>
            <a:avLst/>
            <a:gdLst/>
            <a:ahLst/>
            <a:cxnLst>
              <a:cxn ang="0">
                <a:pos x="wd2" y="hd2"/>
              </a:cxn>
              <a:cxn ang="5400000">
                <a:pos x="wd2" y="hd2"/>
              </a:cxn>
              <a:cxn ang="10800000">
                <a:pos x="wd2" y="hd2"/>
              </a:cxn>
              <a:cxn ang="16200000">
                <a:pos x="wd2" y="hd2"/>
              </a:cxn>
            </a:cxnLst>
            <a:rect l="0" t="0" r="r" b="b"/>
            <a:pathLst>
              <a:path w="21269" h="21600" extrusionOk="0">
                <a:moveTo>
                  <a:pt x="9" y="21600"/>
                </a:moveTo>
                <a:lnTo>
                  <a:pt x="9" y="21600"/>
                </a:lnTo>
                <a:cubicBezTo>
                  <a:pt x="-331" y="10005"/>
                  <a:pt x="9025" y="337"/>
                  <a:pt x="20907" y="5"/>
                </a:cubicBezTo>
                <a:cubicBezTo>
                  <a:pt x="20978" y="3"/>
                  <a:pt x="21049" y="1"/>
                  <a:pt x="21120" y="0"/>
                </a:cubicBezTo>
                <a:lnTo>
                  <a:pt x="21269" y="7756"/>
                </a:lnTo>
                <a:lnTo>
                  <a:pt x="21269" y="7756"/>
                </a:lnTo>
                <a:cubicBezTo>
                  <a:pt x="13774" y="7893"/>
                  <a:pt x="7812" y="13933"/>
                  <a:pt x="7952" y="21247"/>
                </a:cubicBezTo>
                <a:cubicBezTo>
                  <a:pt x="7953" y="21291"/>
                  <a:pt x="7954" y="21334"/>
                  <a:pt x="7955" y="21378"/>
                </a:cubicBezTo>
                <a:close/>
              </a:path>
            </a:pathLst>
          </a:custGeom>
          <a:solidFill>
            <a:srgbClr val="243646"/>
          </a:solidFill>
          <a:ln w="12700">
            <a:miter lim="400000"/>
          </a:ln>
        </p:spPr>
        <p:txBody>
          <a:bodyPr lIns="109727" tIns="109727" rIns="109727" bIns="109727" anchor="ctr"/>
          <a:lstStyle/>
          <a:p>
            <a:pPr algn="ctr"/>
            <a:endParaRPr/>
          </a:p>
        </p:txBody>
      </p:sp>
      <p:sp>
        <p:nvSpPr>
          <p:cNvPr id="54" name="Rectangle"/>
          <p:cNvSpPr/>
          <p:nvPr/>
        </p:nvSpPr>
        <p:spPr>
          <a:xfrm rot="5400000" flipH="1">
            <a:off x="10816294" y="6172596"/>
            <a:ext cx="286169" cy="109726"/>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5" name="Rectangle"/>
          <p:cNvSpPr/>
          <p:nvPr/>
        </p:nvSpPr>
        <p:spPr>
          <a:xfrm rot="5400000" flipH="1">
            <a:off x="13465330" y="6180791"/>
            <a:ext cx="286169" cy="109727"/>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6" name="Shape"/>
          <p:cNvSpPr/>
          <p:nvPr/>
        </p:nvSpPr>
        <p:spPr>
          <a:xfrm>
            <a:off x="7720855" y="6966938"/>
            <a:ext cx="1138854" cy="113885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3" y="0"/>
                  <a:pt x="0" y="4843"/>
                  <a:pt x="0" y="10800"/>
                </a:cubicBezTo>
                <a:cubicBezTo>
                  <a:pt x="0" y="16757"/>
                  <a:pt x="4843" y="21600"/>
                  <a:pt x="10800" y="21600"/>
                </a:cubicBezTo>
                <a:cubicBezTo>
                  <a:pt x="16757" y="21600"/>
                  <a:pt x="21600" y="16757"/>
                  <a:pt x="21600" y="10800"/>
                </a:cubicBezTo>
                <a:cubicBezTo>
                  <a:pt x="21600" y="4843"/>
                  <a:pt x="16757" y="0"/>
                  <a:pt x="10800" y="0"/>
                </a:cubicBezTo>
                <a:close/>
                <a:moveTo>
                  <a:pt x="10800" y="18148"/>
                </a:moveTo>
                <a:cubicBezTo>
                  <a:pt x="6736" y="18148"/>
                  <a:pt x="3452" y="14864"/>
                  <a:pt x="3452" y="10800"/>
                </a:cubicBezTo>
                <a:cubicBezTo>
                  <a:pt x="3452" y="6736"/>
                  <a:pt x="6736" y="3452"/>
                  <a:pt x="10800" y="3452"/>
                </a:cubicBezTo>
                <a:cubicBezTo>
                  <a:pt x="14864" y="3452"/>
                  <a:pt x="18148" y="6736"/>
                  <a:pt x="18148" y="10800"/>
                </a:cubicBezTo>
                <a:cubicBezTo>
                  <a:pt x="18148" y="14864"/>
                  <a:pt x="14864" y="18148"/>
                  <a:pt x="10800" y="18148"/>
                </a:cubicBezTo>
                <a:close/>
              </a:path>
            </a:pathLst>
          </a:custGeom>
          <a:solidFill>
            <a:srgbClr val="F86A37"/>
          </a:solidFill>
          <a:ln w="12700">
            <a:miter lim="400000"/>
          </a:ln>
        </p:spPr>
        <p:txBody>
          <a:bodyPr lIns="109727" tIns="109727" rIns="109727" bIns="109727"/>
          <a:lstStyle/>
          <a:p>
            <a:endParaRPr/>
          </a:p>
        </p:txBody>
      </p:sp>
      <p:sp>
        <p:nvSpPr>
          <p:cNvPr id="57" name="Shape"/>
          <p:cNvSpPr/>
          <p:nvPr/>
        </p:nvSpPr>
        <p:spPr>
          <a:xfrm>
            <a:off x="10389951" y="6968795"/>
            <a:ext cx="1138853" cy="113885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3" y="0"/>
                  <a:pt x="0" y="4843"/>
                  <a:pt x="0" y="10800"/>
                </a:cubicBezTo>
                <a:cubicBezTo>
                  <a:pt x="0" y="16757"/>
                  <a:pt x="4843" y="21600"/>
                  <a:pt x="10800" y="21600"/>
                </a:cubicBezTo>
                <a:cubicBezTo>
                  <a:pt x="16757" y="21600"/>
                  <a:pt x="21600" y="16757"/>
                  <a:pt x="21600" y="10800"/>
                </a:cubicBezTo>
                <a:cubicBezTo>
                  <a:pt x="21600" y="4843"/>
                  <a:pt x="16757" y="0"/>
                  <a:pt x="10800" y="0"/>
                </a:cubicBezTo>
                <a:close/>
                <a:moveTo>
                  <a:pt x="10800" y="18148"/>
                </a:moveTo>
                <a:cubicBezTo>
                  <a:pt x="6736" y="18148"/>
                  <a:pt x="3452" y="14864"/>
                  <a:pt x="3452" y="10800"/>
                </a:cubicBezTo>
                <a:cubicBezTo>
                  <a:pt x="3452" y="6736"/>
                  <a:pt x="6736" y="3452"/>
                  <a:pt x="10800" y="3452"/>
                </a:cubicBezTo>
                <a:cubicBezTo>
                  <a:pt x="14864" y="3452"/>
                  <a:pt x="18148" y="6736"/>
                  <a:pt x="18148" y="10800"/>
                </a:cubicBezTo>
                <a:cubicBezTo>
                  <a:pt x="18148" y="14864"/>
                  <a:pt x="14864" y="18148"/>
                  <a:pt x="10800" y="18148"/>
                </a:cubicBezTo>
                <a:close/>
              </a:path>
            </a:pathLst>
          </a:custGeom>
          <a:solidFill>
            <a:srgbClr val="F86A37"/>
          </a:solidFill>
          <a:ln w="12700">
            <a:miter lim="400000"/>
          </a:ln>
        </p:spPr>
        <p:txBody>
          <a:bodyPr lIns="109727" tIns="109727" rIns="109727" bIns="109727"/>
          <a:lstStyle/>
          <a:p>
            <a:endParaRPr/>
          </a:p>
        </p:txBody>
      </p:sp>
      <p:sp>
        <p:nvSpPr>
          <p:cNvPr id="58" name="Shape"/>
          <p:cNvSpPr/>
          <p:nvPr/>
        </p:nvSpPr>
        <p:spPr>
          <a:xfrm>
            <a:off x="13038987" y="6966938"/>
            <a:ext cx="1138853" cy="113885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3" y="0"/>
                  <a:pt x="0" y="4843"/>
                  <a:pt x="0" y="10800"/>
                </a:cubicBezTo>
                <a:cubicBezTo>
                  <a:pt x="0" y="16757"/>
                  <a:pt x="4843" y="21600"/>
                  <a:pt x="10800" y="21600"/>
                </a:cubicBezTo>
                <a:cubicBezTo>
                  <a:pt x="16757" y="21600"/>
                  <a:pt x="21600" y="16757"/>
                  <a:pt x="21600" y="10800"/>
                </a:cubicBezTo>
                <a:cubicBezTo>
                  <a:pt x="21600" y="4843"/>
                  <a:pt x="16757" y="0"/>
                  <a:pt x="10800" y="0"/>
                </a:cubicBezTo>
                <a:close/>
                <a:moveTo>
                  <a:pt x="10800" y="18148"/>
                </a:moveTo>
                <a:cubicBezTo>
                  <a:pt x="6736" y="18148"/>
                  <a:pt x="3452" y="14864"/>
                  <a:pt x="3452" y="10800"/>
                </a:cubicBezTo>
                <a:cubicBezTo>
                  <a:pt x="3452" y="6736"/>
                  <a:pt x="6736" y="3452"/>
                  <a:pt x="10800" y="3452"/>
                </a:cubicBezTo>
                <a:cubicBezTo>
                  <a:pt x="14864" y="3452"/>
                  <a:pt x="18148" y="6736"/>
                  <a:pt x="18148" y="10800"/>
                </a:cubicBezTo>
                <a:cubicBezTo>
                  <a:pt x="18148" y="14864"/>
                  <a:pt x="14864" y="18148"/>
                  <a:pt x="10800" y="18148"/>
                </a:cubicBezTo>
                <a:close/>
              </a:path>
            </a:pathLst>
          </a:custGeom>
          <a:solidFill>
            <a:srgbClr val="F86A37"/>
          </a:solidFill>
          <a:ln w="12700">
            <a:miter lim="400000"/>
          </a:ln>
        </p:spPr>
        <p:txBody>
          <a:bodyPr lIns="109727" tIns="109727" rIns="109727" bIns="109727"/>
          <a:lstStyle/>
          <a:p>
            <a:endParaRPr/>
          </a:p>
        </p:txBody>
      </p:sp>
      <p:sp>
        <p:nvSpPr>
          <p:cNvPr id="59" name="Shape"/>
          <p:cNvSpPr/>
          <p:nvPr/>
        </p:nvSpPr>
        <p:spPr>
          <a:xfrm>
            <a:off x="15670814" y="6966938"/>
            <a:ext cx="1138853" cy="113885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43" y="0"/>
                  <a:pt x="0" y="4843"/>
                  <a:pt x="0" y="10800"/>
                </a:cubicBezTo>
                <a:cubicBezTo>
                  <a:pt x="0" y="16757"/>
                  <a:pt x="4843" y="21600"/>
                  <a:pt x="10800" y="21600"/>
                </a:cubicBezTo>
                <a:cubicBezTo>
                  <a:pt x="16757" y="21600"/>
                  <a:pt x="21600" y="16757"/>
                  <a:pt x="21600" y="10800"/>
                </a:cubicBezTo>
                <a:cubicBezTo>
                  <a:pt x="21600" y="4843"/>
                  <a:pt x="16757" y="0"/>
                  <a:pt x="10800" y="0"/>
                </a:cubicBezTo>
                <a:close/>
                <a:moveTo>
                  <a:pt x="10800" y="18148"/>
                </a:moveTo>
                <a:cubicBezTo>
                  <a:pt x="6736" y="18148"/>
                  <a:pt x="3452" y="14864"/>
                  <a:pt x="3452" y="10800"/>
                </a:cubicBezTo>
                <a:cubicBezTo>
                  <a:pt x="3452" y="6736"/>
                  <a:pt x="6736" y="3452"/>
                  <a:pt x="10800" y="3452"/>
                </a:cubicBezTo>
                <a:cubicBezTo>
                  <a:pt x="14864" y="3452"/>
                  <a:pt x="18148" y="6736"/>
                  <a:pt x="18148" y="10800"/>
                </a:cubicBezTo>
                <a:cubicBezTo>
                  <a:pt x="18148" y="14864"/>
                  <a:pt x="14864" y="18148"/>
                  <a:pt x="10800" y="18148"/>
                </a:cubicBezTo>
                <a:close/>
              </a:path>
            </a:pathLst>
          </a:custGeom>
          <a:solidFill>
            <a:srgbClr val="F86A37"/>
          </a:solidFill>
          <a:ln w="25400">
            <a:miter lim="400000"/>
          </a:ln>
        </p:spPr>
        <p:txBody>
          <a:bodyPr lIns="109727" tIns="109727" rIns="109727" bIns="109727"/>
          <a:lstStyle/>
          <a:p>
            <a:endParaRPr/>
          </a:p>
        </p:txBody>
      </p:sp>
      <p:sp>
        <p:nvSpPr>
          <p:cNvPr id="60" name="Shape"/>
          <p:cNvSpPr/>
          <p:nvPr/>
        </p:nvSpPr>
        <p:spPr>
          <a:xfrm rot="10800000">
            <a:off x="8088379" y="8261447"/>
            <a:ext cx="392113" cy="444395"/>
          </a:xfrm>
          <a:custGeom>
            <a:avLst/>
            <a:gdLst/>
            <a:ahLst/>
            <a:cxnLst>
              <a:cxn ang="0">
                <a:pos x="wd2" y="hd2"/>
              </a:cxn>
              <a:cxn ang="5400000">
                <a:pos x="wd2" y="hd2"/>
              </a:cxn>
              <a:cxn ang="10800000">
                <a:pos x="wd2" y="hd2"/>
              </a:cxn>
              <a:cxn ang="16200000">
                <a:pos x="wd2" y="hd2"/>
              </a:cxn>
            </a:cxnLst>
            <a:rect l="0" t="0" r="r" b="b"/>
            <a:pathLst>
              <a:path w="21600" h="21600" extrusionOk="0">
                <a:moveTo>
                  <a:pt x="5040" y="19694"/>
                </a:moveTo>
                <a:lnTo>
                  <a:pt x="5040" y="21600"/>
                </a:lnTo>
                <a:lnTo>
                  <a:pt x="16560" y="21600"/>
                </a:lnTo>
                <a:lnTo>
                  <a:pt x="16560" y="19694"/>
                </a:lnTo>
                <a:lnTo>
                  <a:pt x="5040" y="19694"/>
                </a:lnTo>
                <a:close/>
                <a:moveTo>
                  <a:pt x="16560" y="15247"/>
                </a:moveTo>
                <a:lnTo>
                  <a:pt x="5040" y="15247"/>
                </a:lnTo>
                <a:lnTo>
                  <a:pt x="5040" y="17788"/>
                </a:lnTo>
                <a:lnTo>
                  <a:pt x="16560" y="17788"/>
                </a:lnTo>
                <a:lnTo>
                  <a:pt x="16560" y="15247"/>
                </a:lnTo>
                <a:close/>
                <a:moveTo>
                  <a:pt x="0" y="9529"/>
                </a:moveTo>
                <a:lnTo>
                  <a:pt x="10800" y="0"/>
                </a:lnTo>
                <a:lnTo>
                  <a:pt x="21600" y="9529"/>
                </a:lnTo>
                <a:lnTo>
                  <a:pt x="16560" y="9529"/>
                </a:lnTo>
                <a:lnTo>
                  <a:pt x="16560" y="13341"/>
                </a:lnTo>
                <a:lnTo>
                  <a:pt x="5040" y="13341"/>
                </a:lnTo>
                <a:lnTo>
                  <a:pt x="5040" y="9529"/>
                </a:lnTo>
                <a:lnTo>
                  <a:pt x="0" y="9529"/>
                </a:lnTo>
                <a:close/>
              </a:path>
            </a:pathLst>
          </a:custGeom>
          <a:solidFill>
            <a:srgbClr val="243646"/>
          </a:solidFill>
          <a:ln w="12700">
            <a:miter lim="400000"/>
          </a:ln>
        </p:spPr>
        <p:txBody>
          <a:bodyPr lIns="109727" tIns="109727" rIns="109727" bIns="109727"/>
          <a:lstStyle/>
          <a:p>
            <a:endParaRPr/>
          </a:p>
        </p:txBody>
      </p:sp>
      <p:sp>
        <p:nvSpPr>
          <p:cNvPr id="61" name="Shape"/>
          <p:cNvSpPr/>
          <p:nvPr/>
        </p:nvSpPr>
        <p:spPr>
          <a:xfrm rot="10800000">
            <a:off x="10763321" y="8261447"/>
            <a:ext cx="392113" cy="444395"/>
          </a:xfrm>
          <a:custGeom>
            <a:avLst/>
            <a:gdLst/>
            <a:ahLst/>
            <a:cxnLst>
              <a:cxn ang="0">
                <a:pos x="wd2" y="hd2"/>
              </a:cxn>
              <a:cxn ang="5400000">
                <a:pos x="wd2" y="hd2"/>
              </a:cxn>
              <a:cxn ang="10800000">
                <a:pos x="wd2" y="hd2"/>
              </a:cxn>
              <a:cxn ang="16200000">
                <a:pos x="wd2" y="hd2"/>
              </a:cxn>
            </a:cxnLst>
            <a:rect l="0" t="0" r="r" b="b"/>
            <a:pathLst>
              <a:path w="21600" h="21600" extrusionOk="0">
                <a:moveTo>
                  <a:pt x="5040" y="19694"/>
                </a:moveTo>
                <a:lnTo>
                  <a:pt x="5040" y="21600"/>
                </a:lnTo>
                <a:lnTo>
                  <a:pt x="16560" y="21600"/>
                </a:lnTo>
                <a:lnTo>
                  <a:pt x="16560" y="19694"/>
                </a:lnTo>
                <a:lnTo>
                  <a:pt x="5040" y="19694"/>
                </a:lnTo>
                <a:close/>
                <a:moveTo>
                  <a:pt x="16560" y="15247"/>
                </a:moveTo>
                <a:lnTo>
                  <a:pt x="5040" y="15247"/>
                </a:lnTo>
                <a:lnTo>
                  <a:pt x="5040" y="17788"/>
                </a:lnTo>
                <a:lnTo>
                  <a:pt x="16560" y="17788"/>
                </a:lnTo>
                <a:lnTo>
                  <a:pt x="16560" y="15247"/>
                </a:lnTo>
                <a:close/>
                <a:moveTo>
                  <a:pt x="0" y="9529"/>
                </a:moveTo>
                <a:lnTo>
                  <a:pt x="10800" y="0"/>
                </a:lnTo>
                <a:lnTo>
                  <a:pt x="21600" y="9529"/>
                </a:lnTo>
                <a:lnTo>
                  <a:pt x="16560" y="9529"/>
                </a:lnTo>
                <a:lnTo>
                  <a:pt x="16560" y="13341"/>
                </a:lnTo>
                <a:lnTo>
                  <a:pt x="5040" y="13341"/>
                </a:lnTo>
                <a:lnTo>
                  <a:pt x="5040" y="9529"/>
                </a:lnTo>
                <a:lnTo>
                  <a:pt x="0" y="9529"/>
                </a:lnTo>
                <a:close/>
              </a:path>
            </a:pathLst>
          </a:custGeom>
          <a:solidFill>
            <a:srgbClr val="243646"/>
          </a:solidFill>
          <a:ln w="12700">
            <a:miter lim="400000"/>
          </a:ln>
        </p:spPr>
        <p:txBody>
          <a:bodyPr lIns="109727" tIns="109727" rIns="109727" bIns="109727"/>
          <a:lstStyle/>
          <a:p>
            <a:endParaRPr/>
          </a:p>
        </p:txBody>
      </p:sp>
      <p:sp>
        <p:nvSpPr>
          <p:cNvPr id="62" name="Shape"/>
          <p:cNvSpPr/>
          <p:nvPr/>
        </p:nvSpPr>
        <p:spPr>
          <a:xfrm rot="10800000">
            <a:off x="16031640" y="8261447"/>
            <a:ext cx="392113" cy="444395"/>
          </a:xfrm>
          <a:custGeom>
            <a:avLst/>
            <a:gdLst/>
            <a:ahLst/>
            <a:cxnLst>
              <a:cxn ang="0">
                <a:pos x="wd2" y="hd2"/>
              </a:cxn>
              <a:cxn ang="5400000">
                <a:pos x="wd2" y="hd2"/>
              </a:cxn>
              <a:cxn ang="10800000">
                <a:pos x="wd2" y="hd2"/>
              </a:cxn>
              <a:cxn ang="16200000">
                <a:pos x="wd2" y="hd2"/>
              </a:cxn>
            </a:cxnLst>
            <a:rect l="0" t="0" r="r" b="b"/>
            <a:pathLst>
              <a:path w="21600" h="21600" extrusionOk="0">
                <a:moveTo>
                  <a:pt x="5040" y="19694"/>
                </a:moveTo>
                <a:lnTo>
                  <a:pt x="5040" y="21600"/>
                </a:lnTo>
                <a:lnTo>
                  <a:pt x="16560" y="21600"/>
                </a:lnTo>
                <a:lnTo>
                  <a:pt x="16560" y="19694"/>
                </a:lnTo>
                <a:lnTo>
                  <a:pt x="5040" y="19694"/>
                </a:lnTo>
                <a:close/>
                <a:moveTo>
                  <a:pt x="16560" y="15247"/>
                </a:moveTo>
                <a:lnTo>
                  <a:pt x="5040" y="15247"/>
                </a:lnTo>
                <a:lnTo>
                  <a:pt x="5040" y="17788"/>
                </a:lnTo>
                <a:lnTo>
                  <a:pt x="16560" y="17788"/>
                </a:lnTo>
                <a:lnTo>
                  <a:pt x="16560" y="15247"/>
                </a:lnTo>
                <a:close/>
                <a:moveTo>
                  <a:pt x="0" y="9529"/>
                </a:moveTo>
                <a:lnTo>
                  <a:pt x="10800" y="0"/>
                </a:lnTo>
                <a:lnTo>
                  <a:pt x="21600" y="9529"/>
                </a:lnTo>
                <a:lnTo>
                  <a:pt x="16560" y="9529"/>
                </a:lnTo>
                <a:lnTo>
                  <a:pt x="16560" y="13341"/>
                </a:lnTo>
                <a:lnTo>
                  <a:pt x="5040" y="13341"/>
                </a:lnTo>
                <a:lnTo>
                  <a:pt x="5040" y="9529"/>
                </a:lnTo>
                <a:lnTo>
                  <a:pt x="0" y="9529"/>
                </a:lnTo>
                <a:close/>
              </a:path>
            </a:pathLst>
          </a:custGeom>
          <a:solidFill>
            <a:srgbClr val="243646"/>
          </a:solidFill>
          <a:ln w="25400">
            <a:miter lim="400000"/>
          </a:ln>
        </p:spPr>
        <p:txBody>
          <a:bodyPr lIns="109727" tIns="109727" rIns="109727" bIns="109727"/>
          <a:lstStyle/>
          <a:p>
            <a:endParaRPr/>
          </a:p>
        </p:txBody>
      </p:sp>
      <p:sp>
        <p:nvSpPr>
          <p:cNvPr id="63" name="Shape"/>
          <p:cNvSpPr/>
          <p:nvPr/>
        </p:nvSpPr>
        <p:spPr>
          <a:xfrm rot="10800000">
            <a:off x="13411906" y="8261447"/>
            <a:ext cx="392113" cy="444395"/>
          </a:xfrm>
          <a:custGeom>
            <a:avLst/>
            <a:gdLst/>
            <a:ahLst/>
            <a:cxnLst>
              <a:cxn ang="0">
                <a:pos x="wd2" y="hd2"/>
              </a:cxn>
              <a:cxn ang="5400000">
                <a:pos x="wd2" y="hd2"/>
              </a:cxn>
              <a:cxn ang="10800000">
                <a:pos x="wd2" y="hd2"/>
              </a:cxn>
              <a:cxn ang="16200000">
                <a:pos x="wd2" y="hd2"/>
              </a:cxn>
            </a:cxnLst>
            <a:rect l="0" t="0" r="r" b="b"/>
            <a:pathLst>
              <a:path w="21600" h="21600" extrusionOk="0">
                <a:moveTo>
                  <a:pt x="5040" y="19694"/>
                </a:moveTo>
                <a:lnTo>
                  <a:pt x="5040" y="21600"/>
                </a:lnTo>
                <a:lnTo>
                  <a:pt x="16560" y="21600"/>
                </a:lnTo>
                <a:lnTo>
                  <a:pt x="16560" y="19694"/>
                </a:lnTo>
                <a:lnTo>
                  <a:pt x="5040" y="19694"/>
                </a:lnTo>
                <a:close/>
                <a:moveTo>
                  <a:pt x="16560" y="15247"/>
                </a:moveTo>
                <a:lnTo>
                  <a:pt x="5040" y="15247"/>
                </a:lnTo>
                <a:lnTo>
                  <a:pt x="5040" y="17788"/>
                </a:lnTo>
                <a:lnTo>
                  <a:pt x="16560" y="17788"/>
                </a:lnTo>
                <a:lnTo>
                  <a:pt x="16560" y="15247"/>
                </a:lnTo>
                <a:close/>
                <a:moveTo>
                  <a:pt x="0" y="9529"/>
                </a:moveTo>
                <a:lnTo>
                  <a:pt x="10800" y="0"/>
                </a:lnTo>
                <a:lnTo>
                  <a:pt x="21600" y="9529"/>
                </a:lnTo>
                <a:lnTo>
                  <a:pt x="16560" y="9529"/>
                </a:lnTo>
                <a:lnTo>
                  <a:pt x="16560" y="13341"/>
                </a:lnTo>
                <a:lnTo>
                  <a:pt x="5040" y="13341"/>
                </a:lnTo>
                <a:lnTo>
                  <a:pt x="5040" y="9529"/>
                </a:lnTo>
                <a:lnTo>
                  <a:pt x="0" y="9529"/>
                </a:lnTo>
                <a:close/>
              </a:path>
            </a:pathLst>
          </a:custGeom>
          <a:solidFill>
            <a:srgbClr val="243646"/>
          </a:solidFill>
          <a:ln w="12700">
            <a:miter lim="400000"/>
          </a:ln>
        </p:spPr>
        <p:txBody>
          <a:bodyPr lIns="109727" tIns="109727" rIns="109727" bIns="109727"/>
          <a:lstStyle/>
          <a:p>
            <a:endParaRPr/>
          </a:p>
        </p:txBody>
      </p:sp>
      <p:grpSp>
        <p:nvGrpSpPr>
          <p:cNvPr id="64" name="Group"/>
          <p:cNvGrpSpPr/>
          <p:nvPr/>
        </p:nvGrpSpPr>
        <p:grpSpPr>
          <a:xfrm>
            <a:off x="7647991" y="9145704"/>
            <a:ext cx="1304170" cy="1034497"/>
            <a:chOff x="0" y="0"/>
            <a:chExt cx="1304169" cy="1034496"/>
          </a:xfrm>
        </p:grpSpPr>
        <p:grpSp>
          <p:nvGrpSpPr>
            <p:cNvPr id="65" name="Group"/>
            <p:cNvGrpSpPr/>
            <p:nvPr/>
          </p:nvGrpSpPr>
          <p:grpSpPr>
            <a:xfrm>
              <a:off x="-1" y="0"/>
              <a:ext cx="330448" cy="1034497"/>
              <a:chOff x="0" y="0"/>
              <a:chExt cx="330446" cy="1034496"/>
            </a:xfrm>
          </p:grpSpPr>
          <p:sp>
            <p:nvSpPr>
              <p:cNvPr id="72"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73"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66" name="Group"/>
            <p:cNvGrpSpPr/>
            <p:nvPr/>
          </p:nvGrpSpPr>
          <p:grpSpPr>
            <a:xfrm>
              <a:off x="486861" y="0"/>
              <a:ext cx="330448" cy="1034497"/>
              <a:chOff x="0" y="0"/>
              <a:chExt cx="330446" cy="1034496"/>
            </a:xfrm>
          </p:grpSpPr>
          <p:sp>
            <p:nvSpPr>
              <p:cNvPr id="70"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71"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67" name="Group"/>
            <p:cNvGrpSpPr/>
            <p:nvPr/>
          </p:nvGrpSpPr>
          <p:grpSpPr>
            <a:xfrm>
              <a:off x="973723" y="0"/>
              <a:ext cx="330447" cy="1034497"/>
              <a:chOff x="0" y="0"/>
              <a:chExt cx="330446" cy="1034496"/>
            </a:xfrm>
          </p:grpSpPr>
          <p:sp>
            <p:nvSpPr>
              <p:cNvPr id="68"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69"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grpSp>
        <p:nvGrpSpPr>
          <p:cNvPr id="74" name="Group"/>
          <p:cNvGrpSpPr/>
          <p:nvPr/>
        </p:nvGrpSpPr>
        <p:grpSpPr>
          <a:xfrm>
            <a:off x="10307290" y="9145704"/>
            <a:ext cx="1304170" cy="1034497"/>
            <a:chOff x="0" y="0"/>
            <a:chExt cx="1304169" cy="1034496"/>
          </a:xfrm>
        </p:grpSpPr>
        <p:grpSp>
          <p:nvGrpSpPr>
            <p:cNvPr id="75" name="Group"/>
            <p:cNvGrpSpPr/>
            <p:nvPr/>
          </p:nvGrpSpPr>
          <p:grpSpPr>
            <a:xfrm>
              <a:off x="-1" y="0"/>
              <a:ext cx="330448" cy="1034497"/>
              <a:chOff x="0" y="0"/>
              <a:chExt cx="330446" cy="1034496"/>
            </a:xfrm>
          </p:grpSpPr>
          <p:sp>
            <p:nvSpPr>
              <p:cNvPr id="82"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83"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76" name="Group"/>
            <p:cNvGrpSpPr/>
            <p:nvPr/>
          </p:nvGrpSpPr>
          <p:grpSpPr>
            <a:xfrm>
              <a:off x="486861" y="0"/>
              <a:ext cx="330448" cy="1034497"/>
              <a:chOff x="0" y="0"/>
              <a:chExt cx="330446" cy="1034496"/>
            </a:xfrm>
          </p:grpSpPr>
          <p:sp>
            <p:nvSpPr>
              <p:cNvPr id="80"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81"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77" name="Group"/>
            <p:cNvGrpSpPr/>
            <p:nvPr/>
          </p:nvGrpSpPr>
          <p:grpSpPr>
            <a:xfrm>
              <a:off x="973723" y="0"/>
              <a:ext cx="330447" cy="1034497"/>
              <a:chOff x="0" y="0"/>
              <a:chExt cx="330446" cy="1034496"/>
            </a:xfrm>
          </p:grpSpPr>
          <p:sp>
            <p:nvSpPr>
              <p:cNvPr id="78"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79"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sp>
        <p:nvSpPr>
          <p:cNvPr id="84" name="Leadership"/>
          <p:cNvSpPr txBox="1"/>
          <p:nvPr/>
        </p:nvSpPr>
        <p:spPr>
          <a:xfrm>
            <a:off x="12659440" y="10200621"/>
            <a:ext cx="1866278"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Sales Reps</a:t>
            </a:r>
            <a:endParaRPr sz="2400" dirty="0"/>
          </a:p>
        </p:txBody>
      </p:sp>
      <p:sp>
        <p:nvSpPr>
          <p:cNvPr id="85" name="Product Team"/>
          <p:cNvSpPr txBox="1"/>
          <p:nvPr/>
        </p:nvSpPr>
        <p:spPr>
          <a:xfrm>
            <a:off x="14874124" y="10200621"/>
            <a:ext cx="2685413"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All Company Staff</a:t>
            </a:r>
            <a:endParaRPr sz="2400" dirty="0"/>
          </a:p>
        </p:txBody>
      </p:sp>
      <p:sp>
        <p:nvSpPr>
          <p:cNvPr id="86" name="Users"/>
          <p:cNvSpPr txBox="1"/>
          <p:nvPr/>
        </p:nvSpPr>
        <p:spPr>
          <a:xfrm>
            <a:off x="9627646" y="10200623"/>
            <a:ext cx="2685413"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All Company Staff</a:t>
            </a:r>
            <a:endParaRPr sz="2400" dirty="0"/>
          </a:p>
        </p:txBody>
      </p:sp>
      <p:sp>
        <p:nvSpPr>
          <p:cNvPr id="87" name="Support Team"/>
          <p:cNvSpPr txBox="1"/>
          <p:nvPr/>
        </p:nvSpPr>
        <p:spPr>
          <a:xfrm>
            <a:off x="7572921" y="10200621"/>
            <a:ext cx="1454306"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Directors</a:t>
            </a:r>
            <a:endParaRPr sz="2400" dirty="0"/>
          </a:p>
        </p:txBody>
      </p:sp>
      <p:sp>
        <p:nvSpPr>
          <p:cNvPr id="88" name="Shape"/>
          <p:cNvSpPr/>
          <p:nvPr/>
        </p:nvSpPr>
        <p:spPr>
          <a:xfrm>
            <a:off x="16104823" y="7324012"/>
            <a:ext cx="274810" cy="424705"/>
          </a:xfrm>
          <a:custGeom>
            <a:avLst/>
            <a:gdLst/>
            <a:ahLst/>
            <a:cxnLst>
              <a:cxn ang="0">
                <a:pos x="wd2" y="hd2"/>
              </a:cxn>
              <a:cxn ang="5400000">
                <a:pos x="wd2" y="hd2"/>
              </a:cxn>
              <a:cxn ang="10800000">
                <a:pos x="wd2" y="hd2"/>
              </a:cxn>
              <a:cxn ang="16200000">
                <a:pos x="wd2" y="hd2"/>
              </a:cxn>
            </a:cxnLst>
            <a:rect l="0" t="0" r="r" b="b"/>
            <a:pathLst>
              <a:path w="21600" h="21600" extrusionOk="0">
                <a:moveTo>
                  <a:pt x="10800" y="19713"/>
                </a:moveTo>
                <a:cubicBezTo>
                  <a:pt x="6413" y="19713"/>
                  <a:pt x="3038" y="17616"/>
                  <a:pt x="3038" y="14889"/>
                </a:cubicBezTo>
                <a:cubicBezTo>
                  <a:pt x="3038" y="8179"/>
                  <a:pt x="3038" y="8179"/>
                  <a:pt x="3038" y="8179"/>
                </a:cubicBezTo>
                <a:cubicBezTo>
                  <a:pt x="18563" y="8179"/>
                  <a:pt x="18563" y="8179"/>
                  <a:pt x="18563" y="8179"/>
                </a:cubicBezTo>
                <a:cubicBezTo>
                  <a:pt x="18563" y="14889"/>
                  <a:pt x="18563" y="14889"/>
                  <a:pt x="18563" y="14889"/>
                </a:cubicBezTo>
                <a:cubicBezTo>
                  <a:pt x="18563" y="17616"/>
                  <a:pt x="15188" y="19713"/>
                  <a:pt x="10800" y="19713"/>
                </a:cubicBezTo>
                <a:close/>
                <a:moveTo>
                  <a:pt x="5063" y="1887"/>
                </a:moveTo>
                <a:cubicBezTo>
                  <a:pt x="9450" y="1887"/>
                  <a:pt x="9450" y="1887"/>
                  <a:pt x="9450" y="1887"/>
                </a:cubicBezTo>
                <a:cubicBezTo>
                  <a:pt x="9450" y="6711"/>
                  <a:pt x="9450" y="6711"/>
                  <a:pt x="9450" y="6711"/>
                </a:cubicBezTo>
                <a:cubicBezTo>
                  <a:pt x="3038" y="6711"/>
                  <a:pt x="3038" y="6711"/>
                  <a:pt x="3038" y="6711"/>
                </a:cubicBezTo>
                <a:cubicBezTo>
                  <a:pt x="3038" y="3146"/>
                  <a:pt x="3038" y="3146"/>
                  <a:pt x="3038" y="3146"/>
                </a:cubicBezTo>
                <a:cubicBezTo>
                  <a:pt x="3038" y="2307"/>
                  <a:pt x="4050" y="1887"/>
                  <a:pt x="5063" y="1887"/>
                </a:cubicBezTo>
                <a:close/>
                <a:moveTo>
                  <a:pt x="18563" y="3146"/>
                </a:moveTo>
                <a:cubicBezTo>
                  <a:pt x="18563" y="6711"/>
                  <a:pt x="18563" y="6711"/>
                  <a:pt x="18563" y="6711"/>
                </a:cubicBezTo>
                <a:cubicBezTo>
                  <a:pt x="12150" y="6711"/>
                  <a:pt x="12150" y="6711"/>
                  <a:pt x="12150" y="6711"/>
                </a:cubicBezTo>
                <a:cubicBezTo>
                  <a:pt x="12150" y="1887"/>
                  <a:pt x="12150" y="1887"/>
                  <a:pt x="12150" y="1887"/>
                </a:cubicBezTo>
                <a:cubicBezTo>
                  <a:pt x="16538" y="1887"/>
                  <a:pt x="16538" y="1887"/>
                  <a:pt x="16538" y="1887"/>
                </a:cubicBezTo>
                <a:cubicBezTo>
                  <a:pt x="17888" y="1887"/>
                  <a:pt x="18563" y="2307"/>
                  <a:pt x="18563" y="3146"/>
                </a:cubicBezTo>
                <a:close/>
                <a:moveTo>
                  <a:pt x="16538" y="0"/>
                </a:moveTo>
                <a:cubicBezTo>
                  <a:pt x="5063" y="0"/>
                  <a:pt x="5063" y="0"/>
                  <a:pt x="5063" y="0"/>
                </a:cubicBezTo>
                <a:cubicBezTo>
                  <a:pt x="2363" y="0"/>
                  <a:pt x="0" y="1468"/>
                  <a:pt x="0" y="3146"/>
                </a:cubicBezTo>
                <a:cubicBezTo>
                  <a:pt x="0" y="14889"/>
                  <a:pt x="0" y="14889"/>
                  <a:pt x="0" y="14889"/>
                </a:cubicBezTo>
                <a:cubicBezTo>
                  <a:pt x="0" y="18454"/>
                  <a:pt x="4725" y="21600"/>
                  <a:pt x="10800" y="21600"/>
                </a:cubicBezTo>
                <a:cubicBezTo>
                  <a:pt x="16875" y="21600"/>
                  <a:pt x="21600" y="18454"/>
                  <a:pt x="21600" y="14889"/>
                </a:cubicBezTo>
                <a:cubicBezTo>
                  <a:pt x="21600" y="3146"/>
                  <a:pt x="21600" y="3146"/>
                  <a:pt x="21600" y="3146"/>
                </a:cubicBezTo>
                <a:cubicBezTo>
                  <a:pt x="21600" y="1468"/>
                  <a:pt x="19238" y="0"/>
                  <a:pt x="16538" y="0"/>
                </a:cubicBezTo>
                <a:close/>
              </a:path>
            </a:pathLst>
          </a:custGeom>
          <a:solidFill>
            <a:srgbClr val="535353"/>
          </a:solidFill>
          <a:ln w="12700">
            <a:miter lim="400000"/>
          </a:ln>
        </p:spPr>
        <p:txBody>
          <a:bodyPr lIns="109727" tIns="109727" rIns="109727" bIns="109727"/>
          <a:lstStyle/>
          <a:p>
            <a:endParaRPr/>
          </a:p>
        </p:txBody>
      </p:sp>
      <p:sp>
        <p:nvSpPr>
          <p:cNvPr id="89" name="Shape"/>
          <p:cNvSpPr/>
          <p:nvPr/>
        </p:nvSpPr>
        <p:spPr>
          <a:xfrm>
            <a:off x="10837193" y="7325869"/>
            <a:ext cx="274811" cy="424705"/>
          </a:xfrm>
          <a:custGeom>
            <a:avLst/>
            <a:gdLst/>
            <a:ahLst/>
            <a:cxnLst>
              <a:cxn ang="0">
                <a:pos x="wd2" y="hd2"/>
              </a:cxn>
              <a:cxn ang="5400000">
                <a:pos x="wd2" y="hd2"/>
              </a:cxn>
              <a:cxn ang="10800000">
                <a:pos x="wd2" y="hd2"/>
              </a:cxn>
              <a:cxn ang="16200000">
                <a:pos x="wd2" y="hd2"/>
              </a:cxn>
            </a:cxnLst>
            <a:rect l="0" t="0" r="r" b="b"/>
            <a:pathLst>
              <a:path w="21600" h="21600" extrusionOk="0">
                <a:moveTo>
                  <a:pt x="10800" y="19713"/>
                </a:moveTo>
                <a:cubicBezTo>
                  <a:pt x="6413" y="19713"/>
                  <a:pt x="3038" y="17616"/>
                  <a:pt x="3038" y="14889"/>
                </a:cubicBezTo>
                <a:cubicBezTo>
                  <a:pt x="3038" y="8179"/>
                  <a:pt x="3038" y="8179"/>
                  <a:pt x="3038" y="8179"/>
                </a:cubicBezTo>
                <a:cubicBezTo>
                  <a:pt x="18563" y="8179"/>
                  <a:pt x="18563" y="8179"/>
                  <a:pt x="18563" y="8179"/>
                </a:cubicBezTo>
                <a:cubicBezTo>
                  <a:pt x="18563" y="14889"/>
                  <a:pt x="18563" y="14889"/>
                  <a:pt x="18563" y="14889"/>
                </a:cubicBezTo>
                <a:cubicBezTo>
                  <a:pt x="18563" y="17616"/>
                  <a:pt x="15188" y="19713"/>
                  <a:pt x="10800" y="19713"/>
                </a:cubicBezTo>
                <a:close/>
                <a:moveTo>
                  <a:pt x="5063" y="1887"/>
                </a:moveTo>
                <a:cubicBezTo>
                  <a:pt x="9450" y="1887"/>
                  <a:pt x="9450" y="1887"/>
                  <a:pt x="9450" y="1887"/>
                </a:cubicBezTo>
                <a:cubicBezTo>
                  <a:pt x="9450" y="6711"/>
                  <a:pt x="9450" y="6711"/>
                  <a:pt x="9450" y="6711"/>
                </a:cubicBezTo>
                <a:cubicBezTo>
                  <a:pt x="3038" y="6711"/>
                  <a:pt x="3038" y="6711"/>
                  <a:pt x="3038" y="6711"/>
                </a:cubicBezTo>
                <a:cubicBezTo>
                  <a:pt x="3038" y="3146"/>
                  <a:pt x="3038" y="3146"/>
                  <a:pt x="3038" y="3146"/>
                </a:cubicBezTo>
                <a:cubicBezTo>
                  <a:pt x="3038" y="2307"/>
                  <a:pt x="4050" y="1887"/>
                  <a:pt x="5063" y="1887"/>
                </a:cubicBezTo>
                <a:close/>
                <a:moveTo>
                  <a:pt x="18563" y="3146"/>
                </a:moveTo>
                <a:cubicBezTo>
                  <a:pt x="18563" y="6711"/>
                  <a:pt x="18563" y="6711"/>
                  <a:pt x="18563" y="6711"/>
                </a:cubicBezTo>
                <a:cubicBezTo>
                  <a:pt x="12150" y="6711"/>
                  <a:pt x="12150" y="6711"/>
                  <a:pt x="12150" y="6711"/>
                </a:cubicBezTo>
                <a:cubicBezTo>
                  <a:pt x="12150" y="1887"/>
                  <a:pt x="12150" y="1887"/>
                  <a:pt x="12150" y="1887"/>
                </a:cubicBezTo>
                <a:cubicBezTo>
                  <a:pt x="16538" y="1887"/>
                  <a:pt x="16538" y="1887"/>
                  <a:pt x="16538" y="1887"/>
                </a:cubicBezTo>
                <a:cubicBezTo>
                  <a:pt x="17888" y="1887"/>
                  <a:pt x="18563" y="2307"/>
                  <a:pt x="18563" y="3146"/>
                </a:cubicBezTo>
                <a:close/>
                <a:moveTo>
                  <a:pt x="16538" y="0"/>
                </a:moveTo>
                <a:cubicBezTo>
                  <a:pt x="5063" y="0"/>
                  <a:pt x="5063" y="0"/>
                  <a:pt x="5063" y="0"/>
                </a:cubicBezTo>
                <a:cubicBezTo>
                  <a:pt x="2363" y="0"/>
                  <a:pt x="0" y="1468"/>
                  <a:pt x="0" y="3146"/>
                </a:cubicBezTo>
                <a:cubicBezTo>
                  <a:pt x="0" y="14889"/>
                  <a:pt x="0" y="14889"/>
                  <a:pt x="0" y="14889"/>
                </a:cubicBezTo>
                <a:cubicBezTo>
                  <a:pt x="0" y="18454"/>
                  <a:pt x="4725" y="21600"/>
                  <a:pt x="10800" y="21600"/>
                </a:cubicBezTo>
                <a:cubicBezTo>
                  <a:pt x="16875" y="21600"/>
                  <a:pt x="21600" y="18454"/>
                  <a:pt x="21600" y="14889"/>
                </a:cubicBezTo>
                <a:cubicBezTo>
                  <a:pt x="21600" y="3146"/>
                  <a:pt x="21600" y="3146"/>
                  <a:pt x="21600" y="3146"/>
                </a:cubicBezTo>
                <a:cubicBezTo>
                  <a:pt x="21600" y="1468"/>
                  <a:pt x="19238" y="0"/>
                  <a:pt x="16538" y="0"/>
                </a:cubicBezTo>
                <a:close/>
              </a:path>
            </a:pathLst>
          </a:custGeom>
          <a:solidFill>
            <a:srgbClr val="535353"/>
          </a:solidFill>
          <a:ln w="12700">
            <a:miter lim="400000"/>
          </a:ln>
        </p:spPr>
        <p:txBody>
          <a:bodyPr lIns="109727" tIns="109727" rIns="109727" bIns="109727"/>
          <a:lstStyle/>
          <a:p>
            <a:endParaRPr/>
          </a:p>
        </p:txBody>
      </p:sp>
      <p:grpSp>
        <p:nvGrpSpPr>
          <p:cNvPr id="90" name="Group"/>
          <p:cNvGrpSpPr/>
          <p:nvPr/>
        </p:nvGrpSpPr>
        <p:grpSpPr>
          <a:xfrm>
            <a:off x="12940492" y="9038494"/>
            <a:ext cx="1304170" cy="1034497"/>
            <a:chOff x="0" y="0"/>
            <a:chExt cx="1304169" cy="1034496"/>
          </a:xfrm>
        </p:grpSpPr>
        <p:grpSp>
          <p:nvGrpSpPr>
            <p:cNvPr id="91" name="Group"/>
            <p:cNvGrpSpPr/>
            <p:nvPr/>
          </p:nvGrpSpPr>
          <p:grpSpPr>
            <a:xfrm>
              <a:off x="-1" y="0"/>
              <a:ext cx="330448" cy="1034497"/>
              <a:chOff x="0" y="0"/>
              <a:chExt cx="330446" cy="1034496"/>
            </a:xfrm>
          </p:grpSpPr>
          <p:sp>
            <p:nvSpPr>
              <p:cNvPr id="98"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99"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92" name="Group"/>
            <p:cNvGrpSpPr/>
            <p:nvPr/>
          </p:nvGrpSpPr>
          <p:grpSpPr>
            <a:xfrm>
              <a:off x="486861" y="0"/>
              <a:ext cx="330448" cy="1034497"/>
              <a:chOff x="0" y="0"/>
              <a:chExt cx="330446" cy="1034496"/>
            </a:xfrm>
          </p:grpSpPr>
          <p:sp>
            <p:nvSpPr>
              <p:cNvPr id="96"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97"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93" name="Group"/>
            <p:cNvGrpSpPr/>
            <p:nvPr/>
          </p:nvGrpSpPr>
          <p:grpSpPr>
            <a:xfrm>
              <a:off x="973723" y="0"/>
              <a:ext cx="330447" cy="1034497"/>
              <a:chOff x="0" y="0"/>
              <a:chExt cx="330446" cy="1034496"/>
            </a:xfrm>
          </p:grpSpPr>
          <p:sp>
            <p:nvSpPr>
              <p:cNvPr id="94"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95"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grpSp>
        <p:nvGrpSpPr>
          <p:cNvPr id="100" name="Group"/>
          <p:cNvGrpSpPr/>
          <p:nvPr/>
        </p:nvGrpSpPr>
        <p:grpSpPr>
          <a:xfrm>
            <a:off x="15588155" y="8987694"/>
            <a:ext cx="1304171" cy="1034497"/>
            <a:chOff x="0" y="0"/>
            <a:chExt cx="1304169" cy="1034496"/>
          </a:xfrm>
        </p:grpSpPr>
        <p:grpSp>
          <p:nvGrpSpPr>
            <p:cNvPr id="101" name="Group"/>
            <p:cNvGrpSpPr/>
            <p:nvPr/>
          </p:nvGrpSpPr>
          <p:grpSpPr>
            <a:xfrm>
              <a:off x="-1" y="0"/>
              <a:ext cx="330448" cy="1034497"/>
              <a:chOff x="0" y="0"/>
              <a:chExt cx="330446" cy="1034496"/>
            </a:xfrm>
          </p:grpSpPr>
          <p:sp>
            <p:nvSpPr>
              <p:cNvPr id="108"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109"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102" name="Group"/>
            <p:cNvGrpSpPr/>
            <p:nvPr/>
          </p:nvGrpSpPr>
          <p:grpSpPr>
            <a:xfrm>
              <a:off x="486861" y="0"/>
              <a:ext cx="330448" cy="1034497"/>
              <a:chOff x="0" y="0"/>
              <a:chExt cx="330446" cy="1034496"/>
            </a:xfrm>
          </p:grpSpPr>
          <p:sp>
            <p:nvSpPr>
              <p:cNvPr id="106"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107"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nvGrpSpPr>
            <p:cNvPr id="103" name="Group"/>
            <p:cNvGrpSpPr/>
            <p:nvPr/>
          </p:nvGrpSpPr>
          <p:grpSpPr>
            <a:xfrm>
              <a:off x="973723" y="0"/>
              <a:ext cx="330447" cy="1034497"/>
              <a:chOff x="0" y="0"/>
              <a:chExt cx="330446" cy="1034496"/>
            </a:xfrm>
          </p:grpSpPr>
          <p:sp>
            <p:nvSpPr>
              <p:cNvPr id="104" name="Circle"/>
              <p:cNvSpPr/>
              <p:nvPr/>
            </p:nvSpPr>
            <p:spPr>
              <a:xfrm>
                <a:off x="76879" y="0"/>
                <a:ext cx="176689" cy="172642"/>
              </a:xfrm>
              <a:prstGeom prst="ellipse">
                <a:avLst/>
              </a:pr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sp>
            <p:nvSpPr>
              <p:cNvPr id="105" name="Shape"/>
              <p:cNvSpPr/>
              <p:nvPr/>
            </p:nvSpPr>
            <p:spPr>
              <a:xfrm>
                <a:off x="-1" y="186128"/>
                <a:ext cx="330448" cy="848369"/>
              </a:xfrm>
              <a:custGeom>
                <a:avLst/>
                <a:gdLst/>
                <a:ahLst/>
                <a:cxnLst>
                  <a:cxn ang="0">
                    <a:pos x="wd2" y="hd2"/>
                  </a:cxn>
                  <a:cxn ang="5400000">
                    <a:pos x="wd2" y="hd2"/>
                  </a:cxn>
                  <a:cxn ang="10800000">
                    <a:pos x="wd2" y="hd2"/>
                  </a:cxn>
                  <a:cxn ang="16200000">
                    <a:pos x="wd2" y="hd2"/>
                  </a:cxn>
                </a:cxnLst>
                <a:rect l="0" t="0" r="r" b="b"/>
                <a:pathLst>
                  <a:path w="21600" h="21600" extrusionOk="0">
                    <a:moveTo>
                      <a:pt x="21600" y="962"/>
                    </a:moveTo>
                    <a:cubicBezTo>
                      <a:pt x="21600" y="398"/>
                      <a:pt x="20486" y="0"/>
                      <a:pt x="19114" y="0"/>
                    </a:cubicBezTo>
                    <a:cubicBezTo>
                      <a:pt x="2400" y="0"/>
                      <a:pt x="2400" y="0"/>
                      <a:pt x="2400" y="0"/>
                    </a:cubicBezTo>
                    <a:cubicBezTo>
                      <a:pt x="1029" y="0"/>
                      <a:pt x="0" y="431"/>
                      <a:pt x="0" y="962"/>
                    </a:cubicBezTo>
                    <a:cubicBezTo>
                      <a:pt x="0" y="2920"/>
                      <a:pt x="0" y="2920"/>
                      <a:pt x="0" y="2920"/>
                    </a:cubicBezTo>
                    <a:cubicBezTo>
                      <a:pt x="0" y="8859"/>
                      <a:pt x="0" y="8859"/>
                      <a:pt x="0" y="8859"/>
                    </a:cubicBezTo>
                    <a:cubicBezTo>
                      <a:pt x="0" y="9324"/>
                      <a:pt x="771" y="9655"/>
                      <a:pt x="1971" y="9655"/>
                    </a:cubicBezTo>
                    <a:cubicBezTo>
                      <a:pt x="2829" y="9655"/>
                      <a:pt x="3343" y="9523"/>
                      <a:pt x="3771" y="9257"/>
                    </a:cubicBezTo>
                    <a:cubicBezTo>
                      <a:pt x="3771" y="20406"/>
                      <a:pt x="3771" y="20406"/>
                      <a:pt x="3771" y="20406"/>
                    </a:cubicBezTo>
                    <a:cubicBezTo>
                      <a:pt x="3771" y="21069"/>
                      <a:pt x="5143" y="21600"/>
                      <a:pt x="6857" y="21600"/>
                    </a:cubicBezTo>
                    <a:cubicBezTo>
                      <a:pt x="8571" y="21600"/>
                      <a:pt x="9943" y="21069"/>
                      <a:pt x="9943" y="20406"/>
                    </a:cubicBezTo>
                    <a:cubicBezTo>
                      <a:pt x="9943" y="11414"/>
                      <a:pt x="9943" y="11414"/>
                      <a:pt x="9943" y="11414"/>
                    </a:cubicBezTo>
                    <a:cubicBezTo>
                      <a:pt x="11657" y="11414"/>
                      <a:pt x="11657" y="11414"/>
                      <a:pt x="11657" y="11414"/>
                    </a:cubicBezTo>
                    <a:cubicBezTo>
                      <a:pt x="11657" y="20406"/>
                      <a:pt x="11657" y="20406"/>
                      <a:pt x="11657" y="20406"/>
                    </a:cubicBezTo>
                    <a:cubicBezTo>
                      <a:pt x="11657" y="21069"/>
                      <a:pt x="13029" y="21600"/>
                      <a:pt x="14743" y="21600"/>
                    </a:cubicBezTo>
                    <a:cubicBezTo>
                      <a:pt x="16457" y="21600"/>
                      <a:pt x="17829" y="21069"/>
                      <a:pt x="17829" y="20406"/>
                    </a:cubicBezTo>
                    <a:cubicBezTo>
                      <a:pt x="17829" y="9257"/>
                      <a:pt x="17829" y="9257"/>
                      <a:pt x="17829" y="9257"/>
                    </a:cubicBezTo>
                    <a:cubicBezTo>
                      <a:pt x="18171" y="9489"/>
                      <a:pt x="18771" y="9655"/>
                      <a:pt x="19543" y="9655"/>
                    </a:cubicBezTo>
                    <a:cubicBezTo>
                      <a:pt x="20743" y="9655"/>
                      <a:pt x="21600" y="9324"/>
                      <a:pt x="21600" y="8859"/>
                    </a:cubicBezTo>
                    <a:lnTo>
                      <a:pt x="21600" y="962"/>
                    </a:lnTo>
                    <a:close/>
                  </a:path>
                </a:pathLst>
              </a:custGeom>
              <a:solidFill>
                <a:schemeClr val="accent3">
                  <a:lumOff val="25098"/>
                </a:schemeClr>
              </a:solidFill>
              <a:ln w="12700" cap="flat">
                <a:noFill/>
                <a:miter lim="400000"/>
              </a:ln>
              <a:effectLst/>
            </p:spPr>
            <p:txBody>
              <a:bodyPr wrap="square" lIns="109727" tIns="109727" rIns="109727" bIns="109727" numCol="1" anchor="t">
                <a:noAutofit/>
              </a:bodyPr>
              <a:lstStyle/>
              <a:p>
                <a:endParaRPr/>
              </a:p>
            </p:txBody>
          </p:sp>
        </p:grpSp>
      </p:grpSp>
      <p:sp>
        <p:nvSpPr>
          <p:cNvPr id="110" name="In-Person"/>
          <p:cNvSpPr txBox="1"/>
          <p:nvPr/>
        </p:nvSpPr>
        <p:spPr>
          <a:xfrm>
            <a:off x="7546732" y="6412148"/>
            <a:ext cx="1553602" cy="5877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sz="2400"/>
              <a:t>In-Person</a:t>
            </a:r>
          </a:p>
        </p:txBody>
      </p:sp>
      <p:sp>
        <p:nvSpPr>
          <p:cNvPr id="111" name="eLearning"/>
          <p:cNvSpPr txBox="1"/>
          <p:nvPr/>
        </p:nvSpPr>
        <p:spPr>
          <a:xfrm>
            <a:off x="10361234" y="6359440"/>
            <a:ext cx="1265152"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Intranet</a:t>
            </a:r>
            <a:endParaRPr sz="2400" dirty="0"/>
          </a:p>
        </p:txBody>
      </p:sp>
      <p:sp>
        <p:nvSpPr>
          <p:cNvPr id="112" name="eLearning"/>
          <p:cNvSpPr txBox="1"/>
          <p:nvPr/>
        </p:nvSpPr>
        <p:spPr>
          <a:xfrm>
            <a:off x="15348192" y="6355481"/>
            <a:ext cx="1831013"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Social Blast</a:t>
            </a:r>
            <a:endParaRPr sz="2400" dirty="0"/>
          </a:p>
        </p:txBody>
      </p:sp>
      <p:sp>
        <p:nvSpPr>
          <p:cNvPr id="113" name="Presentation"/>
          <p:cNvSpPr txBox="1"/>
          <p:nvPr/>
        </p:nvSpPr>
        <p:spPr>
          <a:xfrm>
            <a:off x="12777474" y="6355481"/>
            <a:ext cx="1677124" cy="590929"/>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400">
                <a:solidFill>
                  <a:srgbClr val="535353"/>
                </a:solidFill>
                <a:latin typeface="+mj-lt"/>
                <a:ea typeface="+mj-ea"/>
                <a:cs typeface="+mj-cs"/>
                <a:sym typeface="Helvetica"/>
              </a:defRPr>
            </a:lvl1pPr>
          </a:lstStyle>
          <a:p>
            <a:pPr>
              <a:defRPr sz="3200"/>
            </a:pPr>
            <a:r>
              <a:rPr lang="en-US" sz="2400" dirty="0"/>
              <a:t>Newsletter</a:t>
            </a:r>
            <a:endParaRPr sz="2400" dirty="0"/>
          </a:p>
        </p:txBody>
      </p:sp>
      <p:sp>
        <p:nvSpPr>
          <p:cNvPr id="115" name="Shape"/>
          <p:cNvSpPr/>
          <p:nvPr/>
        </p:nvSpPr>
        <p:spPr>
          <a:xfrm>
            <a:off x="8057375" y="7296117"/>
            <a:ext cx="481515" cy="480496"/>
          </a:xfrm>
          <a:custGeom>
            <a:avLst/>
            <a:gdLst/>
            <a:ahLst/>
            <a:cxnLst>
              <a:cxn ang="0">
                <a:pos x="wd2" y="hd2"/>
              </a:cxn>
              <a:cxn ang="5400000">
                <a:pos x="wd2" y="hd2"/>
              </a:cxn>
              <a:cxn ang="10800000">
                <a:pos x="wd2" y="hd2"/>
              </a:cxn>
              <a:cxn ang="16200000">
                <a:pos x="wd2" y="hd2"/>
              </a:cxn>
            </a:cxnLst>
            <a:rect l="0" t="0" r="r" b="b"/>
            <a:pathLst>
              <a:path w="21146" h="21600" extrusionOk="0">
                <a:moveTo>
                  <a:pt x="18346" y="16285"/>
                </a:moveTo>
                <a:cubicBezTo>
                  <a:pt x="15319" y="15564"/>
                  <a:pt x="12497" y="14947"/>
                  <a:pt x="13857" y="12309"/>
                </a:cubicBezTo>
                <a:cubicBezTo>
                  <a:pt x="18012" y="4291"/>
                  <a:pt x="14960" y="0"/>
                  <a:pt x="10573" y="0"/>
                </a:cubicBezTo>
                <a:cubicBezTo>
                  <a:pt x="6097" y="0"/>
                  <a:pt x="3121" y="4462"/>
                  <a:pt x="7289" y="12309"/>
                </a:cubicBezTo>
                <a:cubicBezTo>
                  <a:pt x="8687" y="14960"/>
                  <a:pt x="5763" y="15590"/>
                  <a:pt x="2800" y="16285"/>
                </a:cubicBezTo>
                <a:cubicBezTo>
                  <a:pt x="-227" y="16994"/>
                  <a:pt x="4" y="18634"/>
                  <a:pt x="4" y="21600"/>
                </a:cubicBezTo>
                <a:cubicBezTo>
                  <a:pt x="9239" y="21600"/>
                  <a:pt x="9239" y="21600"/>
                  <a:pt x="9239" y="21600"/>
                </a:cubicBezTo>
                <a:cubicBezTo>
                  <a:pt x="9868" y="18332"/>
                  <a:pt x="9868" y="18332"/>
                  <a:pt x="9868" y="18332"/>
                </a:cubicBezTo>
                <a:cubicBezTo>
                  <a:pt x="11278" y="18332"/>
                  <a:pt x="11278" y="18332"/>
                  <a:pt x="11278" y="18332"/>
                </a:cubicBezTo>
                <a:cubicBezTo>
                  <a:pt x="11907" y="21600"/>
                  <a:pt x="11907" y="21600"/>
                  <a:pt x="11907" y="21600"/>
                </a:cubicBezTo>
                <a:cubicBezTo>
                  <a:pt x="21142" y="21600"/>
                  <a:pt x="21142" y="21600"/>
                  <a:pt x="21142" y="21600"/>
                </a:cubicBezTo>
                <a:cubicBezTo>
                  <a:pt x="21142" y="18634"/>
                  <a:pt x="21373" y="16994"/>
                  <a:pt x="18346" y="16285"/>
                </a:cubicBezTo>
                <a:close/>
                <a:moveTo>
                  <a:pt x="11099" y="17519"/>
                </a:moveTo>
                <a:cubicBezTo>
                  <a:pt x="10073" y="17519"/>
                  <a:pt x="10073" y="17519"/>
                  <a:pt x="10073" y="17519"/>
                </a:cubicBezTo>
                <a:cubicBezTo>
                  <a:pt x="9265" y="15800"/>
                  <a:pt x="9265" y="15800"/>
                  <a:pt x="9265" y="15800"/>
                </a:cubicBezTo>
                <a:cubicBezTo>
                  <a:pt x="11907" y="15800"/>
                  <a:pt x="11907" y="15800"/>
                  <a:pt x="11907" y="15800"/>
                </a:cubicBezTo>
                <a:lnTo>
                  <a:pt x="11099" y="17519"/>
                </a:lnTo>
                <a:close/>
              </a:path>
            </a:pathLst>
          </a:custGeom>
          <a:solidFill>
            <a:srgbClr val="535353"/>
          </a:solidFill>
          <a:ln w="12700">
            <a:miter lim="400000"/>
          </a:ln>
        </p:spPr>
        <p:txBody>
          <a:bodyPr lIns="109727" tIns="109727" rIns="109727" bIns="109727"/>
          <a:lstStyle/>
          <a:p>
            <a:pPr>
              <a:defRPr>
                <a:solidFill>
                  <a:srgbClr val="EF8A3A"/>
                </a:solidFill>
              </a:defRPr>
            </a:pPr>
            <a:endParaRPr/>
          </a:p>
        </p:txBody>
      </p:sp>
      <p:sp>
        <p:nvSpPr>
          <p:cNvPr id="116" name="Shape"/>
          <p:cNvSpPr/>
          <p:nvPr/>
        </p:nvSpPr>
        <p:spPr>
          <a:xfrm>
            <a:off x="13275043" y="7244461"/>
            <a:ext cx="635065" cy="544342"/>
          </a:xfrm>
          <a:custGeom>
            <a:avLst/>
            <a:gdLst/>
            <a:ahLst/>
            <a:cxnLst>
              <a:cxn ang="0">
                <a:pos x="wd2" y="hd2"/>
              </a:cxn>
              <a:cxn ang="5400000">
                <a:pos x="wd2" y="hd2"/>
              </a:cxn>
              <a:cxn ang="10800000">
                <a:pos x="wd2" y="hd2"/>
              </a:cxn>
              <a:cxn ang="16200000">
                <a:pos x="wd2" y="hd2"/>
              </a:cxn>
            </a:cxnLst>
            <a:rect l="0" t="0" r="r" b="b"/>
            <a:pathLst>
              <a:path w="21600" h="21600" extrusionOk="0">
                <a:moveTo>
                  <a:pt x="18035" y="18514"/>
                </a:moveTo>
                <a:cubicBezTo>
                  <a:pt x="15518" y="18735"/>
                  <a:pt x="13212" y="19176"/>
                  <a:pt x="11324" y="20057"/>
                </a:cubicBezTo>
                <a:cubicBezTo>
                  <a:pt x="11324" y="11020"/>
                  <a:pt x="11324" y="11020"/>
                  <a:pt x="11324" y="11020"/>
                </a:cubicBezTo>
                <a:cubicBezTo>
                  <a:pt x="13002" y="9918"/>
                  <a:pt x="15938" y="9257"/>
                  <a:pt x="18035" y="9037"/>
                </a:cubicBezTo>
                <a:lnTo>
                  <a:pt x="18035" y="18514"/>
                </a:lnTo>
                <a:close/>
                <a:moveTo>
                  <a:pt x="10485" y="20057"/>
                </a:moveTo>
                <a:cubicBezTo>
                  <a:pt x="8598" y="19176"/>
                  <a:pt x="6082" y="18735"/>
                  <a:pt x="3775" y="18514"/>
                </a:cubicBezTo>
                <a:cubicBezTo>
                  <a:pt x="3775" y="9037"/>
                  <a:pt x="3775" y="9037"/>
                  <a:pt x="3775" y="9037"/>
                </a:cubicBezTo>
                <a:cubicBezTo>
                  <a:pt x="5872" y="9257"/>
                  <a:pt x="8808" y="9918"/>
                  <a:pt x="10485" y="11020"/>
                </a:cubicBezTo>
                <a:lnTo>
                  <a:pt x="10485" y="20057"/>
                </a:lnTo>
                <a:close/>
                <a:moveTo>
                  <a:pt x="10905" y="9698"/>
                </a:moveTo>
                <a:cubicBezTo>
                  <a:pt x="8808" y="8376"/>
                  <a:pt x="5452" y="7714"/>
                  <a:pt x="2517" y="7714"/>
                </a:cubicBezTo>
                <a:cubicBezTo>
                  <a:pt x="2517" y="19616"/>
                  <a:pt x="2517" y="19616"/>
                  <a:pt x="2517" y="19616"/>
                </a:cubicBezTo>
                <a:cubicBezTo>
                  <a:pt x="5452" y="19837"/>
                  <a:pt x="8179" y="20278"/>
                  <a:pt x="10905" y="21600"/>
                </a:cubicBezTo>
                <a:cubicBezTo>
                  <a:pt x="13421" y="20278"/>
                  <a:pt x="16357" y="19837"/>
                  <a:pt x="19293" y="19616"/>
                </a:cubicBezTo>
                <a:cubicBezTo>
                  <a:pt x="19293" y="7714"/>
                  <a:pt x="19293" y="7714"/>
                  <a:pt x="19293" y="7714"/>
                </a:cubicBezTo>
                <a:cubicBezTo>
                  <a:pt x="16357" y="7714"/>
                  <a:pt x="13002" y="8376"/>
                  <a:pt x="10905" y="9698"/>
                </a:cubicBezTo>
                <a:close/>
                <a:moveTo>
                  <a:pt x="0" y="13004"/>
                </a:moveTo>
                <a:cubicBezTo>
                  <a:pt x="0" y="14327"/>
                  <a:pt x="839" y="14988"/>
                  <a:pt x="1468" y="15649"/>
                </a:cubicBezTo>
                <a:cubicBezTo>
                  <a:pt x="1468" y="10800"/>
                  <a:pt x="1468" y="10800"/>
                  <a:pt x="1468" y="10800"/>
                </a:cubicBezTo>
                <a:cubicBezTo>
                  <a:pt x="839" y="11241"/>
                  <a:pt x="0" y="11902"/>
                  <a:pt x="0" y="13004"/>
                </a:cubicBezTo>
                <a:close/>
                <a:moveTo>
                  <a:pt x="20132" y="11020"/>
                </a:moveTo>
                <a:cubicBezTo>
                  <a:pt x="20132" y="15649"/>
                  <a:pt x="20132" y="15649"/>
                  <a:pt x="20132" y="15649"/>
                </a:cubicBezTo>
                <a:cubicBezTo>
                  <a:pt x="20971" y="15208"/>
                  <a:pt x="21600" y="14547"/>
                  <a:pt x="21600" y="13224"/>
                </a:cubicBezTo>
                <a:cubicBezTo>
                  <a:pt x="21600" y="12122"/>
                  <a:pt x="20971" y="11241"/>
                  <a:pt x="20132" y="11020"/>
                </a:cubicBezTo>
                <a:close/>
                <a:moveTo>
                  <a:pt x="10905" y="0"/>
                </a:moveTo>
                <a:cubicBezTo>
                  <a:pt x="8808" y="0"/>
                  <a:pt x="6920" y="1984"/>
                  <a:pt x="6920" y="4188"/>
                </a:cubicBezTo>
                <a:cubicBezTo>
                  <a:pt x="6920" y="6392"/>
                  <a:pt x="8808" y="8376"/>
                  <a:pt x="10905" y="8376"/>
                </a:cubicBezTo>
                <a:cubicBezTo>
                  <a:pt x="13002" y="8376"/>
                  <a:pt x="14680" y="6392"/>
                  <a:pt x="14680" y="4188"/>
                </a:cubicBezTo>
                <a:cubicBezTo>
                  <a:pt x="14680" y="1984"/>
                  <a:pt x="13002" y="0"/>
                  <a:pt x="10905" y="0"/>
                </a:cubicBezTo>
                <a:close/>
                <a:moveTo>
                  <a:pt x="12373" y="12343"/>
                </a:moveTo>
                <a:cubicBezTo>
                  <a:pt x="13002" y="13224"/>
                  <a:pt x="13002" y="13224"/>
                  <a:pt x="13002" y="13224"/>
                </a:cubicBezTo>
                <a:cubicBezTo>
                  <a:pt x="13212" y="13004"/>
                  <a:pt x="13212" y="13004"/>
                  <a:pt x="13212" y="13004"/>
                </a:cubicBezTo>
                <a:cubicBezTo>
                  <a:pt x="13212" y="11682"/>
                  <a:pt x="13212" y="11682"/>
                  <a:pt x="13212" y="11682"/>
                </a:cubicBezTo>
                <a:cubicBezTo>
                  <a:pt x="13002" y="11682"/>
                  <a:pt x="13002" y="11682"/>
                  <a:pt x="13002" y="11682"/>
                </a:cubicBezTo>
                <a:cubicBezTo>
                  <a:pt x="13002" y="12563"/>
                  <a:pt x="13002" y="12563"/>
                  <a:pt x="13002" y="12563"/>
                </a:cubicBezTo>
                <a:cubicBezTo>
                  <a:pt x="12583" y="11902"/>
                  <a:pt x="12583" y="11902"/>
                  <a:pt x="12583" y="11902"/>
                </a:cubicBezTo>
                <a:cubicBezTo>
                  <a:pt x="12163" y="11902"/>
                  <a:pt x="12163" y="11902"/>
                  <a:pt x="12163" y="11902"/>
                </a:cubicBezTo>
                <a:cubicBezTo>
                  <a:pt x="12163" y="13445"/>
                  <a:pt x="12163" y="13445"/>
                  <a:pt x="12163" y="13445"/>
                </a:cubicBezTo>
                <a:cubicBezTo>
                  <a:pt x="12373" y="13224"/>
                  <a:pt x="12373" y="13224"/>
                  <a:pt x="12373" y="13224"/>
                </a:cubicBezTo>
                <a:lnTo>
                  <a:pt x="12373" y="12343"/>
                </a:lnTo>
                <a:close/>
                <a:moveTo>
                  <a:pt x="16567" y="11902"/>
                </a:moveTo>
                <a:cubicBezTo>
                  <a:pt x="16357" y="11902"/>
                  <a:pt x="16357" y="11902"/>
                  <a:pt x="16148" y="11902"/>
                </a:cubicBezTo>
                <a:cubicBezTo>
                  <a:pt x="16148" y="11902"/>
                  <a:pt x="16148" y="11902"/>
                  <a:pt x="16148" y="11902"/>
                </a:cubicBezTo>
                <a:cubicBezTo>
                  <a:pt x="16148" y="12343"/>
                  <a:pt x="16148" y="12343"/>
                  <a:pt x="16148" y="12343"/>
                </a:cubicBezTo>
                <a:cubicBezTo>
                  <a:pt x="16148" y="12343"/>
                  <a:pt x="16148" y="12343"/>
                  <a:pt x="16148" y="12343"/>
                </a:cubicBezTo>
                <a:cubicBezTo>
                  <a:pt x="16148" y="12343"/>
                  <a:pt x="16357" y="12343"/>
                  <a:pt x="16567" y="12343"/>
                </a:cubicBezTo>
                <a:cubicBezTo>
                  <a:pt x="16986" y="12122"/>
                  <a:pt x="16986" y="11902"/>
                  <a:pt x="16986" y="11682"/>
                </a:cubicBezTo>
                <a:cubicBezTo>
                  <a:pt x="16986" y="11461"/>
                  <a:pt x="16986" y="11461"/>
                  <a:pt x="16777" y="11241"/>
                </a:cubicBezTo>
                <a:cubicBezTo>
                  <a:pt x="16567" y="11241"/>
                  <a:pt x="16567" y="11241"/>
                  <a:pt x="16567" y="11241"/>
                </a:cubicBezTo>
                <a:cubicBezTo>
                  <a:pt x="16567" y="11241"/>
                  <a:pt x="16567" y="11020"/>
                  <a:pt x="16567" y="11020"/>
                </a:cubicBezTo>
                <a:cubicBezTo>
                  <a:pt x="16777" y="11020"/>
                  <a:pt x="16777" y="11020"/>
                  <a:pt x="16986" y="11020"/>
                </a:cubicBezTo>
                <a:cubicBezTo>
                  <a:pt x="16986" y="11020"/>
                  <a:pt x="16986" y="11020"/>
                  <a:pt x="16986" y="11020"/>
                </a:cubicBezTo>
                <a:cubicBezTo>
                  <a:pt x="16986" y="10800"/>
                  <a:pt x="16986" y="10800"/>
                  <a:pt x="16986" y="10800"/>
                </a:cubicBezTo>
                <a:cubicBezTo>
                  <a:pt x="16986" y="10800"/>
                  <a:pt x="16986" y="10800"/>
                  <a:pt x="16986" y="10800"/>
                </a:cubicBezTo>
                <a:cubicBezTo>
                  <a:pt x="16986" y="10800"/>
                  <a:pt x="16777" y="10800"/>
                  <a:pt x="16567" y="10800"/>
                </a:cubicBezTo>
                <a:cubicBezTo>
                  <a:pt x="16357" y="10800"/>
                  <a:pt x="16148" y="11020"/>
                  <a:pt x="16148" y="11241"/>
                </a:cubicBezTo>
                <a:cubicBezTo>
                  <a:pt x="16148" y="11461"/>
                  <a:pt x="16357" y="11682"/>
                  <a:pt x="16567" y="11682"/>
                </a:cubicBezTo>
                <a:cubicBezTo>
                  <a:pt x="16777" y="11682"/>
                  <a:pt x="16777" y="11682"/>
                  <a:pt x="16777" y="11682"/>
                </a:cubicBezTo>
                <a:cubicBezTo>
                  <a:pt x="16777" y="11902"/>
                  <a:pt x="16567" y="11902"/>
                  <a:pt x="16567" y="11902"/>
                </a:cubicBezTo>
                <a:close/>
                <a:moveTo>
                  <a:pt x="14260" y="12563"/>
                </a:moveTo>
                <a:cubicBezTo>
                  <a:pt x="13841" y="12563"/>
                  <a:pt x="13841" y="12563"/>
                  <a:pt x="13841" y="12563"/>
                </a:cubicBezTo>
                <a:cubicBezTo>
                  <a:pt x="13841" y="12343"/>
                  <a:pt x="13841" y="12343"/>
                  <a:pt x="13841" y="12343"/>
                </a:cubicBezTo>
                <a:cubicBezTo>
                  <a:pt x="14260" y="12122"/>
                  <a:pt x="14260" y="12122"/>
                  <a:pt x="14260" y="12122"/>
                </a:cubicBezTo>
                <a:cubicBezTo>
                  <a:pt x="14260" y="11902"/>
                  <a:pt x="14260" y="11902"/>
                  <a:pt x="14260" y="11902"/>
                </a:cubicBezTo>
                <a:cubicBezTo>
                  <a:pt x="13841" y="12122"/>
                  <a:pt x="13841" y="12122"/>
                  <a:pt x="13841" y="12122"/>
                </a:cubicBezTo>
                <a:cubicBezTo>
                  <a:pt x="13841" y="11902"/>
                  <a:pt x="13841" y="11902"/>
                  <a:pt x="13841" y="11902"/>
                </a:cubicBezTo>
                <a:cubicBezTo>
                  <a:pt x="14260" y="11682"/>
                  <a:pt x="14260" y="11682"/>
                  <a:pt x="14260" y="11682"/>
                </a:cubicBezTo>
                <a:cubicBezTo>
                  <a:pt x="14260" y="11461"/>
                  <a:pt x="14260" y="11461"/>
                  <a:pt x="14260" y="11461"/>
                </a:cubicBezTo>
                <a:cubicBezTo>
                  <a:pt x="13421" y="11682"/>
                  <a:pt x="13421" y="11682"/>
                  <a:pt x="13421" y="11682"/>
                </a:cubicBezTo>
                <a:cubicBezTo>
                  <a:pt x="13421" y="13004"/>
                  <a:pt x="13421" y="13004"/>
                  <a:pt x="13421" y="13004"/>
                </a:cubicBezTo>
                <a:cubicBezTo>
                  <a:pt x="14260" y="12784"/>
                  <a:pt x="14260" y="12784"/>
                  <a:pt x="14260" y="12784"/>
                </a:cubicBezTo>
                <a:lnTo>
                  <a:pt x="14260" y="12563"/>
                </a:lnTo>
                <a:close/>
                <a:moveTo>
                  <a:pt x="14680" y="12784"/>
                </a:moveTo>
                <a:cubicBezTo>
                  <a:pt x="14470" y="11461"/>
                  <a:pt x="14470" y="11461"/>
                  <a:pt x="14470" y="11461"/>
                </a:cubicBezTo>
                <a:cubicBezTo>
                  <a:pt x="14680" y="11241"/>
                  <a:pt x="14680" y="11241"/>
                  <a:pt x="14680" y="11241"/>
                </a:cubicBezTo>
                <a:cubicBezTo>
                  <a:pt x="14889" y="12122"/>
                  <a:pt x="14889" y="12122"/>
                  <a:pt x="14889" y="12122"/>
                </a:cubicBezTo>
                <a:cubicBezTo>
                  <a:pt x="15099" y="11241"/>
                  <a:pt x="15099" y="11241"/>
                  <a:pt x="15099" y="11241"/>
                </a:cubicBezTo>
                <a:cubicBezTo>
                  <a:pt x="15518" y="11020"/>
                  <a:pt x="15518" y="11020"/>
                  <a:pt x="15518" y="11020"/>
                </a:cubicBezTo>
                <a:cubicBezTo>
                  <a:pt x="15518" y="12122"/>
                  <a:pt x="15518" y="12122"/>
                  <a:pt x="15518" y="12122"/>
                </a:cubicBezTo>
                <a:cubicBezTo>
                  <a:pt x="15728" y="11020"/>
                  <a:pt x="15728" y="11020"/>
                  <a:pt x="15728" y="11020"/>
                </a:cubicBezTo>
                <a:cubicBezTo>
                  <a:pt x="16148" y="11020"/>
                  <a:pt x="16148" y="11020"/>
                  <a:pt x="16148" y="11020"/>
                </a:cubicBezTo>
                <a:cubicBezTo>
                  <a:pt x="15728" y="12343"/>
                  <a:pt x="15728" y="12343"/>
                  <a:pt x="15728" y="12343"/>
                </a:cubicBezTo>
                <a:cubicBezTo>
                  <a:pt x="15309" y="12563"/>
                  <a:pt x="15309" y="12563"/>
                  <a:pt x="15309" y="12563"/>
                </a:cubicBezTo>
                <a:cubicBezTo>
                  <a:pt x="15309" y="11682"/>
                  <a:pt x="15309" y="11682"/>
                  <a:pt x="15309" y="11682"/>
                </a:cubicBezTo>
                <a:cubicBezTo>
                  <a:pt x="15099" y="12563"/>
                  <a:pt x="15099" y="12563"/>
                  <a:pt x="15099" y="12563"/>
                </a:cubicBezTo>
                <a:lnTo>
                  <a:pt x="14680" y="12784"/>
                </a:lnTo>
                <a:close/>
                <a:moveTo>
                  <a:pt x="9647" y="11682"/>
                </a:moveTo>
                <a:cubicBezTo>
                  <a:pt x="8179" y="11241"/>
                  <a:pt x="6291" y="10580"/>
                  <a:pt x="4614" y="10580"/>
                </a:cubicBezTo>
                <a:cubicBezTo>
                  <a:pt x="4614" y="11241"/>
                  <a:pt x="4614" y="11241"/>
                  <a:pt x="4614" y="11241"/>
                </a:cubicBezTo>
                <a:cubicBezTo>
                  <a:pt x="6291" y="11461"/>
                  <a:pt x="8179" y="11902"/>
                  <a:pt x="9647" y="12563"/>
                </a:cubicBezTo>
                <a:lnTo>
                  <a:pt x="9647" y="11682"/>
                </a:lnTo>
                <a:close/>
                <a:moveTo>
                  <a:pt x="9647" y="13224"/>
                </a:moveTo>
                <a:cubicBezTo>
                  <a:pt x="8179" y="12563"/>
                  <a:pt x="6291" y="12122"/>
                  <a:pt x="4614" y="12122"/>
                </a:cubicBezTo>
                <a:cubicBezTo>
                  <a:pt x="4614" y="12784"/>
                  <a:pt x="4614" y="12784"/>
                  <a:pt x="4614" y="12784"/>
                </a:cubicBezTo>
                <a:cubicBezTo>
                  <a:pt x="6291" y="13004"/>
                  <a:pt x="8179" y="13445"/>
                  <a:pt x="9647" y="14106"/>
                </a:cubicBezTo>
                <a:lnTo>
                  <a:pt x="9647" y="13224"/>
                </a:lnTo>
                <a:close/>
                <a:moveTo>
                  <a:pt x="9647" y="14767"/>
                </a:moveTo>
                <a:cubicBezTo>
                  <a:pt x="8179" y="14327"/>
                  <a:pt x="6291" y="13665"/>
                  <a:pt x="4614" y="13665"/>
                </a:cubicBezTo>
                <a:cubicBezTo>
                  <a:pt x="4614" y="14327"/>
                  <a:pt x="4614" y="14327"/>
                  <a:pt x="4614" y="14327"/>
                </a:cubicBezTo>
                <a:cubicBezTo>
                  <a:pt x="6291" y="14547"/>
                  <a:pt x="8179" y="14988"/>
                  <a:pt x="9647" y="15649"/>
                </a:cubicBezTo>
                <a:lnTo>
                  <a:pt x="9647" y="14767"/>
                </a:lnTo>
                <a:close/>
                <a:moveTo>
                  <a:pt x="9647" y="16310"/>
                </a:moveTo>
                <a:cubicBezTo>
                  <a:pt x="8179" y="15649"/>
                  <a:pt x="6291" y="15208"/>
                  <a:pt x="4614" y="15208"/>
                </a:cubicBezTo>
                <a:cubicBezTo>
                  <a:pt x="4614" y="15869"/>
                  <a:pt x="4614" y="15869"/>
                  <a:pt x="4614" y="15869"/>
                </a:cubicBezTo>
                <a:cubicBezTo>
                  <a:pt x="6291" y="16090"/>
                  <a:pt x="8179" y="16531"/>
                  <a:pt x="9647" y="17192"/>
                </a:cubicBezTo>
                <a:lnTo>
                  <a:pt x="9647" y="16310"/>
                </a:lnTo>
                <a:close/>
                <a:moveTo>
                  <a:pt x="9647" y="17853"/>
                </a:moveTo>
                <a:cubicBezTo>
                  <a:pt x="8179" y="17412"/>
                  <a:pt x="6291" y="16751"/>
                  <a:pt x="4614" y="16751"/>
                </a:cubicBezTo>
                <a:cubicBezTo>
                  <a:pt x="4614" y="17412"/>
                  <a:pt x="4614" y="17412"/>
                  <a:pt x="4614" y="17412"/>
                </a:cubicBezTo>
                <a:cubicBezTo>
                  <a:pt x="6291" y="17633"/>
                  <a:pt x="8179" y="18073"/>
                  <a:pt x="9647" y="18735"/>
                </a:cubicBezTo>
                <a:lnTo>
                  <a:pt x="9647" y="17853"/>
                </a:lnTo>
                <a:close/>
                <a:moveTo>
                  <a:pt x="16986" y="16751"/>
                </a:moveTo>
                <a:cubicBezTo>
                  <a:pt x="15309" y="16751"/>
                  <a:pt x="13421" y="17412"/>
                  <a:pt x="12163" y="17853"/>
                </a:cubicBezTo>
                <a:cubicBezTo>
                  <a:pt x="12163" y="18735"/>
                  <a:pt x="12163" y="18735"/>
                  <a:pt x="12163" y="18735"/>
                </a:cubicBezTo>
                <a:cubicBezTo>
                  <a:pt x="13421" y="18073"/>
                  <a:pt x="15518" y="17633"/>
                  <a:pt x="16986" y="17412"/>
                </a:cubicBezTo>
                <a:lnTo>
                  <a:pt x="16986" y="16751"/>
                </a:lnTo>
                <a:close/>
                <a:moveTo>
                  <a:pt x="16986" y="15208"/>
                </a:moveTo>
                <a:cubicBezTo>
                  <a:pt x="15309" y="15208"/>
                  <a:pt x="13421" y="15649"/>
                  <a:pt x="12163" y="16310"/>
                </a:cubicBezTo>
                <a:cubicBezTo>
                  <a:pt x="12163" y="17192"/>
                  <a:pt x="12163" y="17192"/>
                  <a:pt x="12163" y="17192"/>
                </a:cubicBezTo>
                <a:cubicBezTo>
                  <a:pt x="13421" y="16531"/>
                  <a:pt x="15518" y="16090"/>
                  <a:pt x="16986" y="15869"/>
                </a:cubicBezTo>
                <a:lnTo>
                  <a:pt x="16986" y="15208"/>
                </a:lnTo>
                <a:close/>
                <a:moveTo>
                  <a:pt x="16986" y="13665"/>
                </a:moveTo>
                <a:cubicBezTo>
                  <a:pt x="15309" y="13665"/>
                  <a:pt x="13421" y="14327"/>
                  <a:pt x="12163" y="14767"/>
                </a:cubicBezTo>
                <a:cubicBezTo>
                  <a:pt x="12163" y="15649"/>
                  <a:pt x="12163" y="15649"/>
                  <a:pt x="12163" y="15649"/>
                </a:cubicBezTo>
                <a:cubicBezTo>
                  <a:pt x="13421" y="14988"/>
                  <a:pt x="15518" y="14547"/>
                  <a:pt x="16986" y="14327"/>
                </a:cubicBezTo>
                <a:lnTo>
                  <a:pt x="16986" y="13665"/>
                </a:lnTo>
                <a:close/>
              </a:path>
            </a:pathLst>
          </a:custGeom>
          <a:solidFill>
            <a:srgbClr val="454546"/>
          </a:solidFill>
          <a:ln w="12700">
            <a:miter lim="400000"/>
          </a:ln>
        </p:spPr>
        <p:txBody>
          <a:bodyPr lIns="109727" tIns="109727" rIns="109727" bIns="109727"/>
          <a:lstStyle/>
          <a:p>
            <a:endParaRPr/>
          </a:p>
        </p:txBody>
      </p:sp>
      <p:pic>
        <p:nvPicPr>
          <p:cNvPr id="114" name="Picture 1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084252204"/>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17</a:t>
            </a:fld>
            <a:endParaRPr/>
          </a:p>
        </p:txBody>
      </p:sp>
      <p:sp>
        <p:nvSpPr>
          <p:cNvPr id="141" name="Arrow"/>
          <p:cNvSpPr/>
          <p:nvPr/>
        </p:nvSpPr>
        <p:spPr>
          <a:xfrm rot="16200000">
            <a:off x="17257821" y="6522798"/>
            <a:ext cx="911079" cy="218622"/>
          </a:xfrm>
          <a:prstGeom prst="rightArrow">
            <a:avLst>
              <a:gd name="adj1" fmla="val 50000"/>
              <a:gd name="adj2" fmla="val 20833"/>
            </a:avLst>
          </a:prstGeom>
          <a:solidFill>
            <a:schemeClr val="accent3">
              <a:lumOff val="25098"/>
            </a:schemeClr>
          </a:solidFill>
          <a:ln w="25400">
            <a:miter lim="400000"/>
          </a:ln>
        </p:spPr>
        <p:txBody>
          <a:bodyPr lIns="109727" tIns="109727" rIns="109727" bIns="109727" anchor="ctr"/>
          <a:lstStyle/>
          <a:p>
            <a:endParaRPr/>
          </a:p>
        </p:txBody>
      </p:sp>
      <p:sp>
        <p:nvSpPr>
          <p:cNvPr id="142" name="Arrow"/>
          <p:cNvSpPr/>
          <p:nvPr/>
        </p:nvSpPr>
        <p:spPr>
          <a:xfrm rot="16200000">
            <a:off x="12624372" y="6522798"/>
            <a:ext cx="911079" cy="218620"/>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43" name="Arrow"/>
          <p:cNvSpPr/>
          <p:nvPr/>
        </p:nvSpPr>
        <p:spPr>
          <a:xfrm rot="5400000">
            <a:off x="14931237" y="8055962"/>
            <a:ext cx="911079" cy="218619"/>
          </a:xfrm>
          <a:prstGeom prst="rightArrow">
            <a:avLst>
              <a:gd name="adj1" fmla="val 50000"/>
              <a:gd name="adj2" fmla="val 20833"/>
            </a:avLst>
          </a:prstGeom>
          <a:solidFill>
            <a:schemeClr val="accent3">
              <a:lumOff val="25098"/>
            </a:schemeClr>
          </a:solidFill>
          <a:ln w="25400">
            <a:miter lim="400000"/>
          </a:ln>
        </p:spPr>
        <p:txBody>
          <a:bodyPr lIns="109727" tIns="109727" rIns="109727" bIns="109727" anchor="ctr"/>
          <a:lstStyle/>
          <a:p>
            <a:endParaRPr/>
          </a:p>
        </p:txBody>
      </p:sp>
      <p:sp>
        <p:nvSpPr>
          <p:cNvPr id="144" name="Arrow"/>
          <p:cNvSpPr/>
          <p:nvPr/>
        </p:nvSpPr>
        <p:spPr>
          <a:xfrm rot="5400000">
            <a:off x="10297788" y="8055964"/>
            <a:ext cx="911079" cy="218620"/>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45" name="Arrow"/>
          <p:cNvSpPr/>
          <p:nvPr/>
        </p:nvSpPr>
        <p:spPr>
          <a:xfrm rot="16200000">
            <a:off x="7983580" y="6522798"/>
            <a:ext cx="911079" cy="218620"/>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46" name="Arrow"/>
          <p:cNvSpPr/>
          <p:nvPr/>
        </p:nvSpPr>
        <p:spPr>
          <a:xfrm rot="5400000">
            <a:off x="5656996" y="8055964"/>
            <a:ext cx="911080" cy="218620"/>
          </a:xfrm>
          <a:prstGeom prst="rightArrow">
            <a:avLst>
              <a:gd name="adj1" fmla="val 50000"/>
              <a:gd name="adj2"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47" name="Shape"/>
          <p:cNvSpPr/>
          <p:nvPr/>
        </p:nvSpPr>
        <p:spPr>
          <a:xfrm>
            <a:off x="7523464" y="4277901"/>
            <a:ext cx="1805401"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243646"/>
          </a:solidFill>
          <a:ln w="127000">
            <a:solidFill>
              <a:srgbClr val="243646"/>
            </a:solidFill>
            <a:miter lim="400000"/>
          </a:ln>
        </p:spPr>
        <p:txBody>
          <a:bodyPr lIns="109727" tIns="109727" rIns="109727" bIns="109727"/>
          <a:lstStyle/>
          <a:p>
            <a:endParaRPr/>
          </a:p>
        </p:txBody>
      </p:sp>
      <p:sp>
        <p:nvSpPr>
          <p:cNvPr id="148" name="Shape"/>
          <p:cNvSpPr/>
          <p:nvPr/>
        </p:nvSpPr>
        <p:spPr>
          <a:xfrm>
            <a:off x="12842119" y="4852130"/>
            <a:ext cx="481719" cy="655131"/>
          </a:xfrm>
          <a:custGeom>
            <a:avLst/>
            <a:gdLst/>
            <a:ahLst/>
            <a:cxnLst>
              <a:cxn ang="0">
                <a:pos x="wd2" y="hd2"/>
              </a:cxn>
              <a:cxn ang="5400000">
                <a:pos x="wd2" y="hd2"/>
              </a:cxn>
              <a:cxn ang="10800000">
                <a:pos x="wd2" y="hd2"/>
              </a:cxn>
              <a:cxn ang="16200000">
                <a:pos x="wd2" y="hd2"/>
              </a:cxn>
            </a:cxnLst>
            <a:rect l="0" t="0" r="r" b="b"/>
            <a:pathLst>
              <a:path w="21600" h="21600" extrusionOk="0">
                <a:moveTo>
                  <a:pt x="21600" y="10695"/>
                </a:moveTo>
                <a:cubicBezTo>
                  <a:pt x="0" y="10695"/>
                  <a:pt x="0" y="10695"/>
                  <a:pt x="0" y="10695"/>
                </a:cubicBezTo>
                <a:cubicBezTo>
                  <a:pt x="0" y="21600"/>
                  <a:pt x="0" y="21600"/>
                  <a:pt x="0" y="21600"/>
                </a:cubicBezTo>
                <a:cubicBezTo>
                  <a:pt x="21600" y="21600"/>
                  <a:pt x="21600" y="21600"/>
                  <a:pt x="21600" y="21600"/>
                </a:cubicBezTo>
                <a:lnTo>
                  <a:pt x="21600" y="10695"/>
                </a:lnTo>
                <a:close/>
                <a:moveTo>
                  <a:pt x="18097" y="13212"/>
                </a:moveTo>
                <a:cubicBezTo>
                  <a:pt x="18097" y="19083"/>
                  <a:pt x="18097" y="19083"/>
                  <a:pt x="18097" y="19083"/>
                </a:cubicBezTo>
                <a:cubicBezTo>
                  <a:pt x="3503" y="19083"/>
                  <a:pt x="3503" y="19083"/>
                  <a:pt x="3503" y="19083"/>
                </a:cubicBezTo>
                <a:cubicBezTo>
                  <a:pt x="3503" y="13212"/>
                  <a:pt x="3503" y="13212"/>
                  <a:pt x="3503" y="13212"/>
                </a:cubicBezTo>
                <a:lnTo>
                  <a:pt x="18097" y="13212"/>
                </a:lnTo>
                <a:close/>
                <a:moveTo>
                  <a:pt x="2627" y="9017"/>
                </a:moveTo>
                <a:cubicBezTo>
                  <a:pt x="2627" y="5872"/>
                  <a:pt x="2627" y="5872"/>
                  <a:pt x="2627" y="5872"/>
                </a:cubicBezTo>
                <a:cubicBezTo>
                  <a:pt x="2627" y="2726"/>
                  <a:pt x="6422" y="0"/>
                  <a:pt x="10800" y="0"/>
                </a:cubicBezTo>
                <a:cubicBezTo>
                  <a:pt x="15178" y="0"/>
                  <a:pt x="18973" y="2726"/>
                  <a:pt x="18973" y="5872"/>
                </a:cubicBezTo>
                <a:cubicBezTo>
                  <a:pt x="18973" y="9017"/>
                  <a:pt x="18973" y="9017"/>
                  <a:pt x="18973" y="9017"/>
                </a:cubicBezTo>
                <a:cubicBezTo>
                  <a:pt x="15178" y="9017"/>
                  <a:pt x="15178" y="9017"/>
                  <a:pt x="15178" y="9017"/>
                </a:cubicBezTo>
                <a:cubicBezTo>
                  <a:pt x="15178" y="5872"/>
                  <a:pt x="15178" y="5872"/>
                  <a:pt x="15178" y="5872"/>
                </a:cubicBezTo>
                <a:cubicBezTo>
                  <a:pt x="15178" y="3984"/>
                  <a:pt x="13135" y="2726"/>
                  <a:pt x="10800" y="2726"/>
                </a:cubicBezTo>
                <a:cubicBezTo>
                  <a:pt x="8465" y="2726"/>
                  <a:pt x="6422" y="3984"/>
                  <a:pt x="6422" y="5872"/>
                </a:cubicBezTo>
                <a:cubicBezTo>
                  <a:pt x="6422" y="9017"/>
                  <a:pt x="6422" y="9017"/>
                  <a:pt x="6422" y="9017"/>
                </a:cubicBezTo>
                <a:lnTo>
                  <a:pt x="2627" y="9017"/>
                </a:lnTo>
                <a:close/>
              </a:path>
            </a:pathLst>
          </a:custGeom>
          <a:solidFill>
            <a:schemeClr val="accent3">
              <a:lumOff val="25098"/>
            </a:schemeClr>
          </a:solidFill>
          <a:ln w="12700">
            <a:miter lim="400000"/>
          </a:ln>
        </p:spPr>
        <p:txBody>
          <a:bodyPr lIns="109727" tIns="109727" rIns="109727" bIns="109727"/>
          <a:lstStyle/>
          <a:p>
            <a:endParaRPr/>
          </a:p>
        </p:txBody>
      </p:sp>
      <p:sp>
        <p:nvSpPr>
          <p:cNvPr id="149" name="Shape"/>
          <p:cNvSpPr/>
          <p:nvPr/>
        </p:nvSpPr>
        <p:spPr>
          <a:xfrm>
            <a:off x="10405687" y="9286027"/>
            <a:ext cx="674406" cy="674406"/>
          </a:xfrm>
          <a:custGeom>
            <a:avLst/>
            <a:gdLst/>
            <a:ahLst/>
            <a:cxnLst>
              <a:cxn ang="0">
                <a:pos x="wd2" y="hd2"/>
              </a:cxn>
              <a:cxn ang="5400000">
                <a:pos x="wd2" y="hd2"/>
              </a:cxn>
              <a:cxn ang="10800000">
                <a:pos x="wd2" y="hd2"/>
              </a:cxn>
              <a:cxn ang="16200000">
                <a:pos x="wd2" y="hd2"/>
              </a:cxn>
            </a:cxnLst>
            <a:rect l="0" t="0" r="r" b="b"/>
            <a:pathLst>
              <a:path w="21600" h="21600" extrusionOk="0">
                <a:moveTo>
                  <a:pt x="15938" y="10905"/>
                </a:moveTo>
                <a:cubicBezTo>
                  <a:pt x="15938" y="8179"/>
                  <a:pt x="13631" y="5872"/>
                  <a:pt x="10905" y="5872"/>
                </a:cubicBezTo>
                <a:cubicBezTo>
                  <a:pt x="8179" y="5872"/>
                  <a:pt x="5872" y="8179"/>
                  <a:pt x="5872" y="10905"/>
                </a:cubicBezTo>
                <a:cubicBezTo>
                  <a:pt x="5872" y="13631"/>
                  <a:pt x="8179" y="15938"/>
                  <a:pt x="10905" y="15938"/>
                </a:cubicBezTo>
                <a:cubicBezTo>
                  <a:pt x="13631" y="15938"/>
                  <a:pt x="15938" y="13631"/>
                  <a:pt x="15938" y="10905"/>
                </a:cubicBezTo>
                <a:close/>
                <a:moveTo>
                  <a:pt x="21600" y="9437"/>
                </a:moveTo>
                <a:cubicBezTo>
                  <a:pt x="21600" y="12373"/>
                  <a:pt x="21600" y="12373"/>
                  <a:pt x="21600" y="12373"/>
                </a:cubicBezTo>
                <a:cubicBezTo>
                  <a:pt x="20132" y="12792"/>
                  <a:pt x="20132" y="12792"/>
                  <a:pt x="20132" y="12792"/>
                </a:cubicBezTo>
                <a:cubicBezTo>
                  <a:pt x="19503" y="13212"/>
                  <a:pt x="19083" y="13631"/>
                  <a:pt x="18664" y="14050"/>
                </a:cubicBezTo>
                <a:cubicBezTo>
                  <a:pt x="18664" y="14260"/>
                  <a:pt x="18664" y="14260"/>
                  <a:pt x="18664" y="14260"/>
                </a:cubicBezTo>
                <a:cubicBezTo>
                  <a:pt x="18454" y="14680"/>
                  <a:pt x="18454" y="15309"/>
                  <a:pt x="18874" y="15938"/>
                </a:cubicBezTo>
                <a:cubicBezTo>
                  <a:pt x="19503" y="17406"/>
                  <a:pt x="19503" y="17406"/>
                  <a:pt x="19503" y="17406"/>
                </a:cubicBezTo>
                <a:cubicBezTo>
                  <a:pt x="17406" y="19503"/>
                  <a:pt x="17406" y="19503"/>
                  <a:pt x="17406" y="19503"/>
                </a:cubicBezTo>
                <a:cubicBezTo>
                  <a:pt x="15938" y="18874"/>
                  <a:pt x="15938" y="18874"/>
                  <a:pt x="15938" y="18874"/>
                </a:cubicBezTo>
                <a:cubicBezTo>
                  <a:pt x="15309" y="18454"/>
                  <a:pt x="14680" y="18454"/>
                  <a:pt x="14050" y="18874"/>
                </a:cubicBezTo>
                <a:cubicBezTo>
                  <a:pt x="14050" y="18874"/>
                  <a:pt x="14050" y="18874"/>
                  <a:pt x="14050" y="18874"/>
                </a:cubicBezTo>
                <a:cubicBezTo>
                  <a:pt x="13631" y="19083"/>
                  <a:pt x="13002" y="19503"/>
                  <a:pt x="12792" y="20132"/>
                </a:cubicBezTo>
                <a:cubicBezTo>
                  <a:pt x="12373" y="21600"/>
                  <a:pt x="12373" y="21600"/>
                  <a:pt x="12373" y="21600"/>
                </a:cubicBezTo>
                <a:cubicBezTo>
                  <a:pt x="9437" y="21600"/>
                  <a:pt x="9437" y="21600"/>
                  <a:pt x="9437" y="21600"/>
                </a:cubicBezTo>
                <a:cubicBezTo>
                  <a:pt x="8808" y="20132"/>
                  <a:pt x="8808" y="20132"/>
                  <a:pt x="8808" y="20132"/>
                </a:cubicBezTo>
                <a:cubicBezTo>
                  <a:pt x="8598" y="19503"/>
                  <a:pt x="8179" y="19083"/>
                  <a:pt x="7550" y="18874"/>
                </a:cubicBezTo>
                <a:cubicBezTo>
                  <a:pt x="7550" y="18874"/>
                  <a:pt x="7550" y="18874"/>
                  <a:pt x="7550" y="18874"/>
                </a:cubicBezTo>
                <a:cubicBezTo>
                  <a:pt x="6920" y="18454"/>
                  <a:pt x="6291" y="18454"/>
                  <a:pt x="5662" y="18874"/>
                </a:cubicBezTo>
                <a:cubicBezTo>
                  <a:pt x="4194" y="19503"/>
                  <a:pt x="4194" y="19503"/>
                  <a:pt x="4194" y="19503"/>
                </a:cubicBezTo>
                <a:cubicBezTo>
                  <a:pt x="2097" y="17406"/>
                  <a:pt x="2097" y="17406"/>
                  <a:pt x="2097" y="17406"/>
                </a:cubicBezTo>
                <a:cubicBezTo>
                  <a:pt x="2936" y="15938"/>
                  <a:pt x="2936" y="15938"/>
                  <a:pt x="2936" y="15938"/>
                </a:cubicBezTo>
                <a:cubicBezTo>
                  <a:pt x="3146" y="15309"/>
                  <a:pt x="3146" y="14680"/>
                  <a:pt x="2936" y="14050"/>
                </a:cubicBezTo>
                <a:cubicBezTo>
                  <a:pt x="2936" y="14050"/>
                  <a:pt x="2936" y="14050"/>
                  <a:pt x="2936" y="14050"/>
                </a:cubicBezTo>
                <a:cubicBezTo>
                  <a:pt x="2726" y="13631"/>
                  <a:pt x="2307" y="13212"/>
                  <a:pt x="1678" y="12792"/>
                </a:cubicBezTo>
                <a:cubicBezTo>
                  <a:pt x="0" y="12373"/>
                  <a:pt x="0" y="12373"/>
                  <a:pt x="0" y="12373"/>
                </a:cubicBezTo>
                <a:cubicBezTo>
                  <a:pt x="0" y="9437"/>
                  <a:pt x="0" y="9437"/>
                  <a:pt x="0" y="9437"/>
                </a:cubicBezTo>
                <a:cubicBezTo>
                  <a:pt x="1678" y="8808"/>
                  <a:pt x="1678" y="8808"/>
                  <a:pt x="1678" y="8808"/>
                </a:cubicBezTo>
                <a:cubicBezTo>
                  <a:pt x="2307" y="8598"/>
                  <a:pt x="2726" y="8179"/>
                  <a:pt x="2936" y="7550"/>
                </a:cubicBezTo>
                <a:cubicBezTo>
                  <a:pt x="2936" y="7550"/>
                  <a:pt x="2936" y="7550"/>
                  <a:pt x="2936" y="7550"/>
                </a:cubicBezTo>
                <a:cubicBezTo>
                  <a:pt x="3146" y="6920"/>
                  <a:pt x="3146" y="6291"/>
                  <a:pt x="2936" y="5872"/>
                </a:cubicBezTo>
                <a:cubicBezTo>
                  <a:pt x="2097" y="4194"/>
                  <a:pt x="2097" y="4194"/>
                  <a:pt x="2097" y="4194"/>
                </a:cubicBezTo>
                <a:cubicBezTo>
                  <a:pt x="4194" y="2307"/>
                  <a:pt x="4194" y="2307"/>
                  <a:pt x="4194" y="2307"/>
                </a:cubicBezTo>
                <a:cubicBezTo>
                  <a:pt x="5662" y="2936"/>
                  <a:pt x="5662" y="2936"/>
                  <a:pt x="5662" y="2936"/>
                </a:cubicBezTo>
                <a:cubicBezTo>
                  <a:pt x="6291" y="3146"/>
                  <a:pt x="6920" y="3146"/>
                  <a:pt x="7550" y="2936"/>
                </a:cubicBezTo>
                <a:cubicBezTo>
                  <a:pt x="7550" y="2936"/>
                  <a:pt x="7550" y="2936"/>
                  <a:pt x="7550" y="2936"/>
                </a:cubicBezTo>
                <a:cubicBezTo>
                  <a:pt x="8179" y="2726"/>
                  <a:pt x="8598" y="2307"/>
                  <a:pt x="8808" y="1678"/>
                </a:cubicBezTo>
                <a:cubicBezTo>
                  <a:pt x="9437" y="0"/>
                  <a:pt x="9437" y="0"/>
                  <a:pt x="9437" y="0"/>
                </a:cubicBezTo>
                <a:cubicBezTo>
                  <a:pt x="12373" y="0"/>
                  <a:pt x="12373" y="0"/>
                  <a:pt x="12373" y="0"/>
                </a:cubicBezTo>
                <a:cubicBezTo>
                  <a:pt x="12792" y="1678"/>
                  <a:pt x="12792" y="1678"/>
                  <a:pt x="12792" y="1678"/>
                </a:cubicBezTo>
                <a:cubicBezTo>
                  <a:pt x="13002" y="2307"/>
                  <a:pt x="13631" y="2726"/>
                  <a:pt x="14050" y="2936"/>
                </a:cubicBezTo>
                <a:cubicBezTo>
                  <a:pt x="14050" y="2936"/>
                  <a:pt x="14050" y="2936"/>
                  <a:pt x="14050" y="2936"/>
                </a:cubicBezTo>
                <a:cubicBezTo>
                  <a:pt x="14680" y="3146"/>
                  <a:pt x="15309" y="3146"/>
                  <a:pt x="15938" y="2936"/>
                </a:cubicBezTo>
                <a:cubicBezTo>
                  <a:pt x="17406" y="2307"/>
                  <a:pt x="17406" y="2307"/>
                  <a:pt x="17406" y="2307"/>
                </a:cubicBezTo>
                <a:cubicBezTo>
                  <a:pt x="19503" y="4194"/>
                  <a:pt x="19503" y="4194"/>
                  <a:pt x="19503" y="4194"/>
                </a:cubicBezTo>
                <a:cubicBezTo>
                  <a:pt x="18874" y="5872"/>
                  <a:pt x="18874" y="5872"/>
                  <a:pt x="18874" y="5872"/>
                </a:cubicBezTo>
                <a:cubicBezTo>
                  <a:pt x="18454" y="6291"/>
                  <a:pt x="18454" y="6920"/>
                  <a:pt x="18664" y="7550"/>
                </a:cubicBezTo>
                <a:cubicBezTo>
                  <a:pt x="18664" y="7550"/>
                  <a:pt x="18664" y="7550"/>
                  <a:pt x="18664" y="7550"/>
                </a:cubicBezTo>
                <a:cubicBezTo>
                  <a:pt x="19083" y="8179"/>
                  <a:pt x="19503" y="8598"/>
                  <a:pt x="20132" y="8808"/>
                </a:cubicBezTo>
                <a:lnTo>
                  <a:pt x="21600" y="9437"/>
                </a:lnTo>
                <a:close/>
                <a:moveTo>
                  <a:pt x="13841" y="10905"/>
                </a:moveTo>
                <a:cubicBezTo>
                  <a:pt x="13841" y="12583"/>
                  <a:pt x="12373" y="13841"/>
                  <a:pt x="10905" y="13841"/>
                </a:cubicBezTo>
                <a:cubicBezTo>
                  <a:pt x="9227" y="13841"/>
                  <a:pt x="7969" y="12583"/>
                  <a:pt x="7969" y="10905"/>
                </a:cubicBezTo>
                <a:cubicBezTo>
                  <a:pt x="7969" y="9227"/>
                  <a:pt x="9227" y="7969"/>
                  <a:pt x="10905" y="7969"/>
                </a:cubicBezTo>
                <a:cubicBezTo>
                  <a:pt x="12373" y="7969"/>
                  <a:pt x="13841" y="9227"/>
                  <a:pt x="13841" y="10905"/>
                </a:cubicBezTo>
                <a:close/>
              </a:path>
            </a:pathLst>
          </a:custGeom>
          <a:solidFill>
            <a:schemeClr val="accent3">
              <a:lumOff val="25098"/>
            </a:schemeClr>
          </a:solidFill>
          <a:ln w="12700">
            <a:miter lim="400000"/>
          </a:ln>
        </p:spPr>
        <p:txBody>
          <a:bodyPr lIns="109727" tIns="109727" rIns="109727" bIns="109727"/>
          <a:lstStyle/>
          <a:p>
            <a:endParaRPr/>
          </a:p>
        </p:txBody>
      </p:sp>
      <p:sp>
        <p:nvSpPr>
          <p:cNvPr id="150" name="Shape"/>
          <p:cNvSpPr/>
          <p:nvPr/>
        </p:nvSpPr>
        <p:spPr>
          <a:xfrm>
            <a:off x="17365498" y="4849818"/>
            <a:ext cx="655131" cy="676715"/>
          </a:xfrm>
          <a:custGeom>
            <a:avLst/>
            <a:gdLst/>
            <a:ahLst/>
            <a:cxnLst>
              <a:cxn ang="0">
                <a:pos x="wd2" y="hd2"/>
              </a:cxn>
              <a:cxn ang="5400000">
                <a:pos x="wd2" y="hd2"/>
              </a:cxn>
              <a:cxn ang="10800000">
                <a:pos x="wd2" y="hd2"/>
              </a:cxn>
              <a:cxn ang="16200000">
                <a:pos x="wd2" y="hd2"/>
              </a:cxn>
            </a:cxnLst>
            <a:rect l="0" t="0" r="r" b="b"/>
            <a:pathLst>
              <a:path w="21600" h="21072" extrusionOk="0">
                <a:moveTo>
                  <a:pt x="15120" y="2936"/>
                </a:moveTo>
                <a:cubicBezTo>
                  <a:pt x="15552" y="2121"/>
                  <a:pt x="16632" y="1917"/>
                  <a:pt x="17280" y="2325"/>
                </a:cubicBezTo>
                <a:cubicBezTo>
                  <a:pt x="18144" y="2732"/>
                  <a:pt x="18360" y="3751"/>
                  <a:pt x="17928" y="4363"/>
                </a:cubicBezTo>
                <a:cubicBezTo>
                  <a:pt x="17496" y="5178"/>
                  <a:pt x="16632" y="5381"/>
                  <a:pt x="15768" y="4974"/>
                </a:cubicBezTo>
                <a:cubicBezTo>
                  <a:pt x="14904" y="4566"/>
                  <a:pt x="14688" y="3547"/>
                  <a:pt x="15120" y="2936"/>
                </a:cubicBezTo>
                <a:close/>
                <a:moveTo>
                  <a:pt x="14472" y="9253"/>
                </a:moveTo>
                <a:cubicBezTo>
                  <a:pt x="15984" y="6808"/>
                  <a:pt x="18360" y="7827"/>
                  <a:pt x="19872" y="5381"/>
                </a:cubicBezTo>
                <a:cubicBezTo>
                  <a:pt x="20952" y="3751"/>
                  <a:pt x="20304" y="1510"/>
                  <a:pt x="18576" y="491"/>
                </a:cubicBezTo>
                <a:cubicBezTo>
                  <a:pt x="16632" y="-528"/>
                  <a:pt x="14256" y="83"/>
                  <a:pt x="13176" y="1917"/>
                </a:cubicBezTo>
                <a:cubicBezTo>
                  <a:pt x="11664" y="4159"/>
                  <a:pt x="14040" y="5789"/>
                  <a:pt x="12312" y="8234"/>
                </a:cubicBezTo>
                <a:cubicBezTo>
                  <a:pt x="7128" y="16997"/>
                  <a:pt x="7128" y="16997"/>
                  <a:pt x="7128" y="16997"/>
                </a:cubicBezTo>
                <a:cubicBezTo>
                  <a:pt x="5400" y="15570"/>
                  <a:pt x="4320" y="13532"/>
                  <a:pt x="3888" y="11087"/>
                </a:cubicBezTo>
                <a:cubicBezTo>
                  <a:pt x="5832" y="11087"/>
                  <a:pt x="5832" y="11087"/>
                  <a:pt x="5832" y="11087"/>
                </a:cubicBezTo>
                <a:cubicBezTo>
                  <a:pt x="2808" y="6197"/>
                  <a:pt x="2808" y="6197"/>
                  <a:pt x="2808" y="6197"/>
                </a:cubicBezTo>
                <a:cubicBezTo>
                  <a:pt x="0" y="11087"/>
                  <a:pt x="0" y="11087"/>
                  <a:pt x="0" y="11087"/>
                </a:cubicBezTo>
                <a:cubicBezTo>
                  <a:pt x="1728" y="11087"/>
                  <a:pt x="1728" y="11087"/>
                  <a:pt x="1728" y="11087"/>
                </a:cubicBezTo>
                <a:cubicBezTo>
                  <a:pt x="1944" y="14755"/>
                  <a:pt x="3888" y="17812"/>
                  <a:pt x="6912" y="19442"/>
                </a:cubicBezTo>
                <a:cubicBezTo>
                  <a:pt x="9072" y="20664"/>
                  <a:pt x="11664" y="20868"/>
                  <a:pt x="14256" y="20461"/>
                </a:cubicBezTo>
                <a:cubicBezTo>
                  <a:pt x="13824" y="19849"/>
                  <a:pt x="13392" y="19238"/>
                  <a:pt x="13392" y="18423"/>
                </a:cubicBezTo>
                <a:cubicBezTo>
                  <a:pt x="11880" y="18627"/>
                  <a:pt x="10368" y="18627"/>
                  <a:pt x="9072" y="18015"/>
                </a:cubicBezTo>
                <a:lnTo>
                  <a:pt x="14472" y="9253"/>
                </a:lnTo>
                <a:close/>
                <a:moveTo>
                  <a:pt x="18576" y="15570"/>
                </a:moveTo>
                <a:cubicBezTo>
                  <a:pt x="17928" y="16589"/>
                  <a:pt x="16632" y="16385"/>
                  <a:pt x="17280" y="14959"/>
                </a:cubicBezTo>
                <a:cubicBezTo>
                  <a:pt x="17712" y="14347"/>
                  <a:pt x="17928" y="13940"/>
                  <a:pt x="18144" y="13532"/>
                </a:cubicBezTo>
                <a:cubicBezTo>
                  <a:pt x="18576" y="13940"/>
                  <a:pt x="18792" y="14755"/>
                  <a:pt x="18576" y="15570"/>
                </a:cubicBezTo>
                <a:close/>
                <a:moveTo>
                  <a:pt x="18144" y="11495"/>
                </a:moveTo>
                <a:cubicBezTo>
                  <a:pt x="16200" y="14347"/>
                  <a:pt x="14904" y="16181"/>
                  <a:pt x="14904" y="17812"/>
                </a:cubicBezTo>
                <a:cubicBezTo>
                  <a:pt x="14904" y="19646"/>
                  <a:pt x="16416" y="21072"/>
                  <a:pt x="18144" y="21072"/>
                </a:cubicBezTo>
                <a:cubicBezTo>
                  <a:pt x="20088" y="21072"/>
                  <a:pt x="21600" y="19646"/>
                  <a:pt x="21600" y="17812"/>
                </a:cubicBezTo>
                <a:cubicBezTo>
                  <a:pt x="21600" y="16181"/>
                  <a:pt x="20304" y="14347"/>
                  <a:pt x="18144" y="11495"/>
                </a:cubicBezTo>
                <a:close/>
              </a:path>
            </a:pathLst>
          </a:custGeom>
          <a:solidFill>
            <a:schemeClr val="accent3">
              <a:lumOff val="25098"/>
            </a:schemeClr>
          </a:solidFill>
          <a:ln w="25400">
            <a:miter lim="400000"/>
          </a:ln>
        </p:spPr>
        <p:txBody>
          <a:bodyPr lIns="109727" tIns="109727" rIns="109727" bIns="109727"/>
          <a:lstStyle/>
          <a:p>
            <a:endParaRPr/>
          </a:p>
        </p:txBody>
      </p:sp>
      <p:sp>
        <p:nvSpPr>
          <p:cNvPr id="151" name="Shape"/>
          <p:cNvSpPr/>
          <p:nvPr/>
        </p:nvSpPr>
        <p:spPr>
          <a:xfrm>
            <a:off x="8148064" y="4852130"/>
            <a:ext cx="556201" cy="648908"/>
          </a:xfrm>
          <a:custGeom>
            <a:avLst/>
            <a:gdLst/>
            <a:ahLst/>
            <a:cxnLst>
              <a:cxn ang="0">
                <a:pos x="wd2" y="hd2"/>
              </a:cxn>
              <a:cxn ang="5400000">
                <a:pos x="wd2" y="hd2"/>
              </a:cxn>
              <a:cxn ang="10800000">
                <a:pos x="wd2" y="hd2"/>
              </a:cxn>
              <a:cxn ang="16200000">
                <a:pos x="wd2" y="hd2"/>
              </a:cxn>
            </a:cxnLst>
            <a:rect l="0" t="0" r="r" b="b"/>
            <a:pathLst>
              <a:path w="21600" h="21600" extrusionOk="0">
                <a:moveTo>
                  <a:pt x="5155" y="11953"/>
                </a:moveTo>
                <a:cubicBezTo>
                  <a:pt x="6136" y="11115"/>
                  <a:pt x="6136" y="11115"/>
                  <a:pt x="6136" y="11115"/>
                </a:cubicBezTo>
                <a:cubicBezTo>
                  <a:pt x="7364" y="11744"/>
                  <a:pt x="8100" y="12163"/>
                  <a:pt x="9327" y="12792"/>
                </a:cubicBezTo>
                <a:cubicBezTo>
                  <a:pt x="11782" y="10485"/>
                  <a:pt x="13500" y="9227"/>
                  <a:pt x="16445" y="7550"/>
                </a:cubicBezTo>
                <a:cubicBezTo>
                  <a:pt x="16936" y="8179"/>
                  <a:pt x="16936" y="8179"/>
                  <a:pt x="16936" y="8179"/>
                </a:cubicBezTo>
                <a:cubicBezTo>
                  <a:pt x="14236" y="10066"/>
                  <a:pt x="12518" y="12163"/>
                  <a:pt x="9818" y="16357"/>
                </a:cubicBezTo>
                <a:cubicBezTo>
                  <a:pt x="8100" y="14680"/>
                  <a:pt x="7118" y="13631"/>
                  <a:pt x="5155" y="11953"/>
                </a:cubicBezTo>
                <a:close/>
                <a:moveTo>
                  <a:pt x="19145" y="19503"/>
                </a:moveTo>
                <a:cubicBezTo>
                  <a:pt x="2455" y="19503"/>
                  <a:pt x="2455" y="19503"/>
                  <a:pt x="2455" y="19503"/>
                </a:cubicBezTo>
                <a:cubicBezTo>
                  <a:pt x="2455" y="3775"/>
                  <a:pt x="2455" y="3775"/>
                  <a:pt x="2455" y="3775"/>
                </a:cubicBezTo>
                <a:cubicBezTo>
                  <a:pt x="6136" y="3775"/>
                  <a:pt x="6136" y="3775"/>
                  <a:pt x="6136" y="3775"/>
                </a:cubicBezTo>
                <a:cubicBezTo>
                  <a:pt x="7855" y="5243"/>
                  <a:pt x="7855" y="5243"/>
                  <a:pt x="7855" y="5243"/>
                </a:cubicBezTo>
                <a:cubicBezTo>
                  <a:pt x="13991" y="5243"/>
                  <a:pt x="13991" y="5243"/>
                  <a:pt x="13991" y="5243"/>
                </a:cubicBezTo>
                <a:cubicBezTo>
                  <a:pt x="15464" y="3775"/>
                  <a:pt x="15464" y="3775"/>
                  <a:pt x="15464" y="3775"/>
                </a:cubicBezTo>
                <a:cubicBezTo>
                  <a:pt x="19145" y="3775"/>
                  <a:pt x="19145" y="3775"/>
                  <a:pt x="19145" y="3775"/>
                </a:cubicBezTo>
                <a:lnTo>
                  <a:pt x="19145" y="19503"/>
                </a:lnTo>
                <a:close/>
                <a:moveTo>
                  <a:pt x="17918" y="1678"/>
                </a:moveTo>
                <a:cubicBezTo>
                  <a:pt x="17427" y="1678"/>
                  <a:pt x="16936" y="1468"/>
                  <a:pt x="16445" y="1258"/>
                </a:cubicBezTo>
                <a:cubicBezTo>
                  <a:pt x="15218" y="0"/>
                  <a:pt x="15218" y="0"/>
                  <a:pt x="15218" y="0"/>
                </a:cubicBezTo>
                <a:cubicBezTo>
                  <a:pt x="6382" y="0"/>
                  <a:pt x="6382" y="0"/>
                  <a:pt x="6382" y="0"/>
                </a:cubicBezTo>
                <a:cubicBezTo>
                  <a:pt x="5155" y="1258"/>
                  <a:pt x="5155" y="1258"/>
                  <a:pt x="5155" y="1258"/>
                </a:cubicBezTo>
                <a:cubicBezTo>
                  <a:pt x="4664" y="1468"/>
                  <a:pt x="4173" y="1678"/>
                  <a:pt x="3682" y="1678"/>
                </a:cubicBezTo>
                <a:cubicBezTo>
                  <a:pt x="0" y="1678"/>
                  <a:pt x="0" y="1678"/>
                  <a:pt x="0" y="1678"/>
                </a:cubicBezTo>
                <a:cubicBezTo>
                  <a:pt x="0" y="21600"/>
                  <a:pt x="0" y="21600"/>
                  <a:pt x="0" y="21600"/>
                </a:cubicBezTo>
                <a:cubicBezTo>
                  <a:pt x="21600" y="21600"/>
                  <a:pt x="21600" y="21600"/>
                  <a:pt x="21600" y="21600"/>
                </a:cubicBezTo>
                <a:cubicBezTo>
                  <a:pt x="21600" y="1678"/>
                  <a:pt x="21600" y="1678"/>
                  <a:pt x="21600" y="1678"/>
                </a:cubicBezTo>
                <a:lnTo>
                  <a:pt x="17918" y="1678"/>
                </a:lnTo>
                <a:close/>
              </a:path>
            </a:pathLst>
          </a:custGeom>
          <a:solidFill>
            <a:schemeClr val="accent3">
              <a:lumOff val="25098"/>
            </a:schemeClr>
          </a:solidFill>
          <a:ln w="12700">
            <a:miter lim="400000"/>
          </a:ln>
        </p:spPr>
        <p:txBody>
          <a:bodyPr lIns="109727" tIns="109727" rIns="109727" bIns="109727"/>
          <a:lstStyle/>
          <a:p>
            <a:endParaRPr/>
          </a:p>
        </p:txBody>
      </p:sp>
      <p:sp>
        <p:nvSpPr>
          <p:cNvPr id="152" name="Shape"/>
          <p:cNvSpPr/>
          <p:nvPr/>
        </p:nvSpPr>
        <p:spPr>
          <a:xfrm>
            <a:off x="5784986" y="9366263"/>
            <a:ext cx="648908" cy="574751"/>
          </a:xfrm>
          <a:custGeom>
            <a:avLst/>
            <a:gdLst/>
            <a:ahLst/>
            <a:cxnLst>
              <a:cxn ang="0">
                <a:pos x="wd2" y="hd2"/>
              </a:cxn>
              <a:cxn ang="5400000">
                <a:pos x="wd2" y="hd2"/>
              </a:cxn>
              <a:cxn ang="10800000">
                <a:pos x="wd2" y="hd2"/>
              </a:cxn>
              <a:cxn ang="16200000">
                <a:pos x="wd2" y="hd2"/>
              </a:cxn>
            </a:cxnLst>
            <a:rect l="0" t="0" r="r" b="b"/>
            <a:pathLst>
              <a:path w="21600" h="21600" extrusionOk="0">
                <a:moveTo>
                  <a:pt x="10695" y="20176"/>
                </a:moveTo>
                <a:cubicBezTo>
                  <a:pt x="9227" y="21600"/>
                  <a:pt x="9227" y="21600"/>
                  <a:pt x="9227" y="21600"/>
                </a:cubicBezTo>
                <a:cubicBezTo>
                  <a:pt x="0" y="11156"/>
                  <a:pt x="0" y="11156"/>
                  <a:pt x="0" y="11156"/>
                </a:cubicBezTo>
                <a:cubicBezTo>
                  <a:pt x="0" y="2848"/>
                  <a:pt x="0" y="2848"/>
                  <a:pt x="0" y="2848"/>
                </a:cubicBezTo>
                <a:cubicBezTo>
                  <a:pt x="1887" y="2848"/>
                  <a:pt x="1887" y="2848"/>
                  <a:pt x="1887" y="2848"/>
                </a:cubicBezTo>
                <a:cubicBezTo>
                  <a:pt x="1887" y="9969"/>
                  <a:pt x="1887" y="9969"/>
                  <a:pt x="1887" y="9969"/>
                </a:cubicBezTo>
                <a:lnTo>
                  <a:pt x="10695" y="20176"/>
                </a:lnTo>
                <a:close/>
                <a:moveTo>
                  <a:pt x="9017" y="6409"/>
                </a:moveTo>
                <a:cubicBezTo>
                  <a:pt x="8388" y="7121"/>
                  <a:pt x="7550" y="7121"/>
                  <a:pt x="6920" y="6409"/>
                </a:cubicBezTo>
                <a:cubicBezTo>
                  <a:pt x="6291" y="5697"/>
                  <a:pt x="6291" y="4747"/>
                  <a:pt x="6920" y="4035"/>
                </a:cubicBezTo>
                <a:cubicBezTo>
                  <a:pt x="7550" y="3560"/>
                  <a:pt x="8388" y="3560"/>
                  <a:pt x="9017" y="4035"/>
                </a:cubicBezTo>
                <a:cubicBezTo>
                  <a:pt x="9437" y="4747"/>
                  <a:pt x="9437" y="5697"/>
                  <a:pt x="9017" y="6409"/>
                </a:cubicBezTo>
                <a:close/>
                <a:moveTo>
                  <a:pt x="11534" y="0"/>
                </a:moveTo>
                <a:cubicBezTo>
                  <a:pt x="3355" y="0"/>
                  <a:pt x="3355" y="0"/>
                  <a:pt x="3355" y="0"/>
                </a:cubicBezTo>
                <a:cubicBezTo>
                  <a:pt x="3355" y="9257"/>
                  <a:pt x="3355" y="9257"/>
                  <a:pt x="3355" y="9257"/>
                </a:cubicBezTo>
                <a:cubicBezTo>
                  <a:pt x="13421" y="20651"/>
                  <a:pt x="13421" y="20651"/>
                  <a:pt x="13421" y="20651"/>
                </a:cubicBezTo>
                <a:cubicBezTo>
                  <a:pt x="21600" y="11393"/>
                  <a:pt x="21600" y="11393"/>
                  <a:pt x="21600" y="11393"/>
                </a:cubicBezTo>
                <a:lnTo>
                  <a:pt x="11534" y="0"/>
                </a:lnTo>
                <a:close/>
                <a:moveTo>
                  <a:pt x="10695" y="2374"/>
                </a:moveTo>
                <a:cubicBezTo>
                  <a:pt x="18874" y="11393"/>
                  <a:pt x="18874" y="11393"/>
                  <a:pt x="18874" y="11393"/>
                </a:cubicBezTo>
                <a:cubicBezTo>
                  <a:pt x="13421" y="17565"/>
                  <a:pt x="13421" y="17565"/>
                  <a:pt x="13421" y="17565"/>
                </a:cubicBezTo>
                <a:cubicBezTo>
                  <a:pt x="5243" y="8308"/>
                  <a:pt x="5243" y="8308"/>
                  <a:pt x="5243" y="8308"/>
                </a:cubicBezTo>
                <a:cubicBezTo>
                  <a:pt x="5243" y="2374"/>
                  <a:pt x="5243" y="2374"/>
                  <a:pt x="5243" y="2374"/>
                </a:cubicBezTo>
                <a:lnTo>
                  <a:pt x="10695" y="2374"/>
                </a:lnTo>
                <a:close/>
              </a:path>
            </a:pathLst>
          </a:custGeom>
          <a:solidFill>
            <a:schemeClr val="accent3">
              <a:lumOff val="25098"/>
            </a:schemeClr>
          </a:solidFill>
          <a:ln w="12700">
            <a:miter lim="400000"/>
          </a:ln>
        </p:spPr>
        <p:txBody>
          <a:bodyPr lIns="109727" tIns="109727" rIns="109727" bIns="109727"/>
          <a:lstStyle/>
          <a:p>
            <a:endParaRPr/>
          </a:p>
        </p:txBody>
      </p:sp>
      <p:sp>
        <p:nvSpPr>
          <p:cNvPr id="153" name="Shape"/>
          <p:cNvSpPr/>
          <p:nvPr/>
        </p:nvSpPr>
        <p:spPr>
          <a:xfrm>
            <a:off x="15150765" y="9310651"/>
            <a:ext cx="512949" cy="630363"/>
          </a:xfrm>
          <a:custGeom>
            <a:avLst/>
            <a:gdLst/>
            <a:ahLst/>
            <a:cxnLst>
              <a:cxn ang="0">
                <a:pos x="wd2" y="hd2"/>
              </a:cxn>
              <a:cxn ang="5400000">
                <a:pos x="wd2" y="hd2"/>
              </a:cxn>
              <a:cxn ang="10800000">
                <a:pos x="wd2" y="hd2"/>
              </a:cxn>
              <a:cxn ang="16200000">
                <a:pos x="wd2" y="hd2"/>
              </a:cxn>
            </a:cxnLst>
            <a:rect l="0" t="0" r="r" b="b"/>
            <a:pathLst>
              <a:path w="19277" h="21600" extrusionOk="0">
                <a:moveTo>
                  <a:pt x="3483" y="21600"/>
                </a:moveTo>
                <a:cubicBezTo>
                  <a:pt x="4180" y="20971"/>
                  <a:pt x="4180" y="20971"/>
                  <a:pt x="4180" y="20971"/>
                </a:cubicBezTo>
                <a:cubicBezTo>
                  <a:pt x="5574" y="19922"/>
                  <a:pt x="7432" y="19922"/>
                  <a:pt x="8825" y="20971"/>
                </a:cubicBezTo>
                <a:cubicBezTo>
                  <a:pt x="9754" y="21600"/>
                  <a:pt x="9754" y="21600"/>
                  <a:pt x="9754" y="21600"/>
                </a:cubicBezTo>
                <a:cubicBezTo>
                  <a:pt x="13238" y="21600"/>
                  <a:pt x="13238" y="21600"/>
                  <a:pt x="13238" y="21600"/>
                </a:cubicBezTo>
                <a:cubicBezTo>
                  <a:pt x="6503" y="16148"/>
                  <a:pt x="6503" y="16148"/>
                  <a:pt x="6503" y="16148"/>
                </a:cubicBezTo>
                <a:cubicBezTo>
                  <a:pt x="0" y="21600"/>
                  <a:pt x="0" y="21600"/>
                  <a:pt x="0" y="21600"/>
                </a:cubicBezTo>
                <a:lnTo>
                  <a:pt x="3483" y="21600"/>
                </a:lnTo>
                <a:close/>
                <a:moveTo>
                  <a:pt x="19277" y="14680"/>
                </a:moveTo>
                <a:cubicBezTo>
                  <a:pt x="8129" y="19503"/>
                  <a:pt x="-2323" y="10066"/>
                  <a:pt x="3019" y="0"/>
                </a:cubicBezTo>
                <a:cubicBezTo>
                  <a:pt x="8593" y="5033"/>
                  <a:pt x="8593" y="5033"/>
                  <a:pt x="8593" y="5033"/>
                </a:cubicBezTo>
                <a:cubicBezTo>
                  <a:pt x="6735" y="6082"/>
                  <a:pt x="6735" y="6082"/>
                  <a:pt x="6735" y="6082"/>
                </a:cubicBezTo>
                <a:cubicBezTo>
                  <a:pt x="4180" y="3775"/>
                  <a:pt x="4180" y="3775"/>
                  <a:pt x="4180" y="3775"/>
                </a:cubicBezTo>
                <a:cubicBezTo>
                  <a:pt x="2787" y="9856"/>
                  <a:pt x="8361" y="14680"/>
                  <a:pt x="15096" y="13631"/>
                </a:cubicBezTo>
                <a:cubicBezTo>
                  <a:pt x="12542" y="11324"/>
                  <a:pt x="12542" y="11324"/>
                  <a:pt x="12542" y="11324"/>
                </a:cubicBezTo>
                <a:cubicBezTo>
                  <a:pt x="13703" y="9437"/>
                  <a:pt x="13703" y="9437"/>
                  <a:pt x="13703" y="9437"/>
                </a:cubicBezTo>
                <a:lnTo>
                  <a:pt x="19277" y="14680"/>
                </a:lnTo>
                <a:close/>
                <a:moveTo>
                  <a:pt x="10683" y="10066"/>
                </a:moveTo>
                <a:cubicBezTo>
                  <a:pt x="13703" y="5872"/>
                  <a:pt x="13703" y="5872"/>
                  <a:pt x="13703" y="5872"/>
                </a:cubicBezTo>
                <a:cubicBezTo>
                  <a:pt x="13703" y="5662"/>
                  <a:pt x="14167" y="5452"/>
                  <a:pt x="14400" y="5452"/>
                </a:cubicBezTo>
                <a:cubicBezTo>
                  <a:pt x="14864" y="5452"/>
                  <a:pt x="15561" y="5452"/>
                  <a:pt x="15793" y="5033"/>
                </a:cubicBezTo>
                <a:cubicBezTo>
                  <a:pt x="16258" y="4404"/>
                  <a:pt x="16258" y="3565"/>
                  <a:pt x="15561" y="3146"/>
                </a:cubicBezTo>
                <a:cubicBezTo>
                  <a:pt x="14864" y="2726"/>
                  <a:pt x="13935" y="2726"/>
                  <a:pt x="13471" y="3355"/>
                </a:cubicBezTo>
                <a:cubicBezTo>
                  <a:pt x="13238" y="3565"/>
                  <a:pt x="13238" y="3984"/>
                  <a:pt x="13238" y="4404"/>
                </a:cubicBezTo>
                <a:cubicBezTo>
                  <a:pt x="13238" y="4614"/>
                  <a:pt x="13006" y="4823"/>
                  <a:pt x="12774" y="5033"/>
                </a:cubicBezTo>
                <a:cubicBezTo>
                  <a:pt x="8129" y="7759"/>
                  <a:pt x="8129" y="7759"/>
                  <a:pt x="8129" y="7759"/>
                </a:cubicBezTo>
                <a:lnTo>
                  <a:pt x="10683" y="10066"/>
                </a:lnTo>
                <a:close/>
              </a:path>
            </a:pathLst>
          </a:custGeom>
          <a:solidFill>
            <a:schemeClr val="accent3">
              <a:lumOff val="25098"/>
            </a:schemeClr>
          </a:solidFill>
          <a:ln w="25400">
            <a:miter lim="400000"/>
          </a:ln>
        </p:spPr>
        <p:txBody>
          <a:bodyPr lIns="109727" tIns="109727" rIns="109727" bIns="109727"/>
          <a:lstStyle/>
          <a:p>
            <a:endParaRPr/>
          </a:p>
        </p:txBody>
      </p:sp>
      <p:sp>
        <p:nvSpPr>
          <p:cNvPr id="154" name="Q1"/>
          <p:cNvSpPr txBox="1"/>
          <p:nvPr/>
        </p:nvSpPr>
        <p:spPr>
          <a:xfrm>
            <a:off x="5819116" y="64758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dirty="0">
                <a:latin typeface="PT Sans Narrow" charset="-52"/>
                <a:ea typeface="PT Sans Narrow" charset="-52"/>
                <a:cs typeface="PT Sans Narrow" charset="-52"/>
              </a:rPr>
              <a:t>Q1</a:t>
            </a:r>
          </a:p>
        </p:txBody>
      </p:sp>
      <p:sp>
        <p:nvSpPr>
          <p:cNvPr id="155" name="Q2"/>
          <p:cNvSpPr txBox="1"/>
          <p:nvPr/>
        </p:nvSpPr>
        <p:spPr>
          <a:xfrm>
            <a:off x="8136470" y="76662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a:latin typeface="PT Sans Narrow" charset="-52"/>
                <a:ea typeface="PT Sans Narrow" charset="-52"/>
                <a:cs typeface="PT Sans Narrow" charset="-52"/>
              </a:rPr>
              <a:t>Q2</a:t>
            </a:r>
          </a:p>
        </p:txBody>
      </p:sp>
      <p:sp>
        <p:nvSpPr>
          <p:cNvPr id="156" name="Q3"/>
          <p:cNvSpPr txBox="1"/>
          <p:nvPr/>
        </p:nvSpPr>
        <p:spPr>
          <a:xfrm>
            <a:off x="10477606" y="64758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a:latin typeface="PT Sans Narrow" charset="-52"/>
                <a:ea typeface="PT Sans Narrow" charset="-52"/>
                <a:cs typeface="PT Sans Narrow" charset="-52"/>
              </a:rPr>
              <a:t>Q3</a:t>
            </a:r>
          </a:p>
        </p:txBody>
      </p:sp>
      <p:sp>
        <p:nvSpPr>
          <p:cNvPr id="157" name="Q4"/>
          <p:cNvSpPr txBox="1"/>
          <p:nvPr/>
        </p:nvSpPr>
        <p:spPr>
          <a:xfrm>
            <a:off x="12748483" y="76662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a:latin typeface="PT Sans Narrow" charset="-52"/>
                <a:ea typeface="PT Sans Narrow" charset="-52"/>
                <a:cs typeface="PT Sans Narrow" charset="-52"/>
              </a:rPr>
              <a:t>Q4</a:t>
            </a:r>
          </a:p>
        </p:txBody>
      </p:sp>
      <p:sp>
        <p:nvSpPr>
          <p:cNvPr id="158" name="Q1"/>
          <p:cNvSpPr txBox="1"/>
          <p:nvPr/>
        </p:nvSpPr>
        <p:spPr>
          <a:xfrm>
            <a:off x="15063438" y="64758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a:latin typeface="PT Sans Narrow" charset="-52"/>
                <a:ea typeface="PT Sans Narrow" charset="-52"/>
                <a:cs typeface="PT Sans Narrow" charset="-52"/>
              </a:rPr>
              <a:t>Q1</a:t>
            </a:r>
          </a:p>
        </p:txBody>
      </p:sp>
      <p:sp>
        <p:nvSpPr>
          <p:cNvPr id="159" name="Q2"/>
          <p:cNvSpPr txBox="1"/>
          <p:nvPr/>
        </p:nvSpPr>
        <p:spPr>
          <a:xfrm>
            <a:off x="17388618" y="7666214"/>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Heavy"/>
                <a:ea typeface="Avenir Heavy"/>
                <a:cs typeface="Avenir Heavy"/>
                <a:sym typeface="Avenir Heavy"/>
              </a:defRPr>
            </a:lvl1pPr>
          </a:lstStyle>
          <a:p>
            <a:pPr>
              <a:defRPr sz="3200"/>
            </a:pPr>
            <a:r>
              <a:rPr sz="2800">
                <a:latin typeface="PT Sans Narrow" charset="-52"/>
                <a:ea typeface="PT Sans Narrow" charset="-52"/>
                <a:cs typeface="PT Sans Narrow" charset="-52"/>
              </a:rPr>
              <a:t>Q2</a:t>
            </a:r>
          </a:p>
        </p:txBody>
      </p:sp>
      <p:sp>
        <p:nvSpPr>
          <p:cNvPr id="160" name="Beatae vitae dicta sunt explicabo"/>
          <p:cNvSpPr txBox="1"/>
          <p:nvPr/>
        </p:nvSpPr>
        <p:spPr>
          <a:xfrm>
            <a:off x="4671436" y="4629599"/>
            <a:ext cx="2745836"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r">
              <a:defRPr sz="2100">
                <a:solidFill>
                  <a:srgbClr val="535353"/>
                </a:solidFill>
                <a:latin typeface="+mj-lt"/>
                <a:ea typeface="+mj-ea"/>
                <a:cs typeface="+mj-cs"/>
                <a:sym typeface="Helvetica"/>
              </a:defRPr>
            </a:lvl1pPr>
          </a:lstStyle>
          <a:p>
            <a:r>
              <a:rPr dirty="0">
                <a:latin typeface="Helvetica Light" charset="0"/>
                <a:ea typeface="Helvetica Light" charset="0"/>
                <a:cs typeface="Helvetica Light" charset="0"/>
              </a:rPr>
              <a:t>Beatae vitae dicta sunt explicabo</a:t>
            </a:r>
          </a:p>
        </p:txBody>
      </p:sp>
      <p:sp>
        <p:nvSpPr>
          <p:cNvPr id="161" name="Beatae vitae dicta sunt explicabo"/>
          <p:cNvSpPr txBox="1"/>
          <p:nvPr/>
        </p:nvSpPr>
        <p:spPr>
          <a:xfrm>
            <a:off x="9314567" y="4629599"/>
            <a:ext cx="2745837"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r">
              <a:defRPr sz="2100">
                <a:solidFill>
                  <a:srgbClr val="535353"/>
                </a:solidFill>
                <a:latin typeface="+mj-lt"/>
                <a:ea typeface="+mj-ea"/>
                <a:cs typeface="+mj-cs"/>
                <a:sym typeface="Helvetica"/>
              </a:defRPr>
            </a:lvl1pPr>
          </a:lstStyle>
          <a:p>
            <a:r>
              <a:rPr dirty="0">
                <a:latin typeface="Helvetica Light" charset="0"/>
                <a:ea typeface="Helvetica Light" charset="0"/>
                <a:cs typeface="Helvetica Light" charset="0"/>
              </a:rPr>
              <a:t>Beatae vitae dicta sunt explicabo</a:t>
            </a:r>
          </a:p>
        </p:txBody>
      </p:sp>
      <p:sp>
        <p:nvSpPr>
          <p:cNvPr id="162" name="Beatae vitae dicta sunt explicabo"/>
          <p:cNvSpPr txBox="1"/>
          <p:nvPr/>
        </p:nvSpPr>
        <p:spPr>
          <a:xfrm>
            <a:off x="13957419" y="4629599"/>
            <a:ext cx="2725737"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r">
              <a:defRPr sz="2100">
                <a:solidFill>
                  <a:srgbClr val="535353"/>
                </a:solidFill>
                <a:latin typeface="+mj-lt"/>
                <a:ea typeface="+mj-ea"/>
                <a:cs typeface="+mj-cs"/>
                <a:sym typeface="Helvetica"/>
              </a:defRPr>
            </a:lvl1pPr>
          </a:lstStyle>
          <a:p>
            <a:r>
              <a:rPr dirty="0">
                <a:latin typeface="Helvetica Light" charset="0"/>
                <a:ea typeface="Helvetica Light" charset="0"/>
                <a:cs typeface="Helvetica Light" charset="0"/>
              </a:rPr>
              <a:t>Beatae vitae dicta sunt explicabo</a:t>
            </a:r>
          </a:p>
        </p:txBody>
      </p:sp>
      <p:sp>
        <p:nvSpPr>
          <p:cNvPr id="163" name="Beatae vitae dicta sunt explicabo"/>
          <p:cNvSpPr txBox="1"/>
          <p:nvPr/>
        </p:nvSpPr>
        <p:spPr>
          <a:xfrm>
            <a:off x="7110244" y="9085334"/>
            <a:ext cx="2596741"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100">
                <a:solidFill>
                  <a:srgbClr val="535353"/>
                </a:solidFill>
                <a:latin typeface="+mj-lt"/>
                <a:ea typeface="+mj-ea"/>
                <a:cs typeface="+mj-cs"/>
                <a:sym typeface="Helvetica"/>
              </a:defRPr>
            </a:lvl1pPr>
          </a:lstStyle>
          <a:p>
            <a:r>
              <a:rPr>
                <a:latin typeface="Helvetica Light" charset="0"/>
                <a:ea typeface="Helvetica Light" charset="0"/>
                <a:cs typeface="Helvetica Light" charset="0"/>
              </a:rPr>
              <a:t>Beatae vitae dicta sunt explicabo</a:t>
            </a:r>
          </a:p>
        </p:txBody>
      </p:sp>
      <p:sp>
        <p:nvSpPr>
          <p:cNvPr id="164" name="Beatae vitae dicta sunt explicabo"/>
          <p:cNvSpPr txBox="1"/>
          <p:nvPr/>
        </p:nvSpPr>
        <p:spPr>
          <a:xfrm>
            <a:off x="11746979" y="9085334"/>
            <a:ext cx="2596741"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100">
                <a:solidFill>
                  <a:srgbClr val="535353"/>
                </a:solidFill>
                <a:latin typeface="+mj-lt"/>
                <a:ea typeface="+mj-ea"/>
                <a:cs typeface="+mj-cs"/>
                <a:sym typeface="Helvetica"/>
              </a:defRPr>
            </a:lvl1pPr>
          </a:lstStyle>
          <a:p>
            <a:r>
              <a:rPr>
                <a:latin typeface="Helvetica Light" charset="0"/>
                <a:ea typeface="Helvetica Light" charset="0"/>
                <a:cs typeface="Helvetica Light" charset="0"/>
              </a:rPr>
              <a:t>Beatae vitae dicta sunt explicabo</a:t>
            </a:r>
          </a:p>
        </p:txBody>
      </p:sp>
      <p:sp>
        <p:nvSpPr>
          <p:cNvPr id="165" name="Beatae vitae dicta sunt explicabo"/>
          <p:cNvSpPr txBox="1"/>
          <p:nvPr/>
        </p:nvSpPr>
        <p:spPr>
          <a:xfrm>
            <a:off x="16414990" y="9085334"/>
            <a:ext cx="2596741" cy="867928"/>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defRPr sz="2100">
                <a:solidFill>
                  <a:srgbClr val="535353"/>
                </a:solidFill>
                <a:latin typeface="+mj-lt"/>
                <a:ea typeface="+mj-ea"/>
                <a:cs typeface="+mj-cs"/>
                <a:sym typeface="Helvetica"/>
              </a:defRPr>
            </a:lvl1pPr>
          </a:lstStyle>
          <a:p>
            <a:r>
              <a:rPr>
                <a:latin typeface="Helvetica Light" charset="0"/>
                <a:ea typeface="Helvetica Light" charset="0"/>
                <a:cs typeface="Helvetica Light" charset="0"/>
              </a:rPr>
              <a:t>Beatae vitae dicta sunt explicabo</a:t>
            </a:r>
          </a:p>
        </p:txBody>
      </p:sp>
      <p:sp>
        <p:nvSpPr>
          <p:cNvPr id="166" name="Shape"/>
          <p:cNvSpPr/>
          <p:nvPr/>
        </p:nvSpPr>
        <p:spPr>
          <a:xfrm rot="5400000">
            <a:off x="8286141" y="6219715"/>
            <a:ext cx="430551" cy="234543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883"/>
                  <a:pt x="0" y="1921"/>
                </a:cubicBezTo>
                <a:cubicBezTo>
                  <a:pt x="0" y="21600"/>
                  <a:pt x="0" y="21600"/>
                  <a:pt x="0" y="21600"/>
                </a:cubicBezTo>
                <a:cubicBezTo>
                  <a:pt x="0" y="20510"/>
                  <a:pt x="4962" y="19679"/>
                  <a:pt x="10800" y="19679"/>
                </a:cubicBezTo>
                <a:cubicBezTo>
                  <a:pt x="16930" y="19679"/>
                  <a:pt x="21600" y="20510"/>
                  <a:pt x="21600" y="21600"/>
                </a:cubicBezTo>
                <a:cubicBezTo>
                  <a:pt x="21600" y="1921"/>
                  <a:pt x="21600" y="1921"/>
                  <a:pt x="21600" y="1921"/>
                </a:cubicBezTo>
                <a:cubicBezTo>
                  <a:pt x="21600" y="883"/>
                  <a:pt x="16930" y="0"/>
                  <a:pt x="10800" y="0"/>
                </a:cubicBezTo>
                <a:close/>
                <a:moveTo>
                  <a:pt x="10800" y="4310"/>
                </a:moveTo>
                <a:cubicBezTo>
                  <a:pt x="7589" y="4310"/>
                  <a:pt x="4962" y="3842"/>
                  <a:pt x="4962" y="3271"/>
                </a:cubicBezTo>
                <a:cubicBezTo>
                  <a:pt x="4962" y="2700"/>
                  <a:pt x="7589" y="2233"/>
                  <a:pt x="10800" y="2233"/>
                </a:cubicBezTo>
                <a:cubicBezTo>
                  <a:pt x="14011" y="2233"/>
                  <a:pt x="16638" y="2700"/>
                  <a:pt x="16638" y="3271"/>
                </a:cubicBezTo>
                <a:cubicBezTo>
                  <a:pt x="16638" y="3842"/>
                  <a:pt x="14011" y="4310"/>
                  <a:pt x="10800" y="4310"/>
                </a:cubicBezTo>
                <a:close/>
              </a:path>
            </a:pathLst>
          </a:custGeom>
          <a:solidFill>
            <a:schemeClr val="accent3">
              <a:lumOff val="25098"/>
            </a:schemeClr>
          </a:solidFill>
          <a:ln w="12700">
            <a:miter lim="400000"/>
          </a:ln>
        </p:spPr>
        <p:txBody>
          <a:bodyPr lIns="109727" tIns="109727" rIns="109727" bIns="109727"/>
          <a:lstStyle/>
          <a:p>
            <a:endParaRPr/>
          </a:p>
        </p:txBody>
      </p:sp>
      <p:sp>
        <p:nvSpPr>
          <p:cNvPr id="167" name="Shape"/>
          <p:cNvSpPr/>
          <p:nvPr/>
        </p:nvSpPr>
        <p:spPr>
          <a:xfrm rot="5400000">
            <a:off x="5903745" y="6131702"/>
            <a:ext cx="430551" cy="252145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773"/>
                  <a:pt x="0" y="1788"/>
                </a:cubicBezTo>
                <a:cubicBezTo>
                  <a:pt x="0" y="19812"/>
                  <a:pt x="0" y="19812"/>
                  <a:pt x="0" y="19812"/>
                </a:cubicBezTo>
                <a:cubicBezTo>
                  <a:pt x="0" y="20827"/>
                  <a:pt x="4962" y="21600"/>
                  <a:pt x="10800" y="21600"/>
                </a:cubicBezTo>
                <a:cubicBezTo>
                  <a:pt x="16930" y="21600"/>
                  <a:pt x="21600" y="20827"/>
                  <a:pt x="21600" y="19812"/>
                </a:cubicBezTo>
                <a:cubicBezTo>
                  <a:pt x="21600" y="1788"/>
                  <a:pt x="21600" y="1788"/>
                  <a:pt x="21600" y="1788"/>
                </a:cubicBezTo>
                <a:cubicBezTo>
                  <a:pt x="21600" y="773"/>
                  <a:pt x="16930" y="0"/>
                  <a:pt x="10800" y="0"/>
                </a:cubicBezTo>
                <a:close/>
                <a:moveTo>
                  <a:pt x="10800" y="4107"/>
                </a:moveTo>
                <a:cubicBezTo>
                  <a:pt x="7589" y="4107"/>
                  <a:pt x="4962" y="3672"/>
                  <a:pt x="4962" y="3141"/>
                </a:cubicBezTo>
                <a:cubicBezTo>
                  <a:pt x="4962" y="2609"/>
                  <a:pt x="7589" y="2223"/>
                  <a:pt x="10800" y="2223"/>
                </a:cubicBezTo>
                <a:cubicBezTo>
                  <a:pt x="14011" y="2223"/>
                  <a:pt x="16638" y="2609"/>
                  <a:pt x="16638" y="3141"/>
                </a:cubicBezTo>
                <a:cubicBezTo>
                  <a:pt x="16638" y="3672"/>
                  <a:pt x="14011" y="4107"/>
                  <a:pt x="10800" y="4107"/>
                </a:cubicBezTo>
                <a:close/>
              </a:path>
            </a:pathLst>
          </a:custGeom>
          <a:solidFill>
            <a:schemeClr val="accent3">
              <a:lumOff val="25098"/>
            </a:schemeClr>
          </a:solidFill>
          <a:ln w="12700">
            <a:miter lim="400000"/>
          </a:ln>
        </p:spPr>
        <p:txBody>
          <a:bodyPr lIns="109727" tIns="109727" rIns="109727" bIns="109727"/>
          <a:lstStyle/>
          <a:p>
            <a:endParaRPr/>
          </a:p>
        </p:txBody>
      </p:sp>
      <p:sp>
        <p:nvSpPr>
          <p:cNvPr id="168" name="Shape"/>
          <p:cNvSpPr/>
          <p:nvPr/>
        </p:nvSpPr>
        <p:spPr>
          <a:xfrm rot="5400000">
            <a:off x="10580524" y="6219715"/>
            <a:ext cx="430552" cy="234543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883"/>
                  <a:pt x="0" y="1921"/>
                </a:cubicBezTo>
                <a:cubicBezTo>
                  <a:pt x="0" y="21600"/>
                  <a:pt x="0" y="21600"/>
                  <a:pt x="0" y="21600"/>
                </a:cubicBezTo>
                <a:cubicBezTo>
                  <a:pt x="0" y="20510"/>
                  <a:pt x="4962" y="19679"/>
                  <a:pt x="10800" y="19679"/>
                </a:cubicBezTo>
                <a:cubicBezTo>
                  <a:pt x="16930" y="19679"/>
                  <a:pt x="21600" y="20510"/>
                  <a:pt x="21600" y="21600"/>
                </a:cubicBezTo>
                <a:cubicBezTo>
                  <a:pt x="21600" y="1921"/>
                  <a:pt x="21600" y="1921"/>
                  <a:pt x="21600" y="1921"/>
                </a:cubicBezTo>
                <a:cubicBezTo>
                  <a:pt x="21600" y="883"/>
                  <a:pt x="16930" y="0"/>
                  <a:pt x="10800" y="0"/>
                </a:cubicBezTo>
                <a:close/>
                <a:moveTo>
                  <a:pt x="10800" y="4310"/>
                </a:moveTo>
                <a:cubicBezTo>
                  <a:pt x="7589" y="4310"/>
                  <a:pt x="4962" y="3842"/>
                  <a:pt x="4962" y="3271"/>
                </a:cubicBezTo>
                <a:cubicBezTo>
                  <a:pt x="4962" y="2700"/>
                  <a:pt x="7589" y="2233"/>
                  <a:pt x="10800" y="2233"/>
                </a:cubicBezTo>
                <a:cubicBezTo>
                  <a:pt x="14011" y="2233"/>
                  <a:pt x="16638" y="2700"/>
                  <a:pt x="16638" y="3271"/>
                </a:cubicBezTo>
                <a:cubicBezTo>
                  <a:pt x="16638" y="3842"/>
                  <a:pt x="14011" y="4310"/>
                  <a:pt x="10800" y="4310"/>
                </a:cubicBezTo>
                <a:close/>
              </a:path>
            </a:pathLst>
          </a:custGeom>
          <a:solidFill>
            <a:schemeClr val="accent3"/>
          </a:solidFill>
          <a:ln w="12700">
            <a:miter lim="400000"/>
          </a:ln>
        </p:spPr>
        <p:txBody>
          <a:bodyPr lIns="109727" tIns="109727" rIns="109727" bIns="109727"/>
          <a:lstStyle/>
          <a:p>
            <a:endParaRPr/>
          </a:p>
        </p:txBody>
      </p:sp>
      <p:sp>
        <p:nvSpPr>
          <p:cNvPr id="169" name="Shape"/>
          <p:cNvSpPr/>
          <p:nvPr/>
        </p:nvSpPr>
        <p:spPr>
          <a:xfrm rot="5400000">
            <a:off x="12874907" y="6219715"/>
            <a:ext cx="430552" cy="234543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883"/>
                  <a:pt x="0" y="1921"/>
                </a:cubicBezTo>
                <a:cubicBezTo>
                  <a:pt x="0" y="21600"/>
                  <a:pt x="0" y="21600"/>
                  <a:pt x="0" y="21600"/>
                </a:cubicBezTo>
                <a:cubicBezTo>
                  <a:pt x="0" y="20510"/>
                  <a:pt x="4962" y="19679"/>
                  <a:pt x="10800" y="19679"/>
                </a:cubicBezTo>
                <a:cubicBezTo>
                  <a:pt x="16930" y="19679"/>
                  <a:pt x="21600" y="20510"/>
                  <a:pt x="21600" y="21600"/>
                </a:cubicBezTo>
                <a:cubicBezTo>
                  <a:pt x="21600" y="1921"/>
                  <a:pt x="21600" y="1921"/>
                  <a:pt x="21600" y="1921"/>
                </a:cubicBezTo>
                <a:cubicBezTo>
                  <a:pt x="21600" y="883"/>
                  <a:pt x="16930" y="0"/>
                  <a:pt x="10800" y="0"/>
                </a:cubicBezTo>
                <a:close/>
                <a:moveTo>
                  <a:pt x="10800" y="4310"/>
                </a:moveTo>
                <a:cubicBezTo>
                  <a:pt x="7589" y="4310"/>
                  <a:pt x="4962" y="3842"/>
                  <a:pt x="4962" y="3271"/>
                </a:cubicBezTo>
                <a:cubicBezTo>
                  <a:pt x="4962" y="2700"/>
                  <a:pt x="7589" y="2233"/>
                  <a:pt x="10800" y="2233"/>
                </a:cubicBezTo>
                <a:cubicBezTo>
                  <a:pt x="14011" y="2233"/>
                  <a:pt x="16638" y="2700"/>
                  <a:pt x="16638" y="3271"/>
                </a:cubicBezTo>
                <a:cubicBezTo>
                  <a:pt x="16638" y="3842"/>
                  <a:pt x="14011" y="4310"/>
                  <a:pt x="10800" y="4310"/>
                </a:cubicBezTo>
                <a:close/>
              </a:path>
            </a:pathLst>
          </a:custGeom>
          <a:solidFill>
            <a:srgbClr val="535353"/>
          </a:solidFill>
          <a:ln w="12700">
            <a:miter lim="400000"/>
          </a:ln>
        </p:spPr>
        <p:txBody>
          <a:bodyPr lIns="109727" tIns="109727" rIns="109727" bIns="109727"/>
          <a:lstStyle/>
          <a:p>
            <a:endParaRPr/>
          </a:p>
        </p:txBody>
      </p:sp>
      <p:sp>
        <p:nvSpPr>
          <p:cNvPr id="170" name="Shape"/>
          <p:cNvSpPr/>
          <p:nvPr/>
        </p:nvSpPr>
        <p:spPr>
          <a:xfrm rot="5400000">
            <a:off x="15169291" y="6219715"/>
            <a:ext cx="430551" cy="234543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883"/>
                  <a:pt x="0" y="1921"/>
                </a:cubicBezTo>
                <a:cubicBezTo>
                  <a:pt x="0" y="21600"/>
                  <a:pt x="0" y="21600"/>
                  <a:pt x="0" y="21600"/>
                </a:cubicBezTo>
                <a:cubicBezTo>
                  <a:pt x="0" y="20510"/>
                  <a:pt x="4962" y="19679"/>
                  <a:pt x="10800" y="19679"/>
                </a:cubicBezTo>
                <a:cubicBezTo>
                  <a:pt x="16930" y="19679"/>
                  <a:pt x="21600" y="20510"/>
                  <a:pt x="21600" y="21600"/>
                </a:cubicBezTo>
                <a:cubicBezTo>
                  <a:pt x="21600" y="1921"/>
                  <a:pt x="21600" y="1921"/>
                  <a:pt x="21600" y="1921"/>
                </a:cubicBezTo>
                <a:cubicBezTo>
                  <a:pt x="21600" y="883"/>
                  <a:pt x="16930" y="0"/>
                  <a:pt x="10800" y="0"/>
                </a:cubicBezTo>
                <a:close/>
                <a:moveTo>
                  <a:pt x="10800" y="4310"/>
                </a:moveTo>
                <a:cubicBezTo>
                  <a:pt x="7589" y="4310"/>
                  <a:pt x="4962" y="3842"/>
                  <a:pt x="4962" y="3271"/>
                </a:cubicBezTo>
                <a:cubicBezTo>
                  <a:pt x="4962" y="2700"/>
                  <a:pt x="7589" y="2233"/>
                  <a:pt x="10800" y="2233"/>
                </a:cubicBezTo>
                <a:cubicBezTo>
                  <a:pt x="14011" y="2233"/>
                  <a:pt x="16638" y="2700"/>
                  <a:pt x="16638" y="3271"/>
                </a:cubicBezTo>
                <a:cubicBezTo>
                  <a:pt x="16638" y="3842"/>
                  <a:pt x="14011" y="4310"/>
                  <a:pt x="10800" y="4310"/>
                </a:cubicBezTo>
                <a:close/>
              </a:path>
            </a:pathLst>
          </a:custGeom>
          <a:solidFill>
            <a:srgbClr val="393939"/>
          </a:solidFill>
          <a:ln w="25400">
            <a:miter lim="400000"/>
          </a:ln>
        </p:spPr>
        <p:txBody>
          <a:bodyPr lIns="109727" tIns="109727" rIns="109727" bIns="109727"/>
          <a:lstStyle/>
          <a:p>
            <a:endParaRPr/>
          </a:p>
        </p:txBody>
      </p:sp>
      <p:sp>
        <p:nvSpPr>
          <p:cNvPr id="171" name="Shape"/>
          <p:cNvSpPr/>
          <p:nvPr/>
        </p:nvSpPr>
        <p:spPr>
          <a:xfrm rot="5400000">
            <a:off x="17463676" y="6219715"/>
            <a:ext cx="430552" cy="234543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962" y="0"/>
                  <a:pt x="0" y="883"/>
                  <a:pt x="0" y="1921"/>
                </a:cubicBezTo>
                <a:cubicBezTo>
                  <a:pt x="0" y="21600"/>
                  <a:pt x="0" y="21600"/>
                  <a:pt x="0" y="21600"/>
                </a:cubicBezTo>
                <a:cubicBezTo>
                  <a:pt x="0" y="20510"/>
                  <a:pt x="4962" y="19679"/>
                  <a:pt x="10800" y="19679"/>
                </a:cubicBezTo>
                <a:cubicBezTo>
                  <a:pt x="16930" y="19679"/>
                  <a:pt x="21600" y="20510"/>
                  <a:pt x="21600" y="21600"/>
                </a:cubicBezTo>
                <a:cubicBezTo>
                  <a:pt x="21600" y="1921"/>
                  <a:pt x="21600" y="1921"/>
                  <a:pt x="21600" y="1921"/>
                </a:cubicBezTo>
                <a:cubicBezTo>
                  <a:pt x="21600" y="883"/>
                  <a:pt x="16930" y="0"/>
                  <a:pt x="10800" y="0"/>
                </a:cubicBezTo>
                <a:close/>
                <a:moveTo>
                  <a:pt x="10800" y="4310"/>
                </a:moveTo>
                <a:cubicBezTo>
                  <a:pt x="7589" y="4310"/>
                  <a:pt x="4962" y="3842"/>
                  <a:pt x="4962" y="3271"/>
                </a:cubicBezTo>
                <a:cubicBezTo>
                  <a:pt x="4962" y="2700"/>
                  <a:pt x="7589" y="2233"/>
                  <a:pt x="10800" y="2233"/>
                </a:cubicBezTo>
                <a:cubicBezTo>
                  <a:pt x="14011" y="2233"/>
                  <a:pt x="16638" y="2700"/>
                  <a:pt x="16638" y="3271"/>
                </a:cubicBezTo>
                <a:cubicBezTo>
                  <a:pt x="16638" y="3842"/>
                  <a:pt x="14011" y="4310"/>
                  <a:pt x="10800" y="4310"/>
                </a:cubicBezTo>
                <a:close/>
              </a:path>
            </a:pathLst>
          </a:custGeom>
          <a:solidFill>
            <a:srgbClr val="333333"/>
          </a:solidFill>
          <a:ln w="25400">
            <a:miter lim="400000"/>
          </a:ln>
        </p:spPr>
        <p:txBody>
          <a:bodyPr lIns="109727" tIns="109727" rIns="109727" bIns="109727"/>
          <a:lstStyle/>
          <a:p>
            <a:endParaRPr/>
          </a:p>
        </p:txBody>
      </p:sp>
      <p:sp>
        <p:nvSpPr>
          <p:cNvPr id="172"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 </a:t>
            </a:r>
            <a:r>
              <a:rPr b="1" dirty="0">
                <a:solidFill>
                  <a:srgbClr val="243646"/>
                </a:solidFill>
                <a:latin typeface="PT Sans Narrow" charset="-52"/>
                <a:ea typeface="PT Sans Narrow" charset="-52"/>
                <a:cs typeface="PT Sans Narrow" charset="-52"/>
                <a:sym typeface="Avenir Heavy"/>
              </a:rPr>
              <a:t>Roadmap</a:t>
            </a:r>
          </a:p>
        </p:txBody>
      </p:sp>
      <p:sp>
        <p:nvSpPr>
          <p:cNvPr id="173"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174" name="Shape"/>
          <p:cNvSpPr/>
          <p:nvPr/>
        </p:nvSpPr>
        <p:spPr>
          <a:xfrm>
            <a:off x="12187483" y="4254221"/>
            <a:ext cx="1805401"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243646"/>
          </a:solidFill>
          <a:ln w="127000">
            <a:solidFill>
              <a:srgbClr val="243646"/>
            </a:solidFill>
            <a:miter lim="400000"/>
          </a:ln>
        </p:spPr>
        <p:txBody>
          <a:bodyPr lIns="109727" tIns="109727" rIns="109727" bIns="109727"/>
          <a:lstStyle/>
          <a:p>
            <a:endParaRPr/>
          </a:p>
        </p:txBody>
      </p:sp>
      <p:sp>
        <p:nvSpPr>
          <p:cNvPr id="175" name="Shape"/>
          <p:cNvSpPr/>
          <p:nvPr/>
        </p:nvSpPr>
        <p:spPr>
          <a:xfrm>
            <a:off x="16851501" y="4254221"/>
            <a:ext cx="1805401"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243646"/>
          </a:solidFill>
          <a:ln w="127000">
            <a:solidFill>
              <a:srgbClr val="243646"/>
            </a:solidFill>
            <a:miter lim="400000"/>
          </a:ln>
        </p:spPr>
        <p:txBody>
          <a:bodyPr lIns="109727" tIns="109727" rIns="109727" bIns="109727"/>
          <a:lstStyle/>
          <a:p>
            <a:endParaRPr/>
          </a:p>
        </p:txBody>
      </p:sp>
      <p:sp>
        <p:nvSpPr>
          <p:cNvPr id="176" name="Shape"/>
          <p:cNvSpPr/>
          <p:nvPr/>
        </p:nvSpPr>
        <p:spPr>
          <a:xfrm>
            <a:off x="5216320" y="8722113"/>
            <a:ext cx="1805401"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93825B"/>
          </a:solidFill>
          <a:ln w="127000">
            <a:solidFill>
              <a:srgbClr val="F86A37"/>
            </a:solidFill>
            <a:miter lim="400000"/>
          </a:ln>
        </p:spPr>
        <p:txBody>
          <a:bodyPr lIns="109727" tIns="109727" rIns="109727" bIns="109727"/>
          <a:lstStyle/>
          <a:p>
            <a:endParaRPr/>
          </a:p>
        </p:txBody>
      </p:sp>
      <p:sp>
        <p:nvSpPr>
          <p:cNvPr id="177" name="Shape"/>
          <p:cNvSpPr/>
          <p:nvPr/>
        </p:nvSpPr>
        <p:spPr>
          <a:xfrm>
            <a:off x="9840190" y="8722113"/>
            <a:ext cx="1805401"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93825B"/>
          </a:solidFill>
          <a:ln w="127000">
            <a:solidFill>
              <a:srgbClr val="F86A37"/>
            </a:solidFill>
            <a:miter lim="400000"/>
          </a:ln>
        </p:spPr>
        <p:txBody>
          <a:bodyPr lIns="109727" tIns="109727" rIns="109727" bIns="109727"/>
          <a:lstStyle/>
          <a:p>
            <a:endParaRPr/>
          </a:p>
        </p:txBody>
      </p:sp>
      <p:sp>
        <p:nvSpPr>
          <p:cNvPr id="178" name="Shape"/>
          <p:cNvSpPr/>
          <p:nvPr/>
        </p:nvSpPr>
        <p:spPr>
          <a:xfrm>
            <a:off x="14476472" y="8719510"/>
            <a:ext cx="1805402" cy="1807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93825B"/>
          </a:solidFill>
          <a:ln w="127000">
            <a:solidFill>
              <a:srgbClr val="F86A37"/>
            </a:solidFill>
            <a:miter lim="400000"/>
          </a:ln>
        </p:spPr>
        <p:txBody>
          <a:bodyPr lIns="109727" tIns="109727" rIns="109727" bIns="109727"/>
          <a:lstStyle/>
          <a:p>
            <a:endParaRPr/>
          </a:p>
        </p:txBody>
      </p:sp>
      <p:sp>
        <p:nvSpPr>
          <p:cNvPr id="179" name="Shape"/>
          <p:cNvSpPr/>
          <p:nvPr/>
        </p:nvSpPr>
        <p:spPr>
          <a:xfrm>
            <a:off x="18669534" y="7054070"/>
            <a:ext cx="1607597" cy="1875544"/>
          </a:xfrm>
          <a:custGeom>
            <a:avLst/>
            <a:gdLst/>
            <a:ahLst/>
            <a:cxnLst>
              <a:cxn ang="0">
                <a:pos x="wd2" y="hd2"/>
              </a:cxn>
              <a:cxn ang="5400000">
                <a:pos x="wd2" y="hd2"/>
              </a:cxn>
              <a:cxn ang="10800000">
                <a:pos x="wd2" y="hd2"/>
              </a:cxn>
              <a:cxn ang="16200000">
                <a:pos x="wd2" y="hd2"/>
              </a:cxn>
            </a:cxnLst>
            <a:rect l="0" t="0" r="r" b="b"/>
            <a:pathLst>
              <a:path w="21600" h="21600" extrusionOk="0">
                <a:moveTo>
                  <a:pt x="1440" y="21600"/>
                </a:moveTo>
                <a:lnTo>
                  <a:pt x="0" y="20983"/>
                </a:lnTo>
                <a:lnTo>
                  <a:pt x="6480" y="15429"/>
                </a:lnTo>
                <a:lnTo>
                  <a:pt x="7920" y="15429"/>
                </a:lnTo>
                <a:lnTo>
                  <a:pt x="1440" y="21600"/>
                </a:lnTo>
                <a:close/>
                <a:moveTo>
                  <a:pt x="5760" y="20983"/>
                </a:moveTo>
                <a:lnTo>
                  <a:pt x="4320" y="20366"/>
                </a:lnTo>
                <a:lnTo>
                  <a:pt x="7200" y="17897"/>
                </a:lnTo>
                <a:lnTo>
                  <a:pt x="8640" y="18514"/>
                </a:lnTo>
                <a:lnTo>
                  <a:pt x="5760" y="20983"/>
                </a:lnTo>
                <a:close/>
                <a:moveTo>
                  <a:pt x="2160" y="17280"/>
                </a:moveTo>
                <a:lnTo>
                  <a:pt x="720" y="16663"/>
                </a:lnTo>
                <a:lnTo>
                  <a:pt x="5760" y="12960"/>
                </a:lnTo>
                <a:lnTo>
                  <a:pt x="7200" y="12960"/>
                </a:lnTo>
                <a:lnTo>
                  <a:pt x="2160" y="17280"/>
                </a:lnTo>
                <a:close/>
                <a:moveTo>
                  <a:pt x="9360" y="16663"/>
                </a:moveTo>
                <a:lnTo>
                  <a:pt x="12240" y="13577"/>
                </a:lnTo>
                <a:lnTo>
                  <a:pt x="9360" y="11726"/>
                </a:lnTo>
                <a:lnTo>
                  <a:pt x="9360" y="16663"/>
                </a:lnTo>
                <a:close/>
                <a:moveTo>
                  <a:pt x="2160" y="8640"/>
                </a:moveTo>
                <a:lnTo>
                  <a:pt x="7920" y="9874"/>
                </a:lnTo>
                <a:lnTo>
                  <a:pt x="16560" y="4937"/>
                </a:lnTo>
                <a:lnTo>
                  <a:pt x="10080" y="10491"/>
                </a:lnTo>
                <a:lnTo>
                  <a:pt x="16560" y="16046"/>
                </a:lnTo>
                <a:lnTo>
                  <a:pt x="21600" y="0"/>
                </a:lnTo>
                <a:lnTo>
                  <a:pt x="2160" y="8640"/>
                </a:lnTo>
                <a:close/>
              </a:path>
            </a:pathLst>
          </a:custGeom>
          <a:solidFill>
            <a:srgbClr val="F86A37"/>
          </a:solidFill>
          <a:ln w="25400">
            <a:miter lim="400000"/>
          </a:ln>
        </p:spPr>
        <p:txBody>
          <a:bodyPr lIns="45719" rIns="45719" anchor="ctr"/>
          <a:lstStyle/>
          <a:p>
            <a:pPr>
              <a:defRPr sz="1400"/>
            </a:pPr>
            <a:endParaRPr/>
          </a:p>
        </p:txBody>
      </p:sp>
      <p:sp>
        <p:nvSpPr>
          <p:cNvPr id="50"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a:t>Instructional Design Central</a:t>
            </a:r>
            <a:r>
              <a:t>, </a:t>
            </a:r>
            <a:r>
              <a:rPr dirty="0"/>
              <a:t>LLC</a:t>
            </a:r>
          </a:p>
        </p:txBody>
      </p:sp>
      <p:pic>
        <p:nvPicPr>
          <p:cNvPr id="45" name="Picture 4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722580519"/>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18</a:t>
            </a:fld>
            <a:endParaRPr/>
          </a:p>
        </p:txBody>
      </p:sp>
      <p:sp>
        <p:nvSpPr>
          <p:cNvPr id="184" name="Shape"/>
          <p:cNvSpPr/>
          <p:nvPr/>
        </p:nvSpPr>
        <p:spPr>
          <a:xfrm>
            <a:off x="6170464"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chemeClr val="accent3">
              <a:lumOff val="25098"/>
            </a:schemeClr>
          </a:solidFill>
          <a:ln w="12700">
            <a:miter lim="400000"/>
          </a:ln>
        </p:spPr>
        <p:txBody>
          <a:bodyPr lIns="109727" tIns="109727" rIns="109727" bIns="109727"/>
          <a:lstStyle/>
          <a:p>
            <a:endParaRPr/>
          </a:p>
        </p:txBody>
      </p:sp>
      <p:sp>
        <p:nvSpPr>
          <p:cNvPr id="185" name="Shape"/>
          <p:cNvSpPr/>
          <p:nvPr/>
        </p:nvSpPr>
        <p:spPr>
          <a:xfrm>
            <a:off x="8077233"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chemeClr val="accent3">
              <a:lumOff val="25098"/>
            </a:schemeClr>
          </a:solidFill>
          <a:ln w="12700">
            <a:miter lim="400000"/>
          </a:ln>
        </p:spPr>
        <p:txBody>
          <a:bodyPr lIns="109727" tIns="109727" rIns="109727" bIns="109727"/>
          <a:lstStyle/>
          <a:p>
            <a:endParaRPr/>
          </a:p>
        </p:txBody>
      </p:sp>
      <p:sp>
        <p:nvSpPr>
          <p:cNvPr id="186" name="Shape"/>
          <p:cNvSpPr/>
          <p:nvPr/>
        </p:nvSpPr>
        <p:spPr>
          <a:xfrm>
            <a:off x="9966722"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chemeClr val="accent3"/>
          </a:solidFill>
          <a:ln w="12700">
            <a:miter lim="400000"/>
          </a:ln>
        </p:spPr>
        <p:txBody>
          <a:bodyPr lIns="109727" tIns="109727" rIns="109727" bIns="109727"/>
          <a:lstStyle/>
          <a:p>
            <a:endParaRPr/>
          </a:p>
        </p:txBody>
      </p:sp>
      <p:sp>
        <p:nvSpPr>
          <p:cNvPr id="187" name="Shape"/>
          <p:cNvSpPr/>
          <p:nvPr/>
        </p:nvSpPr>
        <p:spPr>
          <a:xfrm>
            <a:off x="11856211" y="8473540"/>
            <a:ext cx="2480962"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rgbClr val="F86A37"/>
          </a:solidFill>
          <a:ln w="12700">
            <a:miter lim="400000"/>
          </a:ln>
        </p:spPr>
        <p:txBody>
          <a:bodyPr lIns="109727" tIns="109727" rIns="109727" bIns="109727"/>
          <a:lstStyle/>
          <a:p>
            <a:endParaRPr/>
          </a:p>
        </p:txBody>
      </p:sp>
      <p:sp>
        <p:nvSpPr>
          <p:cNvPr id="188" name="Shape"/>
          <p:cNvSpPr/>
          <p:nvPr/>
        </p:nvSpPr>
        <p:spPr>
          <a:xfrm>
            <a:off x="13745698"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rgbClr val="F86A37"/>
          </a:solidFill>
          <a:ln w="12700">
            <a:miter lim="400000"/>
          </a:ln>
        </p:spPr>
        <p:txBody>
          <a:bodyPr lIns="109727" tIns="109727" rIns="109727" bIns="109727"/>
          <a:lstStyle/>
          <a:p>
            <a:endParaRPr/>
          </a:p>
        </p:txBody>
      </p:sp>
      <p:sp>
        <p:nvSpPr>
          <p:cNvPr id="189" name="Shape"/>
          <p:cNvSpPr/>
          <p:nvPr/>
        </p:nvSpPr>
        <p:spPr>
          <a:xfrm>
            <a:off x="15635188" y="8473540"/>
            <a:ext cx="2480962"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rgbClr val="243646"/>
          </a:solidFill>
          <a:ln w="25400">
            <a:miter lim="400000"/>
          </a:ln>
        </p:spPr>
        <p:txBody>
          <a:bodyPr lIns="109727" tIns="109727" rIns="109727" bIns="109727"/>
          <a:lstStyle/>
          <a:p>
            <a:endParaRPr/>
          </a:p>
        </p:txBody>
      </p:sp>
      <p:sp>
        <p:nvSpPr>
          <p:cNvPr id="190" name="Shape"/>
          <p:cNvSpPr/>
          <p:nvPr/>
        </p:nvSpPr>
        <p:spPr>
          <a:xfrm>
            <a:off x="17524677"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rgbClr val="243646"/>
          </a:solidFill>
          <a:ln w="25400">
            <a:miter lim="400000"/>
          </a:ln>
        </p:spPr>
        <p:txBody>
          <a:bodyPr lIns="109727" tIns="109727" rIns="109727" bIns="109727"/>
          <a:lstStyle/>
          <a:p>
            <a:endParaRPr/>
          </a:p>
        </p:txBody>
      </p:sp>
      <p:sp>
        <p:nvSpPr>
          <p:cNvPr id="191" name="Shape"/>
          <p:cNvSpPr/>
          <p:nvPr/>
        </p:nvSpPr>
        <p:spPr>
          <a:xfrm>
            <a:off x="4280975" y="8473540"/>
            <a:ext cx="2480963" cy="1310701"/>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chemeClr val="accent3">
              <a:lumOff val="25098"/>
            </a:schemeClr>
          </a:solidFill>
          <a:ln w="12700">
            <a:miter lim="400000"/>
          </a:ln>
        </p:spPr>
        <p:txBody>
          <a:bodyPr lIns="109727" tIns="109727" rIns="109727" bIns="109727"/>
          <a:lstStyle/>
          <a:p>
            <a:endParaRPr/>
          </a:p>
        </p:txBody>
      </p:sp>
      <p:sp>
        <p:nvSpPr>
          <p:cNvPr id="192" name="Rounded Rectangle"/>
          <p:cNvSpPr/>
          <p:nvPr/>
        </p:nvSpPr>
        <p:spPr>
          <a:xfrm>
            <a:off x="4280975" y="5915392"/>
            <a:ext cx="5200955" cy="109729"/>
          </a:xfrm>
          <a:prstGeom prst="roundRect">
            <a:avLst>
              <a:gd name="adj" fmla="val 20833"/>
            </a:avLst>
          </a:prstGeom>
          <a:solidFill>
            <a:schemeClr val="accent3">
              <a:lumOff val="25098"/>
            </a:schemeClr>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93" name="Rounded Rectangle"/>
          <p:cNvSpPr/>
          <p:nvPr/>
        </p:nvSpPr>
        <p:spPr>
          <a:xfrm>
            <a:off x="9597083" y="5915392"/>
            <a:ext cx="2681318" cy="109727"/>
          </a:xfrm>
          <a:prstGeom prst="roundRect">
            <a:avLst>
              <a:gd name="adj" fmla="val 20833"/>
            </a:avLst>
          </a:prstGeom>
          <a:solidFill>
            <a:schemeClr val="accent3"/>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94" name="Rounded Rectangle"/>
          <p:cNvSpPr/>
          <p:nvPr/>
        </p:nvSpPr>
        <p:spPr>
          <a:xfrm>
            <a:off x="12405041" y="5915392"/>
            <a:ext cx="3441589" cy="109727"/>
          </a:xfrm>
          <a:prstGeom prst="roundRect">
            <a:avLst>
              <a:gd name="adj" fmla="val 20833"/>
            </a:avLst>
          </a:prstGeom>
          <a:solidFill>
            <a:srgbClr val="535353"/>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195" name="Rounded Rectangle"/>
          <p:cNvSpPr/>
          <p:nvPr/>
        </p:nvSpPr>
        <p:spPr>
          <a:xfrm>
            <a:off x="15973269" y="5915390"/>
            <a:ext cx="4032371" cy="109729"/>
          </a:xfrm>
          <a:prstGeom prst="roundRect">
            <a:avLst>
              <a:gd name="adj" fmla="val 20833"/>
            </a:avLst>
          </a:prstGeom>
          <a:solidFill>
            <a:srgbClr val="454546"/>
          </a:solidFill>
          <a:ln w="25400">
            <a:miter lim="400000"/>
          </a:ln>
        </p:spPr>
        <p:txBody>
          <a:bodyPr lIns="109727" tIns="109727" rIns="109727" bIns="109727" anchor="ctr"/>
          <a:lstStyle/>
          <a:p>
            <a:endParaRPr/>
          </a:p>
        </p:txBody>
      </p:sp>
      <p:sp>
        <p:nvSpPr>
          <p:cNvPr id="196" name="Et harum quidem rerum facilis es expedita distinctio. Nam libero tempore, cum soluta nobis delah."/>
          <p:cNvSpPr txBox="1"/>
          <p:nvPr/>
        </p:nvSpPr>
        <p:spPr>
          <a:xfrm>
            <a:off x="4166692" y="6525665"/>
            <a:ext cx="5251451" cy="1107994"/>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just">
              <a:lnSpc>
                <a:spcPct val="80000"/>
              </a:lnSpc>
              <a:defRPr sz="2400">
                <a:solidFill>
                  <a:srgbClr val="535353"/>
                </a:solidFill>
                <a:latin typeface="+mj-lt"/>
                <a:ea typeface="+mj-ea"/>
                <a:cs typeface="+mj-cs"/>
                <a:sym typeface="Helvetica"/>
              </a:defRPr>
            </a:lvl1pPr>
          </a:lstStyle>
          <a:p>
            <a:pPr>
              <a:defRPr sz="3200"/>
            </a:pPr>
            <a:r>
              <a:rPr sz="2400" dirty="0">
                <a:latin typeface="Helvetica Light" charset="0"/>
                <a:ea typeface="Helvetica Light" charset="0"/>
                <a:cs typeface="Helvetica Light" charset="0"/>
              </a:rPr>
              <a:t>Et harum quidem rerum facilis es expedita distinctio. Nam libero tempore, cum soluta nobis delah.</a:t>
            </a:r>
          </a:p>
        </p:txBody>
      </p:sp>
      <p:sp>
        <p:nvSpPr>
          <p:cNvPr id="197" name="Et cum soluta nobis est delah eligendi optio."/>
          <p:cNvSpPr txBox="1"/>
          <p:nvPr/>
        </p:nvSpPr>
        <p:spPr>
          <a:xfrm>
            <a:off x="9490478" y="6525665"/>
            <a:ext cx="2480962" cy="1107994"/>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just">
              <a:lnSpc>
                <a:spcPct val="8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Et cum soluta nobis est delah eligendi optio.</a:t>
            </a:r>
          </a:p>
        </p:txBody>
      </p:sp>
      <p:sp>
        <p:nvSpPr>
          <p:cNvPr id="198" name="Amet harum quidem rerum on facilis est et expedita e distinctio."/>
          <p:cNvSpPr txBox="1"/>
          <p:nvPr/>
        </p:nvSpPr>
        <p:spPr>
          <a:xfrm>
            <a:off x="12291921" y="6525665"/>
            <a:ext cx="3441589" cy="1107994"/>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just">
              <a:lnSpc>
                <a:spcPct val="8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Amet harum quidem rerum on facilis est et expedita e distinctio. </a:t>
            </a:r>
          </a:p>
        </p:txBody>
      </p:sp>
      <p:sp>
        <p:nvSpPr>
          <p:cNvPr id="199" name="Amet harum quidem rerum on facilis est et expedita e distinctio."/>
          <p:cNvSpPr txBox="1"/>
          <p:nvPr/>
        </p:nvSpPr>
        <p:spPr>
          <a:xfrm>
            <a:off x="15884683" y="6525665"/>
            <a:ext cx="4210261" cy="1107994"/>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just">
              <a:lnSpc>
                <a:spcPct val="8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Amet harum quidem rerum on facilis est et expedita e distinctio. </a:t>
            </a:r>
          </a:p>
        </p:txBody>
      </p:sp>
      <p:sp>
        <p:nvSpPr>
          <p:cNvPr id="200" name="Shape"/>
          <p:cNvSpPr/>
          <p:nvPr/>
        </p:nvSpPr>
        <p:spPr>
          <a:xfrm>
            <a:off x="6351359" y="4971638"/>
            <a:ext cx="821154" cy="579637"/>
          </a:xfrm>
          <a:custGeom>
            <a:avLst/>
            <a:gdLst/>
            <a:ahLst/>
            <a:cxnLst>
              <a:cxn ang="0">
                <a:pos x="wd2" y="hd2"/>
              </a:cxn>
              <a:cxn ang="5400000">
                <a:pos x="wd2" y="hd2"/>
              </a:cxn>
              <a:cxn ang="10800000">
                <a:pos x="wd2" y="hd2"/>
              </a:cxn>
              <a:cxn ang="16200000">
                <a:pos x="wd2" y="hd2"/>
              </a:cxn>
            </a:cxnLst>
            <a:rect l="0" t="0" r="r" b="b"/>
            <a:pathLst>
              <a:path w="21600" h="21600" extrusionOk="0">
                <a:moveTo>
                  <a:pt x="13421" y="0"/>
                </a:moveTo>
                <a:cubicBezTo>
                  <a:pt x="8808" y="0"/>
                  <a:pt x="8808" y="0"/>
                  <a:pt x="8808" y="0"/>
                </a:cubicBezTo>
                <a:cubicBezTo>
                  <a:pt x="8808" y="8518"/>
                  <a:pt x="8808" y="8518"/>
                  <a:pt x="8808" y="8518"/>
                </a:cubicBezTo>
                <a:cubicBezTo>
                  <a:pt x="6920" y="8518"/>
                  <a:pt x="6920" y="8518"/>
                  <a:pt x="6920" y="8518"/>
                </a:cubicBezTo>
                <a:cubicBezTo>
                  <a:pt x="11115" y="14603"/>
                  <a:pt x="11115" y="14603"/>
                  <a:pt x="11115" y="14603"/>
                </a:cubicBezTo>
                <a:cubicBezTo>
                  <a:pt x="15309" y="8518"/>
                  <a:pt x="15309" y="8518"/>
                  <a:pt x="15309" y="8518"/>
                </a:cubicBezTo>
                <a:cubicBezTo>
                  <a:pt x="13421" y="8518"/>
                  <a:pt x="13421" y="8518"/>
                  <a:pt x="13421" y="8518"/>
                </a:cubicBezTo>
                <a:lnTo>
                  <a:pt x="13421" y="0"/>
                </a:lnTo>
                <a:close/>
                <a:moveTo>
                  <a:pt x="21600" y="14603"/>
                </a:moveTo>
                <a:cubicBezTo>
                  <a:pt x="21600" y="18558"/>
                  <a:pt x="19503" y="21600"/>
                  <a:pt x="16777" y="21600"/>
                </a:cubicBezTo>
                <a:cubicBezTo>
                  <a:pt x="5033" y="21600"/>
                  <a:pt x="5033" y="21600"/>
                  <a:pt x="5033" y="21600"/>
                </a:cubicBezTo>
                <a:cubicBezTo>
                  <a:pt x="2307" y="21600"/>
                  <a:pt x="0" y="18558"/>
                  <a:pt x="0" y="14603"/>
                </a:cubicBezTo>
                <a:cubicBezTo>
                  <a:pt x="0" y="11561"/>
                  <a:pt x="1468" y="8823"/>
                  <a:pt x="3565" y="7910"/>
                </a:cubicBezTo>
                <a:cubicBezTo>
                  <a:pt x="3984" y="5476"/>
                  <a:pt x="5662" y="3651"/>
                  <a:pt x="7550" y="3955"/>
                </a:cubicBezTo>
                <a:cubicBezTo>
                  <a:pt x="7550" y="6997"/>
                  <a:pt x="7550" y="6997"/>
                  <a:pt x="7550" y="6997"/>
                </a:cubicBezTo>
                <a:cubicBezTo>
                  <a:pt x="6291" y="6997"/>
                  <a:pt x="5033" y="8518"/>
                  <a:pt x="5452" y="10648"/>
                </a:cubicBezTo>
                <a:cubicBezTo>
                  <a:pt x="3565" y="10039"/>
                  <a:pt x="2097" y="12169"/>
                  <a:pt x="2097" y="14603"/>
                </a:cubicBezTo>
                <a:cubicBezTo>
                  <a:pt x="2097" y="16732"/>
                  <a:pt x="3355" y="18558"/>
                  <a:pt x="5033" y="18558"/>
                </a:cubicBezTo>
                <a:cubicBezTo>
                  <a:pt x="16777" y="18558"/>
                  <a:pt x="16777" y="18558"/>
                  <a:pt x="16777" y="18558"/>
                </a:cubicBezTo>
                <a:cubicBezTo>
                  <a:pt x="18245" y="18558"/>
                  <a:pt x="19503" y="16732"/>
                  <a:pt x="19503" y="14603"/>
                </a:cubicBezTo>
                <a:cubicBezTo>
                  <a:pt x="19503" y="11865"/>
                  <a:pt x="18245" y="10648"/>
                  <a:pt x="16986" y="10648"/>
                </a:cubicBezTo>
                <a:cubicBezTo>
                  <a:pt x="16986" y="7606"/>
                  <a:pt x="15938" y="5476"/>
                  <a:pt x="14680" y="4563"/>
                </a:cubicBezTo>
                <a:cubicBezTo>
                  <a:pt x="14680" y="1521"/>
                  <a:pt x="14680" y="1521"/>
                  <a:pt x="14680" y="1521"/>
                </a:cubicBezTo>
                <a:cubicBezTo>
                  <a:pt x="16777" y="2434"/>
                  <a:pt x="18454" y="5172"/>
                  <a:pt x="18874" y="8214"/>
                </a:cubicBezTo>
                <a:cubicBezTo>
                  <a:pt x="20551" y="9431"/>
                  <a:pt x="21600" y="11865"/>
                  <a:pt x="21600" y="14603"/>
                </a:cubicBezTo>
                <a:close/>
                <a:moveTo>
                  <a:pt x="13002" y="15515"/>
                </a:moveTo>
                <a:cubicBezTo>
                  <a:pt x="12792" y="15515"/>
                  <a:pt x="12373" y="15820"/>
                  <a:pt x="12373" y="16428"/>
                </a:cubicBezTo>
                <a:cubicBezTo>
                  <a:pt x="12373" y="17037"/>
                  <a:pt x="12792" y="17341"/>
                  <a:pt x="13002" y="17341"/>
                </a:cubicBezTo>
                <a:cubicBezTo>
                  <a:pt x="13421" y="17341"/>
                  <a:pt x="13841" y="17037"/>
                  <a:pt x="13841" y="16428"/>
                </a:cubicBezTo>
                <a:cubicBezTo>
                  <a:pt x="13841" y="15820"/>
                  <a:pt x="13421" y="15515"/>
                  <a:pt x="13002" y="15515"/>
                </a:cubicBezTo>
                <a:close/>
                <a:moveTo>
                  <a:pt x="11115" y="15515"/>
                </a:moveTo>
                <a:cubicBezTo>
                  <a:pt x="10695" y="15515"/>
                  <a:pt x="10485" y="15820"/>
                  <a:pt x="10485" y="16428"/>
                </a:cubicBezTo>
                <a:cubicBezTo>
                  <a:pt x="10485" y="17037"/>
                  <a:pt x="10695" y="17341"/>
                  <a:pt x="11115" y="17341"/>
                </a:cubicBezTo>
                <a:cubicBezTo>
                  <a:pt x="11534" y="17341"/>
                  <a:pt x="11744" y="17037"/>
                  <a:pt x="11744" y="16428"/>
                </a:cubicBezTo>
                <a:cubicBezTo>
                  <a:pt x="11744" y="15820"/>
                  <a:pt x="11534" y="15515"/>
                  <a:pt x="11115" y="15515"/>
                </a:cubicBezTo>
                <a:close/>
                <a:moveTo>
                  <a:pt x="9227" y="15515"/>
                </a:moveTo>
                <a:cubicBezTo>
                  <a:pt x="8808" y="15515"/>
                  <a:pt x="8598" y="15820"/>
                  <a:pt x="8598" y="16428"/>
                </a:cubicBezTo>
                <a:cubicBezTo>
                  <a:pt x="8598" y="17037"/>
                  <a:pt x="8808" y="17341"/>
                  <a:pt x="9227" y="17341"/>
                </a:cubicBezTo>
                <a:cubicBezTo>
                  <a:pt x="9437" y="17341"/>
                  <a:pt x="9856" y="17037"/>
                  <a:pt x="9856" y="16428"/>
                </a:cubicBezTo>
                <a:cubicBezTo>
                  <a:pt x="9856" y="15820"/>
                  <a:pt x="9437" y="15515"/>
                  <a:pt x="9227" y="15515"/>
                </a:cubicBezTo>
                <a:close/>
              </a:path>
            </a:pathLst>
          </a:custGeom>
          <a:solidFill>
            <a:schemeClr val="accent3">
              <a:lumOff val="25098"/>
            </a:schemeClr>
          </a:solidFill>
          <a:ln w="12700">
            <a:miter lim="400000"/>
          </a:ln>
        </p:spPr>
        <p:txBody>
          <a:bodyPr lIns="109727" tIns="109727" rIns="109727" bIns="109727"/>
          <a:lstStyle/>
          <a:p>
            <a:endParaRPr/>
          </a:p>
        </p:txBody>
      </p:sp>
      <p:sp>
        <p:nvSpPr>
          <p:cNvPr id="201" name="Shape"/>
          <p:cNvSpPr/>
          <p:nvPr/>
        </p:nvSpPr>
        <p:spPr>
          <a:xfrm>
            <a:off x="10558195" y="4911254"/>
            <a:ext cx="845315" cy="700407"/>
          </a:xfrm>
          <a:custGeom>
            <a:avLst/>
            <a:gdLst/>
            <a:ahLst/>
            <a:cxnLst>
              <a:cxn ang="0">
                <a:pos x="wd2" y="hd2"/>
              </a:cxn>
              <a:cxn ang="5400000">
                <a:pos x="wd2" y="hd2"/>
              </a:cxn>
              <a:cxn ang="10800000">
                <a:pos x="wd2" y="hd2"/>
              </a:cxn>
              <a:cxn ang="16200000">
                <a:pos x="wd2" y="hd2"/>
              </a:cxn>
            </a:cxnLst>
            <a:rect l="0" t="0" r="r" b="b"/>
            <a:pathLst>
              <a:path w="21600" h="21600" extrusionOk="0">
                <a:moveTo>
                  <a:pt x="13841" y="6207"/>
                </a:moveTo>
                <a:cubicBezTo>
                  <a:pt x="13212" y="5462"/>
                  <a:pt x="13212" y="4221"/>
                  <a:pt x="13841" y="3476"/>
                </a:cubicBezTo>
                <a:cubicBezTo>
                  <a:pt x="14470" y="2979"/>
                  <a:pt x="15309" y="2979"/>
                  <a:pt x="15938" y="3476"/>
                </a:cubicBezTo>
                <a:cubicBezTo>
                  <a:pt x="16567" y="4221"/>
                  <a:pt x="16567" y="5462"/>
                  <a:pt x="15938" y="6207"/>
                </a:cubicBezTo>
                <a:cubicBezTo>
                  <a:pt x="15309" y="6952"/>
                  <a:pt x="14470" y="6952"/>
                  <a:pt x="13841" y="6207"/>
                </a:cubicBezTo>
                <a:close/>
                <a:moveTo>
                  <a:pt x="18874" y="0"/>
                </a:moveTo>
                <a:cubicBezTo>
                  <a:pt x="9437" y="0"/>
                  <a:pt x="9437" y="0"/>
                  <a:pt x="9437" y="0"/>
                </a:cubicBezTo>
                <a:cubicBezTo>
                  <a:pt x="10276" y="1241"/>
                  <a:pt x="10276" y="1241"/>
                  <a:pt x="10276" y="1241"/>
                </a:cubicBezTo>
                <a:cubicBezTo>
                  <a:pt x="6501" y="5959"/>
                  <a:pt x="6501" y="5959"/>
                  <a:pt x="6501" y="5959"/>
                </a:cubicBezTo>
                <a:cubicBezTo>
                  <a:pt x="14050" y="14897"/>
                  <a:pt x="14050" y="14897"/>
                  <a:pt x="14050" y="14897"/>
                </a:cubicBezTo>
                <a:cubicBezTo>
                  <a:pt x="17825" y="10179"/>
                  <a:pt x="17825" y="10179"/>
                  <a:pt x="17825" y="10179"/>
                </a:cubicBezTo>
                <a:cubicBezTo>
                  <a:pt x="18874" y="11421"/>
                  <a:pt x="18874" y="11421"/>
                  <a:pt x="18874" y="11421"/>
                </a:cubicBezTo>
                <a:lnTo>
                  <a:pt x="18874" y="0"/>
                </a:lnTo>
                <a:close/>
                <a:moveTo>
                  <a:pt x="21600" y="4469"/>
                </a:moveTo>
                <a:cubicBezTo>
                  <a:pt x="20551" y="2979"/>
                  <a:pt x="20551" y="2979"/>
                  <a:pt x="20551" y="2979"/>
                </a:cubicBezTo>
                <a:cubicBezTo>
                  <a:pt x="19713" y="4221"/>
                  <a:pt x="19713" y="4221"/>
                  <a:pt x="19713" y="4221"/>
                </a:cubicBezTo>
                <a:cubicBezTo>
                  <a:pt x="19713" y="6703"/>
                  <a:pt x="19713" y="6703"/>
                  <a:pt x="19713" y="6703"/>
                </a:cubicBezTo>
                <a:lnTo>
                  <a:pt x="21600" y="4469"/>
                </a:lnTo>
                <a:close/>
                <a:moveTo>
                  <a:pt x="11534" y="14400"/>
                </a:moveTo>
                <a:cubicBezTo>
                  <a:pt x="9647" y="16634"/>
                  <a:pt x="9647" y="16634"/>
                  <a:pt x="9647" y="16634"/>
                </a:cubicBezTo>
                <a:cubicBezTo>
                  <a:pt x="7340" y="16634"/>
                  <a:pt x="7340" y="16634"/>
                  <a:pt x="7340" y="16634"/>
                </a:cubicBezTo>
                <a:cubicBezTo>
                  <a:pt x="7340" y="19117"/>
                  <a:pt x="7340" y="19117"/>
                  <a:pt x="7340" y="19117"/>
                </a:cubicBezTo>
                <a:cubicBezTo>
                  <a:pt x="5243" y="19117"/>
                  <a:pt x="5243" y="19117"/>
                  <a:pt x="5243" y="19117"/>
                </a:cubicBezTo>
                <a:cubicBezTo>
                  <a:pt x="5243" y="21600"/>
                  <a:pt x="5243" y="21600"/>
                  <a:pt x="5243" y="21600"/>
                </a:cubicBezTo>
                <a:cubicBezTo>
                  <a:pt x="210" y="21600"/>
                  <a:pt x="210" y="21600"/>
                  <a:pt x="210" y="21600"/>
                </a:cubicBezTo>
                <a:cubicBezTo>
                  <a:pt x="7759" y="12662"/>
                  <a:pt x="7759" y="12662"/>
                  <a:pt x="7759" y="12662"/>
                </a:cubicBezTo>
                <a:cubicBezTo>
                  <a:pt x="6920" y="11669"/>
                  <a:pt x="6920" y="11669"/>
                  <a:pt x="6920" y="11669"/>
                </a:cubicBezTo>
                <a:cubicBezTo>
                  <a:pt x="0" y="19862"/>
                  <a:pt x="0" y="19862"/>
                  <a:pt x="0" y="19862"/>
                </a:cubicBezTo>
                <a:cubicBezTo>
                  <a:pt x="0" y="17379"/>
                  <a:pt x="0" y="17379"/>
                  <a:pt x="0" y="17379"/>
                </a:cubicBezTo>
                <a:cubicBezTo>
                  <a:pt x="7130" y="9186"/>
                  <a:pt x="7130" y="9186"/>
                  <a:pt x="7130" y="9186"/>
                </a:cubicBezTo>
                <a:lnTo>
                  <a:pt x="11534" y="14400"/>
                </a:lnTo>
                <a:close/>
              </a:path>
            </a:pathLst>
          </a:custGeom>
          <a:solidFill>
            <a:schemeClr val="accent3">
              <a:lumOff val="25098"/>
            </a:schemeClr>
          </a:solidFill>
          <a:ln w="12700">
            <a:miter lim="400000"/>
          </a:ln>
        </p:spPr>
        <p:txBody>
          <a:bodyPr lIns="109727" tIns="109727" rIns="109727" bIns="109727"/>
          <a:lstStyle/>
          <a:p>
            <a:endParaRPr/>
          </a:p>
        </p:txBody>
      </p:sp>
      <p:sp>
        <p:nvSpPr>
          <p:cNvPr id="202" name="Shape"/>
          <p:cNvSpPr/>
          <p:nvPr/>
        </p:nvSpPr>
        <p:spPr>
          <a:xfrm>
            <a:off x="13718491" y="4785098"/>
            <a:ext cx="748712" cy="821156"/>
          </a:xfrm>
          <a:custGeom>
            <a:avLst/>
            <a:gdLst/>
            <a:ahLst/>
            <a:cxnLst>
              <a:cxn ang="0">
                <a:pos x="wd2" y="hd2"/>
              </a:cxn>
              <a:cxn ang="5400000">
                <a:pos x="wd2" y="hd2"/>
              </a:cxn>
              <a:cxn ang="10800000">
                <a:pos x="wd2" y="hd2"/>
              </a:cxn>
              <a:cxn ang="16200000">
                <a:pos x="wd2" y="hd2"/>
              </a:cxn>
            </a:cxnLst>
            <a:rect l="0" t="0" r="r" b="b"/>
            <a:pathLst>
              <a:path w="21600" h="21600" extrusionOk="0">
                <a:moveTo>
                  <a:pt x="21130" y="15518"/>
                </a:moveTo>
                <a:cubicBezTo>
                  <a:pt x="20191" y="15518"/>
                  <a:pt x="20191" y="15518"/>
                  <a:pt x="20191" y="15518"/>
                </a:cubicBezTo>
                <a:cubicBezTo>
                  <a:pt x="20191" y="16148"/>
                  <a:pt x="20191" y="16148"/>
                  <a:pt x="20191" y="16148"/>
                </a:cubicBezTo>
                <a:cubicBezTo>
                  <a:pt x="20191" y="19083"/>
                  <a:pt x="18783" y="20342"/>
                  <a:pt x="15026" y="20342"/>
                </a:cubicBezTo>
                <a:cubicBezTo>
                  <a:pt x="15026" y="21181"/>
                  <a:pt x="15026" y="21181"/>
                  <a:pt x="15026" y="21181"/>
                </a:cubicBezTo>
                <a:cubicBezTo>
                  <a:pt x="19017" y="21181"/>
                  <a:pt x="21130" y="19922"/>
                  <a:pt x="21130" y="16148"/>
                </a:cubicBezTo>
                <a:lnTo>
                  <a:pt x="21130" y="15518"/>
                </a:lnTo>
                <a:close/>
                <a:moveTo>
                  <a:pt x="18078" y="16148"/>
                </a:moveTo>
                <a:cubicBezTo>
                  <a:pt x="18078" y="12373"/>
                  <a:pt x="18078" y="12373"/>
                  <a:pt x="18078" y="12373"/>
                </a:cubicBezTo>
                <a:cubicBezTo>
                  <a:pt x="18078" y="11534"/>
                  <a:pt x="17374" y="10695"/>
                  <a:pt x="16200" y="10695"/>
                </a:cubicBezTo>
                <a:cubicBezTo>
                  <a:pt x="15026" y="10695"/>
                  <a:pt x="15026" y="10695"/>
                  <a:pt x="15026" y="10695"/>
                </a:cubicBezTo>
                <a:cubicBezTo>
                  <a:pt x="15026" y="17825"/>
                  <a:pt x="15026" y="17825"/>
                  <a:pt x="15026" y="17825"/>
                </a:cubicBezTo>
                <a:cubicBezTo>
                  <a:pt x="16200" y="17825"/>
                  <a:pt x="16200" y="17825"/>
                  <a:pt x="16200" y="17825"/>
                </a:cubicBezTo>
                <a:cubicBezTo>
                  <a:pt x="17374" y="17825"/>
                  <a:pt x="18078" y="17196"/>
                  <a:pt x="18078" y="16148"/>
                </a:cubicBezTo>
                <a:close/>
                <a:moveTo>
                  <a:pt x="10800" y="0"/>
                </a:moveTo>
                <a:cubicBezTo>
                  <a:pt x="4461" y="0"/>
                  <a:pt x="0" y="4614"/>
                  <a:pt x="0" y="10485"/>
                </a:cubicBezTo>
                <a:cubicBezTo>
                  <a:pt x="0" y="14470"/>
                  <a:pt x="0" y="14470"/>
                  <a:pt x="0" y="14470"/>
                </a:cubicBezTo>
                <a:cubicBezTo>
                  <a:pt x="1878" y="14470"/>
                  <a:pt x="1878" y="14470"/>
                  <a:pt x="1878" y="14470"/>
                </a:cubicBezTo>
                <a:cubicBezTo>
                  <a:pt x="1878" y="10485"/>
                  <a:pt x="1878" y="10485"/>
                  <a:pt x="1878" y="10485"/>
                </a:cubicBezTo>
                <a:cubicBezTo>
                  <a:pt x="1878" y="10485"/>
                  <a:pt x="1878" y="10485"/>
                  <a:pt x="1878" y="10485"/>
                </a:cubicBezTo>
                <a:cubicBezTo>
                  <a:pt x="1878" y="5452"/>
                  <a:pt x="6339" y="2726"/>
                  <a:pt x="10800" y="2726"/>
                </a:cubicBezTo>
                <a:cubicBezTo>
                  <a:pt x="15261" y="2726"/>
                  <a:pt x="19722" y="5452"/>
                  <a:pt x="19722" y="10485"/>
                </a:cubicBezTo>
                <a:cubicBezTo>
                  <a:pt x="19722" y="10485"/>
                  <a:pt x="19722" y="10485"/>
                  <a:pt x="19722" y="10485"/>
                </a:cubicBezTo>
                <a:cubicBezTo>
                  <a:pt x="19722" y="14470"/>
                  <a:pt x="19722" y="14470"/>
                  <a:pt x="19722" y="14470"/>
                </a:cubicBezTo>
                <a:cubicBezTo>
                  <a:pt x="21600" y="14470"/>
                  <a:pt x="21600" y="14470"/>
                  <a:pt x="21600" y="14470"/>
                </a:cubicBezTo>
                <a:cubicBezTo>
                  <a:pt x="21600" y="10485"/>
                  <a:pt x="21600" y="10485"/>
                  <a:pt x="21600" y="10485"/>
                </a:cubicBezTo>
                <a:cubicBezTo>
                  <a:pt x="21600" y="4614"/>
                  <a:pt x="17139" y="0"/>
                  <a:pt x="10800" y="0"/>
                </a:cubicBezTo>
                <a:close/>
                <a:moveTo>
                  <a:pt x="3522" y="12373"/>
                </a:moveTo>
                <a:cubicBezTo>
                  <a:pt x="3522" y="16148"/>
                  <a:pt x="3522" y="16148"/>
                  <a:pt x="3522" y="16148"/>
                </a:cubicBezTo>
                <a:cubicBezTo>
                  <a:pt x="3522" y="17196"/>
                  <a:pt x="4226" y="17825"/>
                  <a:pt x="5165" y="17825"/>
                </a:cubicBezTo>
                <a:cubicBezTo>
                  <a:pt x="6574" y="17825"/>
                  <a:pt x="6574" y="17825"/>
                  <a:pt x="6574" y="17825"/>
                </a:cubicBezTo>
                <a:cubicBezTo>
                  <a:pt x="6574" y="10695"/>
                  <a:pt x="6574" y="10695"/>
                  <a:pt x="6574" y="10695"/>
                </a:cubicBezTo>
                <a:cubicBezTo>
                  <a:pt x="5165" y="10695"/>
                  <a:pt x="5165" y="10695"/>
                  <a:pt x="5165" y="10695"/>
                </a:cubicBezTo>
                <a:cubicBezTo>
                  <a:pt x="4226" y="10695"/>
                  <a:pt x="3522" y="11534"/>
                  <a:pt x="3522" y="12373"/>
                </a:cubicBezTo>
                <a:close/>
                <a:moveTo>
                  <a:pt x="10800" y="19922"/>
                </a:moveTo>
                <a:cubicBezTo>
                  <a:pt x="13617" y="19922"/>
                  <a:pt x="13617" y="19922"/>
                  <a:pt x="13617" y="19922"/>
                </a:cubicBezTo>
                <a:cubicBezTo>
                  <a:pt x="13617" y="21600"/>
                  <a:pt x="13617" y="21600"/>
                  <a:pt x="13617" y="21600"/>
                </a:cubicBezTo>
                <a:cubicBezTo>
                  <a:pt x="10800" y="21600"/>
                  <a:pt x="10800" y="21600"/>
                  <a:pt x="10800" y="21600"/>
                </a:cubicBezTo>
                <a:cubicBezTo>
                  <a:pt x="10330" y="21600"/>
                  <a:pt x="9861" y="21181"/>
                  <a:pt x="9861" y="20761"/>
                </a:cubicBezTo>
                <a:cubicBezTo>
                  <a:pt x="9861" y="20342"/>
                  <a:pt x="10330" y="19922"/>
                  <a:pt x="10800" y="19922"/>
                </a:cubicBezTo>
                <a:close/>
              </a:path>
            </a:pathLst>
          </a:custGeom>
          <a:solidFill>
            <a:schemeClr val="accent3">
              <a:lumOff val="25098"/>
            </a:schemeClr>
          </a:solidFill>
          <a:ln w="12700">
            <a:miter lim="400000"/>
          </a:ln>
        </p:spPr>
        <p:txBody>
          <a:bodyPr lIns="109727" tIns="109727" rIns="109727" bIns="109727"/>
          <a:lstStyle/>
          <a:p>
            <a:endParaRPr/>
          </a:p>
        </p:txBody>
      </p:sp>
      <p:sp>
        <p:nvSpPr>
          <p:cNvPr id="203" name="Q4"/>
          <p:cNvSpPr txBox="1"/>
          <p:nvPr/>
        </p:nvSpPr>
        <p:spPr>
          <a:xfrm>
            <a:off x="18567525"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Q4</a:t>
            </a:r>
          </a:p>
        </p:txBody>
      </p:sp>
      <p:sp>
        <p:nvSpPr>
          <p:cNvPr id="204" name="Q3"/>
          <p:cNvSpPr txBox="1"/>
          <p:nvPr/>
        </p:nvSpPr>
        <p:spPr>
          <a:xfrm>
            <a:off x="16673581"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Q3</a:t>
            </a:r>
          </a:p>
        </p:txBody>
      </p:sp>
      <p:sp>
        <p:nvSpPr>
          <p:cNvPr id="205" name="Q2"/>
          <p:cNvSpPr txBox="1"/>
          <p:nvPr/>
        </p:nvSpPr>
        <p:spPr>
          <a:xfrm>
            <a:off x="14779644"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Q2</a:t>
            </a:r>
          </a:p>
        </p:txBody>
      </p:sp>
      <p:sp>
        <p:nvSpPr>
          <p:cNvPr id="206" name="Q1"/>
          <p:cNvSpPr txBox="1"/>
          <p:nvPr/>
        </p:nvSpPr>
        <p:spPr>
          <a:xfrm>
            <a:off x="12885709"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Q1</a:t>
            </a:r>
          </a:p>
        </p:txBody>
      </p:sp>
      <p:sp>
        <p:nvSpPr>
          <p:cNvPr id="207" name="Q4"/>
          <p:cNvSpPr txBox="1"/>
          <p:nvPr/>
        </p:nvSpPr>
        <p:spPr>
          <a:xfrm>
            <a:off x="10991772"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Q4</a:t>
            </a:r>
          </a:p>
        </p:txBody>
      </p:sp>
      <p:sp>
        <p:nvSpPr>
          <p:cNvPr id="208" name="Q3"/>
          <p:cNvSpPr txBox="1"/>
          <p:nvPr/>
        </p:nvSpPr>
        <p:spPr>
          <a:xfrm>
            <a:off x="9097837"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Q3</a:t>
            </a:r>
          </a:p>
        </p:txBody>
      </p:sp>
      <p:sp>
        <p:nvSpPr>
          <p:cNvPr id="209" name="Q2"/>
          <p:cNvSpPr txBox="1"/>
          <p:nvPr/>
        </p:nvSpPr>
        <p:spPr>
          <a:xfrm>
            <a:off x="7203901"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a:solidFill>
                  <a:schemeClr val="accent4">
                    <a:lumOff val="58054"/>
                  </a:schemeClr>
                </a:solidFill>
                <a:latin typeface="PT Sans Narrow" charset="-52"/>
                <a:ea typeface="PT Sans Narrow" charset="-52"/>
                <a:cs typeface="PT Sans Narrow" charset="-52"/>
              </a:rPr>
              <a:t>Q2</a:t>
            </a:r>
          </a:p>
        </p:txBody>
      </p:sp>
      <p:sp>
        <p:nvSpPr>
          <p:cNvPr id="210" name="Q1"/>
          <p:cNvSpPr txBox="1"/>
          <p:nvPr/>
        </p:nvSpPr>
        <p:spPr>
          <a:xfrm>
            <a:off x="5309964" y="8739297"/>
            <a:ext cx="58067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defRPr sz="2800">
                <a:solidFill>
                  <a:schemeClr val="accent4">
                    <a:lumOff val="58054"/>
                  </a:schemeClr>
                </a:solidFill>
                <a:latin typeface="Avenir Heavy"/>
                <a:ea typeface="Avenir Heavy"/>
                <a:cs typeface="Avenir Heavy"/>
                <a:sym typeface="Avenir Heavy"/>
              </a:defRPr>
            </a:lvl1pPr>
          </a:lstStyle>
          <a:p>
            <a:pPr>
              <a:defRPr sz="3200">
                <a:solidFill>
                  <a:srgbClr val="44546A"/>
                </a:solidFill>
              </a:defRPr>
            </a:pPr>
            <a:r>
              <a:rPr sz="2800" dirty="0">
                <a:solidFill>
                  <a:schemeClr val="accent4">
                    <a:lumOff val="58054"/>
                  </a:schemeClr>
                </a:solidFill>
                <a:latin typeface="PT Sans Narrow" charset="-52"/>
                <a:ea typeface="PT Sans Narrow" charset="-52"/>
                <a:cs typeface="PT Sans Narrow" charset="-52"/>
              </a:rPr>
              <a:t>Q1</a:t>
            </a:r>
          </a:p>
        </p:txBody>
      </p:sp>
      <p:sp>
        <p:nvSpPr>
          <p:cNvPr id="211" name="MVP"/>
          <p:cNvSpPr txBox="1"/>
          <p:nvPr/>
        </p:nvSpPr>
        <p:spPr>
          <a:xfrm>
            <a:off x="6332941" y="4070568"/>
            <a:ext cx="857989"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dirty="0">
                <a:solidFill>
                  <a:srgbClr val="243646"/>
                </a:solidFill>
                <a:latin typeface="PT Sans Narrow" charset="-52"/>
                <a:ea typeface="PT Sans Narrow" charset="-52"/>
                <a:cs typeface="PT Sans Narrow" charset="-52"/>
              </a:rPr>
              <a:t>MVP</a:t>
            </a:r>
          </a:p>
        </p:txBody>
      </p:sp>
      <p:sp>
        <p:nvSpPr>
          <p:cNvPr id="212" name="Alpha"/>
          <p:cNvSpPr txBox="1"/>
          <p:nvPr/>
        </p:nvSpPr>
        <p:spPr>
          <a:xfrm>
            <a:off x="10463693" y="3987475"/>
            <a:ext cx="1034319"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a:solidFill>
                  <a:srgbClr val="243646"/>
                </a:solidFill>
                <a:latin typeface="PT Sans Narrow" charset="-52"/>
                <a:ea typeface="PT Sans Narrow" charset="-52"/>
                <a:cs typeface="PT Sans Narrow" charset="-52"/>
              </a:rPr>
              <a:t>Alpha</a:t>
            </a:r>
          </a:p>
        </p:txBody>
      </p:sp>
      <p:sp>
        <p:nvSpPr>
          <p:cNvPr id="213" name="Beta"/>
          <p:cNvSpPr txBox="1"/>
          <p:nvPr/>
        </p:nvSpPr>
        <p:spPr>
          <a:xfrm>
            <a:off x="13695238" y="3987475"/>
            <a:ext cx="861195"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a:solidFill>
                  <a:srgbClr val="243646"/>
                </a:solidFill>
                <a:latin typeface="PT Sans Narrow" charset="-52"/>
                <a:ea typeface="PT Sans Narrow" charset="-52"/>
                <a:cs typeface="PT Sans Narrow" charset="-52"/>
              </a:rPr>
              <a:t>Beta</a:t>
            </a:r>
          </a:p>
        </p:txBody>
      </p:sp>
      <p:sp>
        <p:nvSpPr>
          <p:cNvPr id="214" name="Shape"/>
          <p:cNvSpPr/>
          <p:nvPr/>
        </p:nvSpPr>
        <p:spPr>
          <a:xfrm>
            <a:off x="17067124" y="3199695"/>
            <a:ext cx="2094672" cy="2443803"/>
          </a:xfrm>
          <a:custGeom>
            <a:avLst/>
            <a:gdLst/>
            <a:ahLst/>
            <a:cxnLst>
              <a:cxn ang="0">
                <a:pos x="wd2" y="hd2"/>
              </a:cxn>
              <a:cxn ang="5400000">
                <a:pos x="wd2" y="hd2"/>
              </a:cxn>
              <a:cxn ang="10800000">
                <a:pos x="wd2" y="hd2"/>
              </a:cxn>
              <a:cxn ang="16200000">
                <a:pos x="wd2" y="hd2"/>
              </a:cxn>
            </a:cxnLst>
            <a:rect l="0" t="0" r="r" b="b"/>
            <a:pathLst>
              <a:path w="21600" h="21600" extrusionOk="0">
                <a:moveTo>
                  <a:pt x="1440" y="21600"/>
                </a:moveTo>
                <a:lnTo>
                  <a:pt x="0" y="20983"/>
                </a:lnTo>
                <a:lnTo>
                  <a:pt x="6480" y="15429"/>
                </a:lnTo>
                <a:lnTo>
                  <a:pt x="7920" y="15429"/>
                </a:lnTo>
                <a:lnTo>
                  <a:pt x="1440" y="21600"/>
                </a:lnTo>
                <a:close/>
                <a:moveTo>
                  <a:pt x="5760" y="20983"/>
                </a:moveTo>
                <a:lnTo>
                  <a:pt x="4320" y="20366"/>
                </a:lnTo>
                <a:lnTo>
                  <a:pt x="7200" y="17897"/>
                </a:lnTo>
                <a:lnTo>
                  <a:pt x="8640" y="18514"/>
                </a:lnTo>
                <a:lnTo>
                  <a:pt x="5760" y="20983"/>
                </a:lnTo>
                <a:close/>
                <a:moveTo>
                  <a:pt x="2160" y="17280"/>
                </a:moveTo>
                <a:lnTo>
                  <a:pt x="720" y="16663"/>
                </a:lnTo>
                <a:lnTo>
                  <a:pt x="5760" y="12960"/>
                </a:lnTo>
                <a:lnTo>
                  <a:pt x="7200" y="12960"/>
                </a:lnTo>
                <a:lnTo>
                  <a:pt x="2160" y="17280"/>
                </a:lnTo>
                <a:close/>
                <a:moveTo>
                  <a:pt x="9360" y="16663"/>
                </a:moveTo>
                <a:lnTo>
                  <a:pt x="12240" y="13577"/>
                </a:lnTo>
                <a:lnTo>
                  <a:pt x="9360" y="11726"/>
                </a:lnTo>
                <a:lnTo>
                  <a:pt x="9360" y="16663"/>
                </a:lnTo>
                <a:close/>
                <a:moveTo>
                  <a:pt x="2160" y="8640"/>
                </a:moveTo>
                <a:lnTo>
                  <a:pt x="7920" y="9874"/>
                </a:lnTo>
                <a:lnTo>
                  <a:pt x="16560" y="4937"/>
                </a:lnTo>
                <a:lnTo>
                  <a:pt x="10080" y="10491"/>
                </a:lnTo>
                <a:lnTo>
                  <a:pt x="16560" y="16046"/>
                </a:lnTo>
                <a:lnTo>
                  <a:pt x="21600" y="0"/>
                </a:lnTo>
                <a:lnTo>
                  <a:pt x="2160" y="8640"/>
                </a:lnTo>
                <a:close/>
              </a:path>
            </a:pathLst>
          </a:custGeom>
          <a:solidFill>
            <a:srgbClr val="F86A37"/>
          </a:solidFill>
          <a:ln w="25400">
            <a:miter lim="400000"/>
          </a:ln>
        </p:spPr>
        <p:txBody>
          <a:bodyPr lIns="45719" rIns="45719" anchor="ctr"/>
          <a:lstStyle/>
          <a:p>
            <a:pPr>
              <a:defRPr sz="1400"/>
            </a:pPr>
            <a:endParaRPr/>
          </a:p>
        </p:txBody>
      </p:sp>
      <p:sp>
        <p:nvSpPr>
          <p:cNvPr id="215" name="2017"/>
          <p:cNvSpPr txBox="1"/>
          <p:nvPr/>
        </p:nvSpPr>
        <p:spPr>
          <a:xfrm>
            <a:off x="9067980" y="10005701"/>
            <a:ext cx="958978"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dirty="0">
                <a:solidFill>
                  <a:srgbClr val="243646"/>
                </a:solidFill>
                <a:latin typeface="PT Sans Narrow" charset="-52"/>
                <a:ea typeface="PT Sans Narrow" charset="-52"/>
                <a:cs typeface="PT Sans Narrow" charset="-52"/>
              </a:rPr>
              <a:t>2017</a:t>
            </a:r>
          </a:p>
        </p:txBody>
      </p:sp>
      <p:sp>
        <p:nvSpPr>
          <p:cNvPr id="216" name="2018"/>
          <p:cNvSpPr txBox="1"/>
          <p:nvPr/>
        </p:nvSpPr>
        <p:spPr>
          <a:xfrm>
            <a:off x="15189379" y="10005701"/>
            <a:ext cx="958978"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a:solidFill>
                  <a:srgbClr val="243646"/>
                </a:solidFill>
                <a:latin typeface="PT Sans Narrow" charset="-52"/>
                <a:ea typeface="PT Sans Narrow" charset="-52"/>
                <a:cs typeface="PT Sans Narrow" charset="-52"/>
              </a:rPr>
              <a:t>2018</a:t>
            </a:r>
          </a:p>
        </p:txBody>
      </p:sp>
      <p:sp>
        <p:nvSpPr>
          <p:cNvPr id="217"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a:t>
            </a:r>
            <a:r>
              <a:rPr dirty="0">
                <a:solidFill>
                  <a:srgbClr val="243646"/>
                </a:solidFill>
                <a:latin typeface="PT Sans Narrow" charset="-52"/>
                <a:ea typeface="PT Sans Narrow" charset="-52"/>
                <a:cs typeface="PT Sans Narrow" charset="-52"/>
              </a:rPr>
              <a:t> </a:t>
            </a:r>
            <a:r>
              <a:rPr b="1" dirty="0">
                <a:solidFill>
                  <a:srgbClr val="243646"/>
                </a:solidFill>
                <a:latin typeface="PT Sans Narrow" charset="-52"/>
                <a:ea typeface="PT Sans Narrow" charset="-52"/>
                <a:cs typeface="PT Sans Narrow" charset="-52"/>
                <a:sym typeface="Avenir Heavy"/>
              </a:rPr>
              <a:t>Roadmap</a:t>
            </a:r>
          </a:p>
        </p:txBody>
      </p:sp>
      <p:sp>
        <p:nvSpPr>
          <p:cNvPr id="218"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 </a:t>
            </a:r>
            <a:r>
              <a:rPr sz="2000" dirty="0">
                <a:solidFill>
                  <a:srgbClr val="A6A6A6"/>
                </a:solidFill>
              </a:rPr>
              <a:t>NAME, COMPANY NAME]</a:t>
            </a:r>
          </a:p>
        </p:txBody>
      </p:sp>
      <p:sp>
        <p:nvSpPr>
          <p:cNvPr id="44"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a:t>
            </a:r>
            <a:r>
              <a:rPr dirty="0"/>
              <a:t>, LLC</a:t>
            </a:r>
          </a:p>
        </p:txBody>
      </p:sp>
      <p:pic>
        <p:nvPicPr>
          <p:cNvPr id="41" name="Picture 4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789774374"/>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19</a:t>
            </a:fld>
            <a:endParaRPr/>
          </a:p>
        </p:txBody>
      </p:sp>
      <p:sp>
        <p:nvSpPr>
          <p:cNvPr id="286" name="Shape"/>
          <p:cNvSpPr/>
          <p:nvPr/>
        </p:nvSpPr>
        <p:spPr>
          <a:xfrm>
            <a:off x="3906737" y="4298677"/>
            <a:ext cx="2705930" cy="270898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046993"/>
          </a:solidFill>
          <a:ln w="63500">
            <a:solidFill>
              <a:srgbClr val="243646"/>
            </a:solidFill>
            <a:miter lim="400000"/>
          </a:ln>
        </p:spPr>
        <p:txBody>
          <a:bodyPr lIns="109727" tIns="109727" rIns="109727" bIns="109727"/>
          <a:lstStyle/>
          <a:p>
            <a:endParaRPr/>
          </a:p>
        </p:txBody>
      </p:sp>
      <p:sp>
        <p:nvSpPr>
          <p:cNvPr id="287" name="Q1"/>
          <p:cNvSpPr txBox="1"/>
          <p:nvPr/>
        </p:nvSpPr>
        <p:spPr>
          <a:xfrm>
            <a:off x="4937303" y="7153506"/>
            <a:ext cx="644790"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dirty="0">
                <a:solidFill>
                  <a:srgbClr val="243646"/>
                </a:solidFill>
                <a:latin typeface="PT Sans Narrow" charset="-52"/>
                <a:ea typeface="PT Sans Narrow" charset="-52"/>
                <a:cs typeface="PT Sans Narrow" charset="-52"/>
              </a:rPr>
              <a:t>Q1</a:t>
            </a:r>
          </a:p>
        </p:txBody>
      </p:sp>
      <p:sp>
        <p:nvSpPr>
          <p:cNvPr id="288" name="Et am harum quidem rerum on facilis."/>
          <p:cNvSpPr txBox="1"/>
          <p:nvPr/>
        </p:nvSpPr>
        <p:spPr>
          <a:xfrm>
            <a:off x="3544764" y="7522840"/>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289" name="Shape"/>
          <p:cNvSpPr/>
          <p:nvPr/>
        </p:nvSpPr>
        <p:spPr>
          <a:xfrm>
            <a:off x="7950923" y="6168347"/>
            <a:ext cx="2705929" cy="270898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469DA8"/>
          </a:solidFill>
          <a:ln w="63500">
            <a:solidFill>
              <a:schemeClr val="accent3">
                <a:lumOff val="25098"/>
              </a:schemeClr>
            </a:solidFill>
            <a:miter lim="400000"/>
          </a:ln>
        </p:spPr>
        <p:txBody>
          <a:bodyPr lIns="109727" tIns="109727" rIns="109727" bIns="109727"/>
          <a:lstStyle/>
          <a:p>
            <a:endParaRPr/>
          </a:p>
        </p:txBody>
      </p:sp>
      <p:sp>
        <p:nvSpPr>
          <p:cNvPr id="290" name="Q2"/>
          <p:cNvSpPr txBox="1"/>
          <p:nvPr/>
        </p:nvSpPr>
        <p:spPr>
          <a:xfrm>
            <a:off x="8981498" y="9023176"/>
            <a:ext cx="644790"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Q2</a:t>
            </a:r>
          </a:p>
        </p:txBody>
      </p:sp>
      <p:sp>
        <p:nvSpPr>
          <p:cNvPr id="291" name="Et am harum quidem rerum on facilis."/>
          <p:cNvSpPr txBox="1"/>
          <p:nvPr/>
        </p:nvSpPr>
        <p:spPr>
          <a:xfrm>
            <a:off x="7588949" y="9392509"/>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292" name="Shape"/>
          <p:cNvSpPr/>
          <p:nvPr/>
        </p:nvSpPr>
        <p:spPr>
          <a:xfrm>
            <a:off x="11794031" y="4298677"/>
            <a:ext cx="2705929" cy="270898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046993"/>
          </a:solidFill>
          <a:ln w="63500">
            <a:solidFill>
              <a:srgbClr val="243646"/>
            </a:solidFill>
            <a:miter lim="400000"/>
          </a:ln>
        </p:spPr>
        <p:txBody>
          <a:bodyPr lIns="109727" tIns="109727" rIns="109727" bIns="109727"/>
          <a:lstStyle/>
          <a:p>
            <a:endParaRPr/>
          </a:p>
        </p:txBody>
      </p:sp>
      <p:sp>
        <p:nvSpPr>
          <p:cNvPr id="293" name="Q3"/>
          <p:cNvSpPr txBox="1"/>
          <p:nvPr/>
        </p:nvSpPr>
        <p:spPr>
          <a:xfrm>
            <a:off x="12824601" y="7153506"/>
            <a:ext cx="644790"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Q3</a:t>
            </a:r>
          </a:p>
        </p:txBody>
      </p:sp>
      <p:sp>
        <p:nvSpPr>
          <p:cNvPr id="294" name="Et am harum quidem rerum on facilis."/>
          <p:cNvSpPr txBox="1"/>
          <p:nvPr/>
        </p:nvSpPr>
        <p:spPr>
          <a:xfrm>
            <a:off x="11432058" y="7522840"/>
            <a:ext cx="3429872"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295" name="Shape"/>
          <p:cNvSpPr/>
          <p:nvPr/>
        </p:nvSpPr>
        <p:spPr>
          <a:xfrm>
            <a:off x="15838216" y="6168347"/>
            <a:ext cx="2705929" cy="270898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3" y="0"/>
                  <a:pt x="0" y="4833"/>
                  <a:pt x="0" y="10800"/>
                </a:cubicBezTo>
                <a:cubicBezTo>
                  <a:pt x="0" y="16767"/>
                  <a:pt x="4833" y="21600"/>
                  <a:pt x="10800" y="21600"/>
                </a:cubicBezTo>
                <a:cubicBezTo>
                  <a:pt x="16767" y="21600"/>
                  <a:pt x="21600" y="16767"/>
                  <a:pt x="21600" y="10800"/>
                </a:cubicBezTo>
                <a:cubicBezTo>
                  <a:pt x="21600" y="4833"/>
                  <a:pt x="16767" y="0"/>
                  <a:pt x="10800" y="0"/>
                </a:cubicBezTo>
                <a:close/>
                <a:moveTo>
                  <a:pt x="10800" y="21441"/>
                </a:moveTo>
                <a:cubicBezTo>
                  <a:pt x="4924" y="21441"/>
                  <a:pt x="159" y="16676"/>
                  <a:pt x="159" y="10800"/>
                </a:cubicBezTo>
                <a:cubicBezTo>
                  <a:pt x="159" y="4924"/>
                  <a:pt x="4924" y="159"/>
                  <a:pt x="10800" y="159"/>
                </a:cubicBezTo>
                <a:cubicBezTo>
                  <a:pt x="16676" y="159"/>
                  <a:pt x="21441" y="4924"/>
                  <a:pt x="21441" y="10800"/>
                </a:cubicBezTo>
                <a:cubicBezTo>
                  <a:pt x="21441" y="16676"/>
                  <a:pt x="16676" y="21441"/>
                  <a:pt x="10800" y="21441"/>
                </a:cubicBezTo>
                <a:close/>
              </a:path>
            </a:pathLst>
          </a:custGeom>
          <a:solidFill>
            <a:srgbClr val="469DA8"/>
          </a:solidFill>
          <a:ln w="63500">
            <a:solidFill>
              <a:schemeClr val="accent3">
                <a:lumOff val="25098"/>
              </a:schemeClr>
            </a:solidFill>
            <a:miter lim="400000"/>
          </a:ln>
        </p:spPr>
        <p:txBody>
          <a:bodyPr lIns="109727" tIns="109727" rIns="109727" bIns="109727"/>
          <a:lstStyle/>
          <a:p>
            <a:endParaRPr/>
          </a:p>
        </p:txBody>
      </p:sp>
      <p:sp>
        <p:nvSpPr>
          <p:cNvPr id="296" name="Q4"/>
          <p:cNvSpPr txBox="1"/>
          <p:nvPr/>
        </p:nvSpPr>
        <p:spPr>
          <a:xfrm>
            <a:off x="16868791" y="9023176"/>
            <a:ext cx="644790"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Q4</a:t>
            </a:r>
          </a:p>
        </p:txBody>
      </p:sp>
      <p:sp>
        <p:nvSpPr>
          <p:cNvPr id="297" name="Et am harum quidem rerum on facilis."/>
          <p:cNvSpPr txBox="1"/>
          <p:nvPr/>
        </p:nvSpPr>
        <p:spPr>
          <a:xfrm>
            <a:off x="15476242" y="9392509"/>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298" name="Shape"/>
          <p:cNvSpPr/>
          <p:nvPr/>
        </p:nvSpPr>
        <p:spPr>
          <a:xfrm>
            <a:off x="4781808" y="5380093"/>
            <a:ext cx="955780" cy="546154"/>
          </a:xfrm>
          <a:custGeom>
            <a:avLst/>
            <a:gdLst/>
            <a:ahLst/>
            <a:cxnLst>
              <a:cxn ang="0">
                <a:pos x="wd2" y="hd2"/>
              </a:cxn>
              <a:cxn ang="5400000">
                <a:pos x="wd2" y="hd2"/>
              </a:cxn>
              <a:cxn ang="10800000">
                <a:pos x="wd2" y="hd2"/>
              </a:cxn>
              <a:cxn ang="16200000">
                <a:pos x="wd2" y="hd2"/>
              </a:cxn>
            </a:cxnLst>
            <a:rect l="0" t="0" r="r" b="b"/>
            <a:pathLst>
              <a:path w="21600" h="21600" extrusionOk="0">
                <a:moveTo>
                  <a:pt x="15099" y="10800"/>
                </a:moveTo>
                <a:cubicBezTo>
                  <a:pt x="15099" y="6703"/>
                  <a:pt x="13212" y="3352"/>
                  <a:pt x="10905" y="3352"/>
                </a:cubicBezTo>
                <a:cubicBezTo>
                  <a:pt x="8388" y="3352"/>
                  <a:pt x="6711" y="6703"/>
                  <a:pt x="6711" y="10800"/>
                </a:cubicBezTo>
                <a:cubicBezTo>
                  <a:pt x="6711" y="14897"/>
                  <a:pt x="8388" y="18248"/>
                  <a:pt x="10905" y="18248"/>
                </a:cubicBezTo>
                <a:cubicBezTo>
                  <a:pt x="13212" y="18248"/>
                  <a:pt x="15099" y="14897"/>
                  <a:pt x="15099" y="10800"/>
                </a:cubicBezTo>
                <a:close/>
                <a:moveTo>
                  <a:pt x="21600" y="10055"/>
                </a:moveTo>
                <a:cubicBezTo>
                  <a:pt x="21600" y="10055"/>
                  <a:pt x="17616" y="21600"/>
                  <a:pt x="10695" y="21600"/>
                </a:cubicBezTo>
                <a:cubicBezTo>
                  <a:pt x="4194" y="21600"/>
                  <a:pt x="0" y="10055"/>
                  <a:pt x="0" y="10055"/>
                </a:cubicBezTo>
                <a:cubicBezTo>
                  <a:pt x="0" y="10055"/>
                  <a:pt x="3984" y="0"/>
                  <a:pt x="10695" y="0"/>
                </a:cubicBezTo>
                <a:cubicBezTo>
                  <a:pt x="17616" y="0"/>
                  <a:pt x="21600" y="10055"/>
                  <a:pt x="21600" y="10055"/>
                </a:cubicBezTo>
                <a:close/>
                <a:moveTo>
                  <a:pt x="12583" y="10800"/>
                </a:moveTo>
                <a:cubicBezTo>
                  <a:pt x="12583" y="12662"/>
                  <a:pt x="11744" y="13779"/>
                  <a:pt x="10905" y="13779"/>
                </a:cubicBezTo>
                <a:cubicBezTo>
                  <a:pt x="9856" y="13779"/>
                  <a:pt x="9017" y="12662"/>
                  <a:pt x="9017" y="10800"/>
                </a:cubicBezTo>
                <a:cubicBezTo>
                  <a:pt x="9017" y="8938"/>
                  <a:pt x="9856" y="7821"/>
                  <a:pt x="10905" y="7821"/>
                </a:cubicBezTo>
                <a:cubicBezTo>
                  <a:pt x="11744" y="7821"/>
                  <a:pt x="12583" y="8938"/>
                  <a:pt x="12583" y="10800"/>
                </a:cubicBezTo>
                <a:close/>
              </a:path>
            </a:pathLst>
          </a:custGeom>
          <a:solidFill>
            <a:srgbClr val="535353"/>
          </a:solidFill>
          <a:ln w="12700">
            <a:miter lim="400000"/>
          </a:ln>
        </p:spPr>
        <p:txBody>
          <a:bodyPr lIns="109727" tIns="109727" rIns="109727" bIns="109727"/>
          <a:lstStyle/>
          <a:p>
            <a:pPr>
              <a:defRPr>
                <a:solidFill>
                  <a:srgbClr val="469DA8"/>
                </a:solidFill>
              </a:defRPr>
            </a:pPr>
            <a:endParaRPr/>
          </a:p>
        </p:txBody>
      </p:sp>
      <p:sp>
        <p:nvSpPr>
          <p:cNvPr id="299" name="Shape"/>
          <p:cNvSpPr/>
          <p:nvPr/>
        </p:nvSpPr>
        <p:spPr>
          <a:xfrm>
            <a:off x="12700040" y="5113732"/>
            <a:ext cx="928465" cy="791938"/>
          </a:xfrm>
          <a:custGeom>
            <a:avLst/>
            <a:gdLst/>
            <a:ahLst/>
            <a:cxnLst>
              <a:cxn ang="0">
                <a:pos x="wd2" y="hd2"/>
              </a:cxn>
              <a:cxn ang="5400000">
                <a:pos x="wd2" y="hd2"/>
              </a:cxn>
              <a:cxn ang="10800000">
                <a:pos x="wd2" y="hd2"/>
              </a:cxn>
              <a:cxn ang="16200000">
                <a:pos x="wd2" y="hd2"/>
              </a:cxn>
            </a:cxnLst>
            <a:rect l="0" t="0" r="r" b="b"/>
            <a:pathLst>
              <a:path w="21600" h="21600" extrusionOk="0">
                <a:moveTo>
                  <a:pt x="11324" y="6861"/>
                </a:moveTo>
                <a:cubicBezTo>
                  <a:pt x="11324" y="7624"/>
                  <a:pt x="11324" y="7624"/>
                  <a:pt x="11324" y="7624"/>
                </a:cubicBezTo>
                <a:cubicBezTo>
                  <a:pt x="10276" y="7624"/>
                  <a:pt x="10276" y="7624"/>
                  <a:pt x="10276" y="7624"/>
                </a:cubicBezTo>
                <a:cubicBezTo>
                  <a:pt x="10276" y="6861"/>
                  <a:pt x="10276" y="6861"/>
                  <a:pt x="10276" y="6861"/>
                </a:cubicBezTo>
                <a:cubicBezTo>
                  <a:pt x="10276" y="5082"/>
                  <a:pt x="9856" y="4828"/>
                  <a:pt x="8388" y="4574"/>
                </a:cubicBezTo>
                <a:cubicBezTo>
                  <a:pt x="6082" y="4066"/>
                  <a:pt x="5243" y="3049"/>
                  <a:pt x="5662" y="0"/>
                </a:cubicBezTo>
                <a:cubicBezTo>
                  <a:pt x="6711" y="254"/>
                  <a:pt x="6711" y="254"/>
                  <a:pt x="6711" y="254"/>
                </a:cubicBezTo>
                <a:cubicBezTo>
                  <a:pt x="6291" y="2541"/>
                  <a:pt x="6711" y="3049"/>
                  <a:pt x="8598" y="3304"/>
                </a:cubicBezTo>
                <a:cubicBezTo>
                  <a:pt x="9856" y="3558"/>
                  <a:pt x="11324" y="4066"/>
                  <a:pt x="11324" y="6861"/>
                </a:cubicBezTo>
                <a:close/>
                <a:moveTo>
                  <a:pt x="18245" y="15755"/>
                </a:moveTo>
                <a:cubicBezTo>
                  <a:pt x="18035" y="16264"/>
                  <a:pt x="17616" y="16264"/>
                  <a:pt x="17196" y="15755"/>
                </a:cubicBezTo>
                <a:cubicBezTo>
                  <a:pt x="16986" y="15501"/>
                  <a:pt x="16986" y="14739"/>
                  <a:pt x="17196" y="14485"/>
                </a:cubicBezTo>
                <a:cubicBezTo>
                  <a:pt x="17616" y="14231"/>
                  <a:pt x="18035" y="14231"/>
                  <a:pt x="18245" y="14485"/>
                </a:cubicBezTo>
                <a:cubicBezTo>
                  <a:pt x="18664" y="14739"/>
                  <a:pt x="18664" y="15501"/>
                  <a:pt x="18245" y="15755"/>
                </a:cubicBezTo>
                <a:close/>
                <a:moveTo>
                  <a:pt x="16567" y="17534"/>
                </a:moveTo>
                <a:cubicBezTo>
                  <a:pt x="16357" y="17788"/>
                  <a:pt x="15938" y="17788"/>
                  <a:pt x="15518" y="17534"/>
                </a:cubicBezTo>
                <a:cubicBezTo>
                  <a:pt x="15309" y="17026"/>
                  <a:pt x="15309" y="16518"/>
                  <a:pt x="15518" y="16264"/>
                </a:cubicBezTo>
                <a:cubicBezTo>
                  <a:pt x="15938" y="15755"/>
                  <a:pt x="16357" y="15755"/>
                  <a:pt x="16567" y="16264"/>
                </a:cubicBezTo>
                <a:cubicBezTo>
                  <a:pt x="16986" y="16518"/>
                  <a:pt x="16986" y="17026"/>
                  <a:pt x="16567" y="17534"/>
                </a:cubicBezTo>
                <a:close/>
                <a:moveTo>
                  <a:pt x="14889" y="15755"/>
                </a:moveTo>
                <a:cubicBezTo>
                  <a:pt x="14680" y="16264"/>
                  <a:pt x="14050" y="16264"/>
                  <a:pt x="13841" y="15755"/>
                </a:cubicBezTo>
                <a:cubicBezTo>
                  <a:pt x="13421" y="15501"/>
                  <a:pt x="13421" y="14739"/>
                  <a:pt x="13841" y="14485"/>
                </a:cubicBezTo>
                <a:cubicBezTo>
                  <a:pt x="14050" y="14231"/>
                  <a:pt x="14680" y="14231"/>
                  <a:pt x="14889" y="14485"/>
                </a:cubicBezTo>
                <a:cubicBezTo>
                  <a:pt x="15099" y="14739"/>
                  <a:pt x="15099" y="15501"/>
                  <a:pt x="14889" y="15755"/>
                </a:cubicBezTo>
                <a:close/>
                <a:moveTo>
                  <a:pt x="15518" y="12960"/>
                </a:moveTo>
                <a:cubicBezTo>
                  <a:pt x="15938" y="12452"/>
                  <a:pt x="16357" y="12452"/>
                  <a:pt x="16567" y="12960"/>
                </a:cubicBezTo>
                <a:cubicBezTo>
                  <a:pt x="16986" y="13214"/>
                  <a:pt x="16986" y="13722"/>
                  <a:pt x="16567" y="14231"/>
                </a:cubicBezTo>
                <a:cubicBezTo>
                  <a:pt x="16357" y="14485"/>
                  <a:pt x="15938" y="14485"/>
                  <a:pt x="15518" y="14231"/>
                </a:cubicBezTo>
                <a:cubicBezTo>
                  <a:pt x="15309" y="13722"/>
                  <a:pt x="15309" y="13214"/>
                  <a:pt x="15518" y="12960"/>
                </a:cubicBezTo>
                <a:close/>
                <a:moveTo>
                  <a:pt x="11744" y="16009"/>
                </a:moveTo>
                <a:cubicBezTo>
                  <a:pt x="10066" y="16009"/>
                  <a:pt x="10066" y="16009"/>
                  <a:pt x="10066" y="16009"/>
                </a:cubicBezTo>
                <a:cubicBezTo>
                  <a:pt x="10066" y="14993"/>
                  <a:pt x="10066" y="14993"/>
                  <a:pt x="10066" y="14993"/>
                </a:cubicBezTo>
                <a:cubicBezTo>
                  <a:pt x="11744" y="14993"/>
                  <a:pt x="11744" y="14993"/>
                  <a:pt x="11744" y="14993"/>
                </a:cubicBezTo>
                <a:lnTo>
                  <a:pt x="11744" y="16009"/>
                </a:lnTo>
                <a:close/>
                <a:moveTo>
                  <a:pt x="7550" y="16009"/>
                </a:moveTo>
                <a:cubicBezTo>
                  <a:pt x="6082" y="16009"/>
                  <a:pt x="6082" y="16009"/>
                  <a:pt x="6082" y="16009"/>
                </a:cubicBezTo>
                <a:cubicBezTo>
                  <a:pt x="6082" y="17788"/>
                  <a:pt x="6082" y="17788"/>
                  <a:pt x="6082" y="17788"/>
                </a:cubicBezTo>
                <a:cubicBezTo>
                  <a:pt x="4823" y="17788"/>
                  <a:pt x="4823" y="17788"/>
                  <a:pt x="4823" y="17788"/>
                </a:cubicBezTo>
                <a:cubicBezTo>
                  <a:pt x="4823" y="16009"/>
                  <a:pt x="4823" y="16009"/>
                  <a:pt x="4823" y="16009"/>
                </a:cubicBezTo>
                <a:cubicBezTo>
                  <a:pt x="3355" y="16009"/>
                  <a:pt x="3355" y="16009"/>
                  <a:pt x="3355" y="16009"/>
                </a:cubicBezTo>
                <a:cubicBezTo>
                  <a:pt x="3355" y="14485"/>
                  <a:pt x="3355" y="14485"/>
                  <a:pt x="3355" y="14485"/>
                </a:cubicBezTo>
                <a:cubicBezTo>
                  <a:pt x="4823" y="14485"/>
                  <a:pt x="4823" y="14485"/>
                  <a:pt x="4823" y="14485"/>
                </a:cubicBezTo>
                <a:cubicBezTo>
                  <a:pt x="4823" y="12706"/>
                  <a:pt x="4823" y="12706"/>
                  <a:pt x="4823" y="12706"/>
                </a:cubicBezTo>
                <a:cubicBezTo>
                  <a:pt x="6082" y="12706"/>
                  <a:pt x="6082" y="12706"/>
                  <a:pt x="6082" y="12706"/>
                </a:cubicBezTo>
                <a:cubicBezTo>
                  <a:pt x="6082" y="14485"/>
                  <a:pt x="6082" y="14485"/>
                  <a:pt x="6082" y="14485"/>
                </a:cubicBezTo>
                <a:cubicBezTo>
                  <a:pt x="7550" y="14485"/>
                  <a:pt x="7550" y="14485"/>
                  <a:pt x="7550" y="14485"/>
                </a:cubicBezTo>
                <a:lnTo>
                  <a:pt x="7550" y="16009"/>
                </a:lnTo>
                <a:close/>
                <a:moveTo>
                  <a:pt x="16567" y="8894"/>
                </a:moveTo>
                <a:cubicBezTo>
                  <a:pt x="5243" y="8894"/>
                  <a:pt x="5243" y="8894"/>
                  <a:pt x="5243" y="8894"/>
                </a:cubicBezTo>
                <a:cubicBezTo>
                  <a:pt x="2307" y="8894"/>
                  <a:pt x="0" y="11689"/>
                  <a:pt x="0" y="15247"/>
                </a:cubicBezTo>
                <a:cubicBezTo>
                  <a:pt x="0" y="18805"/>
                  <a:pt x="2307" y="21600"/>
                  <a:pt x="5243" y="21600"/>
                </a:cubicBezTo>
                <a:cubicBezTo>
                  <a:pt x="6711" y="21600"/>
                  <a:pt x="7759" y="20838"/>
                  <a:pt x="8808" y="20075"/>
                </a:cubicBezTo>
                <a:cubicBezTo>
                  <a:pt x="9856" y="18805"/>
                  <a:pt x="11744" y="18551"/>
                  <a:pt x="12792" y="19821"/>
                </a:cubicBezTo>
                <a:cubicBezTo>
                  <a:pt x="13841" y="20838"/>
                  <a:pt x="15099" y="21600"/>
                  <a:pt x="16357" y="21600"/>
                </a:cubicBezTo>
                <a:cubicBezTo>
                  <a:pt x="19293" y="21600"/>
                  <a:pt x="21600" y="18805"/>
                  <a:pt x="21600" y="15247"/>
                </a:cubicBezTo>
                <a:cubicBezTo>
                  <a:pt x="21600" y="11689"/>
                  <a:pt x="19293" y="8894"/>
                  <a:pt x="16567" y="8894"/>
                </a:cubicBezTo>
                <a:close/>
                <a:moveTo>
                  <a:pt x="16567" y="10673"/>
                </a:moveTo>
                <a:cubicBezTo>
                  <a:pt x="18454" y="10927"/>
                  <a:pt x="20132" y="12706"/>
                  <a:pt x="20132" y="15247"/>
                </a:cubicBezTo>
                <a:cubicBezTo>
                  <a:pt x="20132" y="17788"/>
                  <a:pt x="18454" y="19567"/>
                  <a:pt x="16357" y="19567"/>
                </a:cubicBezTo>
                <a:cubicBezTo>
                  <a:pt x="15518" y="19567"/>
                  <a:pt x="14680" y="19313"/>
                  <a:pt x="13841" y="18551"/>
                </a:cubicBezTo>
                <a:cubicBezTo>
                  <a:pt x="12163" y="16518"/>
                  <a:pt x="9437" y="16518"/>
                  <a:pt x="7759" y="18551"/>
                </a:cubicBezTo>
                <a:cubicBezTo>
                  <a:pt x="7130" y="19313"/>
                  <a:pt x="6082" y="19567"/>
                  <a:pt x="5243" y="19567"/>
                </a:cubicBezTo>
                <a:cubicBezTo>
                  <a:pt x="3355" y="19567"/>
                  <a:pt x="1678" y="17788"/>
                  <a:pt x="1678" y="15247"/>
                </a:cubicBezTo>
                <a:cubicBezTo>
                  <a:pt x="1678" y="12706"/>
                  <a:pt x="3355" y="10673"/>
                  <a:pt x="5243" y="10673"/>
                </a:cubicBezTo>
                <a:lnTo>
                  <a:pt x="16567" y="10673"/>
                </a:lnTo>
                <a:close/>
              </a:path>
            </a:pathLst>
          </a:custGeom>
          <a:solidFill>
            <a:srgbClr val="535353"/>
          </a:solidFill>
          <a:ln w="12700">
            <a:miter lim="400000"/>
          </a:ln>
        </p:spPr>
        <p:txBody>
          <a:bodyPr lIns="109727" tIns="109727" rIns="109727" bIns="109727"/>
          <a:lstStyle/>
          <a:p>
            <a:pPr>
              <a:defRPr>
                <a:solidFill>
                  <a:srgbClr val="469DA8"/>
                </a:solidFill>
              </a:defRPr>
            </a:pPr>
            <a:endParaRPr/>
          </a:p>
        </p:txBody>
      </p:sp>
      <p:sp>
        <p:nvSpPr>
          <p:cNvPr id="300" name="Shape"/>
          <p:cNvSpPr/>
          <p:nvPr/>
        </p:nvSpPr>
        <p:spPr>
          <a:xfrm>
            <a:off x="8921574" y="7036693"/>
            <a:ext cx="764621" cy="928465"/>
          </a:xfrm>
          <a:custGeom>
            <a:avLst/>
            <a:gdLst/>
            <a:ahLst/>
            <a:cxnLst>
              <a:cxn ang="0">
                <a:pos x="wd2" y="hd2"/>
              </a:cxn>
              <a:cxn ang="5400000">
                <a:pos x="wd2" y="hd2"/>
              </a:cxn>
              <a:cxn ang="10800000">
                <a:pos x="wd2" y="hd2"/>
              </a:cxn>
              <a:cxn ang="16200000">
                <a:pos x="wd2" y="hd2"/>
              </a:cxn>
            </a:cxnLst>
            <a:rect l="0" t="0" r="r" b="b"/>
            <a:pathLst>
              <a:path w="21600" h="21600" extrusionOk="0">
                <a:moveTo>
                  <a:pt x="8132" y="17825"/>
                </a:moveTo>
                <a:cubicBezTo>
                  <a:pt x="8132" y="2936"/>
                  <a:pt x="8132" y="2936"/>
                  <a:pt x="8132" y="2936"/>
                </a:cubicBezTo>
                <a:cubicBezTo>
                  <a:pt x="4574" y="2936"/>
                  <a:pt x="4574" y="2936"/>
                  <a:pt x="4574" y="2936"/>
                </a:cubicBezTo>
                <a:cubicBezTo>
                  <a:pt x="3304" y="2936"/>
                  <a:pt x="2287" y="3775"/>
                  <a:pt x="2287" y="4823"/>
                </a:cubicBezTo>
                <a:cubicBezTo>
                  <a:pt x="0" y="4823"/>
                  <a:pt x="0" y="4823"/>
                  <a:pt x="0" y="4823"/>
                </a:cubicBezTo>
                <a:cubicBezTo>
                  <a:pt x="0" y="0"/>
                  <a:pt x="0" y="0"/>
                  <a:pt x="0" y="0"/>
                </a:cubicBezTo>
                <a:cubicBezTo>
                  <a:pt x="21346" y="0"/>
                  <a:pt x="21346" y="0"/>
                  <a:pt x="21346" y="0"/>
                </a:cubicBezTo>
                <a:cubicBezTo>
                  <a:pt x="21346" y="4823"/>
                  <a:pt x="21346" y="4823"/>
                  <a:pt x="21346" y="4823"/>
                </a:cubicBezTo>
                <a:cubicBezTo>
                  <a:pt x="19059" y="4823"/>
                  <a:pt x="19059" y="4823"/>
                  <a:pt x="19059" y="4823"/>
                </a:cubicBezTo>
                <a:cubicBezTo>
                  <a:pt x="19059" y="3775"/>
                  <a:pt x="18042" y="2936"/>
                  <a:pt x="16772" y="2936"/>
                </a:cubicBezTo>
                <a:cubicBezTo>
                  <a:pt x="13214" y="2936"/>
                  <a:pt x="13214" y="2936"/>
                  <a:pt x="13214" y="2936"/>
                </a:cubicBezTo>
                <a:cubicBezTo>
                  <a:pt x="13214" y="12373"/>
                  <a:pt x="13214" y="12373"/>
                  <a:pt x="13214" y="12373"/>
                </a:cubicBezTo>
                <a:cubicBezTo>
                  <a:pt x="11689" y="14470"/>
                  <a:pt x="10673" y="15938"/>
                  <a:pt x="10673" y="17825"/>
                </a:cubicBezTo>
                <a:cubicBezTo>
                  <a:pt x="10673" y="19293"/>
                  <a:pt x="11435" y="20551"/>
                  <a:pt x="12706" y="21600"/>
                </a:cubicBezTo>
                <a:cubicBezTo>
                  <a:pt x="5082" y="21600"/>
                  <a:pt x="5082" y="21600"/>
                  <a:pt x="5082" y="21600"/>
                </a:cubicBezTo>
                <a:cubicBezTo>
                  <a:pt x="5082" y="19713"/>
                  <a:pt x="5082" y="19713"/>
                  <a:pt x="5082" y="19713"/>
                </a:cubicBezTo>
                <a:cubicBezTo>
                  <a:pt x="5845" y="19713"/>
                  <a:pt x="5845" y="19713"/>
                  <a:pt x="5845" y="19713"/>
                </a:cubicBezTo>
                <a:cubicBezTo>
                  <a:pt x="7115" y="19713"/>
                  <a:pt x="8132" y="18874"/>
                  <a:pt x="8132" y="17825"/>
                </a:cubicBezTo>
                <a:close/>
                <a:moveTo>
                  <a:pt x="17534" y="15099"/>
                </a:moveTo>
                <a:cubicBezTo>
                  <a:pt x="16772" y="16357"/>
                  <a:pt x="14993" y="16148"/>
                  <a:pt x="16009" y="14260"/>
                </a:cubicBezTo>
                <a:cubicBezTo>
                  <a:pt x="16518" y="13631"/>
                  <a:pt x="16772" y="13212"/>
                  <a:pt x="17026" y="12583"/>
                </a:cubicBezTo>
                <a:cubicBezTo>
                  <a:pt x="17534" y="13212"/>
                  <a:pt x="17788" y="14260"/>
                  <a:pt x="17534" y="15099"/>
                </a:cubicBezTo>
                <a:close/>
                <a:moveTo>
                  <a:pt x="17280" y="10276"/>
                </a:moveTo>
                <a:cubicBezTo>
                  <a:pt x="14485" y="13631"/>
                  <a:pt x="12706" y="15728"/>
                  <a:pt x="12706" y="17825"/>
                </a:cubicBezTo>
                <a:cubicBezTo>
                  <a:pt x="12706" y="19922"/>
                  <a:pt x="14739" y="21600"/>
                  <a:pt x="17280" y="21600"/>
                </a:cubicBezTo>
                <a:cubicBezTo>
                  <a:pt x="19567" y="21600"/>
                  <a:pt x="21600" y="19922"/>
                  <a:pt x="21600" y="17825"/>
                </a:cubicBezTo>
                <a:cubicBezTo>
                  <a:pt x="21600" y="15728"/>
                  <a:pt x="19821" y="13631"/>
                  <a:pt x="17280" y="10276"/>
                </a:cubicBezTo>
                <a:close/>
              </a:path>
            </a:pathLst>
          </a:custGeom>
          <a:solidFill>
            <a:srgbClr val="535353"/>
          </a:solidFill>
          <a:ln w="12700">
            <a:miter lim="400000"/>
          </a:ln>
        </p:spPr>
        <p:txBody>
          <a:bodyPr lIns="109727" tIns="109727" rIns="109727" bIns="109727"/>
          <a:lstStyle/>
          <a:p>
            <a:pPr>
              <a:defRPr>
                <a:solidFill>
                  <a:srgbClr val="469DA8"/>
                </a:solidFill>
              </a:defRPr>
            </a:pPr>
            <a:endParaRPr/>
          </a:p>
        </p:txBody>
      </p:sp>
      <p:sp>
        <p:nvSpPr>
          <p:cNvPr id="301" name="Shape"/>
          <p:cNvSpPr/>
          <p:nvPr/>
        </p:nvSpPr>
        <p:spPr>
          <a:xfrm>
            <a:off x="16921719" y="7111065"/>
            <a:ext cx="573476" cy="918747"/>
          </a:xfrm>
          <a:custGeom>
            <a:avLst/>
            <a:gdLst/>
            <a:ahLst/>
            <a:cxnLst>
              <a:cxn ang="0">
                <a:pos x="wd2" y="hd2"/>
              </a:cxn>
              <a:cxn ang="5400000">
                <a:pos x="wd2" y="hd2"/>
              </a:cxn>
              <a:cxn ang="10800000">
                <a:pos x="wd2" y="hd2"/>
              </a:cxn>
              <a:cxn ang="16200000">
                <a:pos x="wd2" y="hd2"/>
              </a:cxn>
            </a:cxnLst>
            <a:rect l="0" t="0" r="r" b="b"/>
            <a:pathLst>
              <a:path w="21600" h="19641" extrusionOk="0">
                <a:moveTo>
                  <a:pt x="7200" y="6643"/>
                </a:moveTo>
                <a:cubicBezTo>
                  <a:pt x="5143" y="6452"/>
                  <a:pt x="5143" y="6452"/>
                  <a:pt x="5143" y="6452"/>
                </a:cubicBezTo>
                <a:cubicBezTo>
                  <a:pt x="5486" y="4540"/>
                  <a:pt x="7886" y="3011"/>
                  <a:pt x="11314" y="2629"/>
                </a:cubicBezTo>
                <a:cubicBezTo>
                  <a:pt x="12000" y="3776"/>
                  <a:pt x="12000" y="3776"/>
                  <a:pt x="12000" y="3776"/>
                </a:cubicBezTo>
                <a:cubicBezTo>
                  <a:pt x="8229" y="4158"/>
                  <a:pt x="7543" y="5687"/>
                  <a:pt x="7200" y="6643"/>
                </a:cubicBezTo>
                <a:close/>
                <a:moveTo>
                  <a:pt x="21600" y="5878"/>
                </a:moveTo>
                <a:cubicBezTo>
                  <a:pt x="21600" y="9510"/>
                  <a:pt x="16114" y="11422"/>
                  <a:pt x="16114" y="14289"/>
                </a:cubicBezTo>
                <a:cubicBezTo>
                  <a:pt x="13714" y="14289"/>
                  <a:pt x="13714" y="14289"/>
                  <a:pt x="13714" y="14289"/>
                </a:cubicBezTo>
                <a:cubicBezTo>
                  <a:pt x="13714" y="10848"/>
                  <a:pt x="19200" y="8937"/>
                  <a:pt x="19200" y="5878"/>
                </a:cubicBezTo>
                <a:cubicBezTo>
                  <a:pt x="19200" y="-47"/>
                  <a:pt x="2743" y="-47"/>
                  <a:pt x="2743" y="5878"/>
                </a:cubicBezTo>
                <a:cubicBezTo>
                  <a:pt x="2743" y="8937"/>
                  <a:pt x="7886" y="10657"/>
                  <a:pt x="8229" y="14289"/>
                </a:cubicBezTo>
                <a:cubicBezTo>
                  <a:pt x="5486" y="14289"/>
                  <a:pt x="5486" y="14289"/>
                  <a:pt x="5486" y="14289"/>
                </a:cubicBezTo>
                <a:cubicBezTo>
                  <a:pt x="5486" y="11422"/>
                  <a:pt x="0" y="9510"/>
                  <a:pt x="0" y="5878"/>
                </a:cubicBezTo>
                <a:cubicBezTo>
                  <a:pt x="0" y="-1959"/>
                  <a:pt x="21600" y="-1959"/>
                  <a:pt x="21600" y="5878"/>
                </a:cubicBezTo>
                <a:close/>
                <a:moveTo>
                  <a:pt x="7200" y="18494"/>
                </a:moveTo>
                <a:cubicBezTo>
                  <a:pt x="9257" y="19450"/>
                  <a:pt x="9257" y="19641"/>
                  <a:pt x="10286" y="19641"/>
                </a:cubicBezTo>
                <a:cubicBezTo>
                  <a:pt x="11657" y="19641"/>
                  <a:pt x="11657" y="19641"/>
                  <a:pt x="11657" y="19641"/>
                </a:cubicBezTo>
                <a:cubicBezTo>
                  <a:pt x="12343" y="19641"/>
                  <a:pt x="12343" y="19641"/>
                  <a:pt x="14400" y="18494"/>
                </a:cubicBezTo>
                <a:lnTo>
                  <a:pt x="7200" y="18494"/>
                </a:lnTo>
                <a:close/>
                <a:moveTo>
                  <a:pt x="14400" y="16774"/>
                </a:moveTo>
                <a:cubicBezTo>
                  <a:pt x="7200" y="16774"/>
                  <a:pt x="7200" y="16774"/>
                  <a:pt x="7200" y="16774"/>
                </a:cubicBezTo>
                <a:cubicBezTo>
                  <a:pt x="6857" y="16774"/>
                  <a:pt x="6171" y="17156"/>
                  <a:pt x="6171" y="17347"/>
                </a:cubicBezTo>
                <a:cubicBezTo>
                  <a:pt x="6171" y="17729"/>
                  <a:pt x="6857" y="17921"/>
                  <a:pt x="7200" y="17921"/>
                </a:cubicBezTo>
                <a:cubicBezTo>
                  <a:pt x="14400" y="17921"/>
                  <a:pt x="14400" y="17921"/>
                  <a:pt x="14400" y="17921"/>
                </a:cubicBezTo>
                <a:cubicBezTo>
                  <a:pt x="15086" y="17921"/>
                  <a:pt x="15429" y="17729"/>
                  <a:pt x="15429" y="17347"/>
                </a:cubicBezTo>
                <a:cubicBezTo>
                  <a:pt x="15429" y="17156"/>
                  <a:pt x="15086" y="16774"/>
                  <a:pt x="14400" y="16774"/>
                </a:cubicBezTo>
                <a:close/>
                <a:moveTo>
                  <a:pt x="14743" y="15053"/>
                </a:moveTo>
                <a:cubicBezTo>
                  <a:pt x="7200" y="15053"/>
                  <a:pt x="7200" y="15053"/>
                  <a:pt x="7200" y="15053"/>
                </a:cubicBezTo>
                <a:cubicBezTo>
                  <a:pt x="6514" y="15053"/>
                  <a:pt x="6171" y="15245"/>
                  <a:pt x="6171" y="15627"/>
                </a:cubicBezTo>
                <a:cubicBezTo>
                  <a:pt x="6171" y="15818"/>
                  <a:pt x="6514" y="16200"/>
                  <a:pt x="7200" y="16200"/>
                </a:cubicBezTo>
                <a:cubicBezTo>
                  <a:pt x="14743" y="16200"/>
                  <a:pt x="14743" y="16200"/>
                  <a:pt x="14743" y="16200"/>
                </a:cubicBezTo>
                <a:cubicBezTo>
                  <a:pt x="15086" y="16200"/>
                  <a:pt x="15429" y="15818"/>
                  <a:pt x="15429" y="15627"/>
                </a:cubicBezTo>
                <a:cubicBezTo>
                  <a:pt x="15429" y="15245"/>
                  <a:pt x="15086" y="15053"/>
                  <a:pt x="14743" y="15053"/>
                </a:cubicBezTo>
                <a:close/>
              </a:path>
            </a:pathLst>
          </a:custGeom>
          <a:solidFill>
            <a:srgbClr val="535353"/>
          </a:solidFill>
          <a:ln w="25400">
            <a:miter lim="400000"/>
          </a:ln>
        </p:spPr>
        <p:txBody>
          <a:bodyPr lIns="109727" tIns="109727" rIns="109727" bIns="109727"/>
          <a:lstStyle/>
          <a:p>
            <a:pPr>
              <a:defRPr>
                <a:solidFill>
                  <a:srgbClr val="EF8A3A"/>
                </a:solidFill>
              </a:defRPr>
            </a:pPr>
            <a:endParaRPr/>
          </a:p>
        </p:txBody>
      </p:sp>
      <p:sp>
        <p:nvSpPr>
          <p:cNvPr id="302" name="Shape"/>
          <p:cNvSpPr/>
          <p:nvPr/>
        </p:nvSpPr>
        <p:spPr>
          <a:xfrm rot="4794701">
            <a:off x="6796737" y="6101528"/>
            <a:ext cx="987435" cy="1016487"/>
          </a:xfrm>
          <a:custGeom>
            <a:avLst/>
            <a:gdLst/>
            <a:ahLst/>
            <a:cxnLst>
              <a:cxn ang="0">
                <a:pos x="wd2" y="hd2"/>
              </a:cxn>
              <a:cxn ang="5400000">
                <a:pos x="wd2" y="hd2"/>
              </a:cxn>
              <a:cxn ang="10800000">
                <a:pos x="wd2" y="hd2"/>
              </a:cxn>
              <a:cxn ang="16200000">
                <a:pos x="wd2" y="hd2"/>
              </a:cxn>
            </a:cxnLst>
            <a:rect l="0" t="0" r="r" b="b"/>
            <a:pathLst>
              <a:path w="21600" h="21600" extrusionOk="0">
                <a:moveTo>
                  <a:pt x="13631" y="4614"/>
                </a:moveTo>
                <a:cubicBezTo>
                  <a:pt x="14050" y="4194"/>
                  <a:pt x="14470" y="3775"/>
                  <a:pt x="14889" y="3355"/>
                </a:cubicBezTo>
                <a:cubicBezTo>
                  <a:pt x="14470" y="2517"/>
                  <a:pt x="14470" y="2517"/>
                  <a:pt x="14470" y="2517"/>
                </a:cubicBezTo>
                <a:cubicBezTo>
                  <a:pt x="13631" y="2936"/>
                  <a:pt x="13212" y="3355"/>
                  <a:pt x="12583" y="3984"/>
                </a:cubicBezTo>
                <a:lnTo>
                  <a:pt x="13631" y="4614"/>
                </a:lnTo>
                <a:close/>
                <a:moveTo>
                  <a:pt x="15309" y="1887"/>
                </a:moveTo>
                <a:cubicBezTo>
                  <a:pt x="15938" y="2936"/>
                  <a:pt x="15938" y="2936"/>
                  <a:pt x="15938" y="2936"/>
                </a:cubicBezTo>
                <a:cubicBezTo>
                  <a:pt x="16567" y="2726"/>
                  <a:pt x="17196" y="2517"/>
                  <a:pt x="17825" y="2307"/>
                </a:cubicBezTo>
                <a:cubicBezTo>
                  <a:pt x="17616" y="2097"/>
                  <a:pt x="17616" y="1887"/>
                  <a:pt x="17616" y="1468"/>
                </a:cubicBezTo>
                <a:cubicBezTo>
                  <a:pt x="17616" y="1468"/>
                  <a:pt x="17616" y="1258"/>
                  <a:pt x="17616" y="1258"/>
                </a:cubicBezTo>
                <a:cubicBezTo>
                  <a:pt x="16777" y="1468"/>
                  <a:pt x="16148" y="1678"/>
                  <a:pt x="15309" y="1887"/>
                </a:cubicBezTo>
                <a:close/>
                <a:moveTo>
                  <a:pt x="5872" y="20132"/>
                </a:moveTo>
                <a:cubicBezTo>
                  <a:pt x="5452" y="19083"/>
                  <a:pt x="5452" y="19083"/>
                  <a:pt x="5452" y="19083"/>
                </a:cubicBezTo>
                <a:cubicBezTo>
                  <a:pt x="5033" y="19293"/>
                  <a:pt x="4404" y="19503"/>
                  <a:pt x="3775" y="19503"/>
                </a:cubicBezTo>
                <a:cubicBezTo>
                  <a:pt x="3775" y="19713"/>
                  <a:pt x="3775" y="19922"/>
                  <a:pt x="3775" y="20342"/>
                </a:cubicBezTo>
                <a:cubicBezTo>
                  <a:pt x="3775" y="20342"/>
                  <a:pt x="3775" y="20551"/>
                  <a:pt x="3775" y="20551"/>
                </a:cubicBezTo>
                <a:cubicBezTo>
                  <a:pt x="4614" y="20551"/>
                  <a:pt x="5243" y="20342"/>
                  <a:pt x="5872" y="20132"/>
                </a:cubicBezTo>
                <a:close/>
                <a:moveTo>
                  <a:pt x="12163" y="5033"/>
                </a:moveTo>
                <a:cubicBezTo>
                  <a:pt x="11744" y="5662"/>
                  <a:pt x="11534" y="6501"/>
                  <a:pt x="11115" y="7130"/>
                </a:cubicBezTo>
                <a:cubicBezTo>
                  <a:pt x="12583" y="6501"/>
                  <a:pt x="12583" y="6501"/>
                  <a:pt x="12583" y="6501"/>
                </a:cubicBezTo>
                <a:cubicBezTo>
                  <a:pt x="12792" y="6291"/>
                  <a:pt x="13002" y="5872"/>
                  <a:pt x="13002" y="5662"/>
                </a:cubicBezTo>
                <a:lnTo>
                  <a:pt x="12163" y="5033"/>
                </a:lnTo>
                <a:close/>
                <a:moveTo>
                  <a:pt x="8179" y="17196"/>
                </a:moveTo>
                <a:cubicBezTo>
                  <a:pt x="7759" y="17825"/>
                  <a:pt x="7130" y="18245"/>
                  <a:pt x="6501" y="18664"/>
                </a:cubicBezTo>
                <a:cubicBezTo>
                  <a:pt x="6920" y="19713"/>
                  <a:pt x="6920" y="19713"/>
                  <a:pt x="6920" y="19713"/>
                </a:cubicBezTo>
                <a:cubicBezTo>
                  <a:pt x="7340" y="19503"/>
                  <a:pt x="7759" y="19293"/>
                  <a:pt x="8179" y="18874"/>
                </a:cubicBezTo>
                <a:lnTo>
                  <a:pt x="8179" y="17196"/>
                </a:lnTo>
                <a:close/>
                <a:moveTo>
                  <a:pt x="9437" y="14050"/>
                </a:moveTo>
                <a:cubicBezTo>
                  <a:pt x="11324" y="15938"/>
                  <a:pt x="11324" y="15938"/>
                  <a:pt x="11324" y="15938"/>
                </a:cubicBezTo>
                <a:cubicBezTo>
                  <a:pt x="9437" y="18035"/>
                  <a:pt x="9437" y="18035"/>
                  <a:pt x="9437" y="18035"/>
                </a:cubicBezTo>
                <a:lnTo>
                  <a:pt x="9437" y="14050"/>
                </a:lnTo>
                <a:close/>
                <a:moveTo>
                  <a:pt x="17616" y="5243"/>
                </a:moveTo>
                <a:cubicBezTo>
                  <a:pt x="14260" y="17406"/>
                  <a:pt x="14260" y="17406"/>
                  <a:pt x="14260" y="17406"/>
                </a:cubicBezTo>
                <a:cubicBezTo>
                  <a:pt x="9856" y="13421"/>
                  <a:pt x="9856" y="13421"/>
                  <a:pt x="9856" y="13421"/>
                </a:cubicBezTo>
                <a:cubicBezTo>
                  <a:pt x="14260" y="8808"/>
                  <a:pt x="14260" y="8808"/>
                  <a:pt x="14260" y="8808"/>
                </a:cubicBezTo>
                <a:cubicBezTo>
                  <a:pt x="8388" y="12792"/>
                  <a:pt x="8388" y="12792"/>
                  <a:pt x="8388" y="12792"/>
                </a:cubicBezTo>
                <a:cubicBezTo>
                  <a:pt x="4614" y="11953"/>
                  <a:pt x="4614" y="11953"/>
                  <a:pt x="4614" y="11953"/>
                </a:cubicBezTo>
                <a:lnTo>
                  <a:pt x="17616" y="5243"/>
                </a:lnTo>
                <a:close/>
                <a:moveTo>
                  <a:pt x="1258" y="18874"/>
                </a:moveTo>
                <a:cubicBezTo>
                  <a:pt x="629" y="18874"/>
                  <a:pt x="0" y="19503"/>
                  <a:pt x="0" y="20342"/>
                </a:cubicBezTo>
                <a:cubicBezTo>
                  <a:pt x="0" y="20971"/>
                  <a:pt x="629" y="21600"/>
                  <a:pt x="1258" y="21600"/>
                </a:cubicBezTo>
                <a:cubicBezTo>
                  <a:pt x="2097" y="21600"/>
                  <a:pt x="2726" y="20971"/>
                  <a:pt x="2726" y="20342"/>
                </a:cubicBezTo>
                <a:cubicBezTo>
                  <a:pt x="2726" y="19503"/>
                  <a:pt x="2097" y="18874"/>
                  <a:pt x="1258" y="18874"/>
                </a:cubicBezTo>
                <a:close/>
                <a:moveTo>
                  <a:pt x="21600" y="1468"/>
                </a:moveTo>
                <a:cubicBezTo>
                  <a:pt x="21600" y="2307"/>
                  <a:pt x="20971" y="2936"/>
                  <a:pt x="20132" y="2936"/>
                </a:cubicBezTo>
                <a:cubicBezTo>
                  <a:pt x="19293" y="2936"/>
                  <a:pt x="18664" y="2307"/>
                  <a:pt x="18664" y="1468"/>
                </a:cubicBezTo>
                <a:cubicBezTo>
                  <a:pt x="18664" y="629"/>
                  <a:pt x="19293" y="0"/>
                  <a:pt x="20132" y="0"/>
                </a:cubicBezTo>
                <a:cubicBezTo>
                  <a:pt x="20971" y="0"/>
                  <a:pt x="21600" y="629"/>
                  <a:pt x="21600" y="1468"/>
                </a:cubicBezTo>
                <a:close/>
              </a:path>
            </a:pathLst>
          </a:custGeom>
          <a:solidFill>
            <a:schemeClr val="accent3">
              <a:lumOff val="25098"/>
            </a:schemeClr>
          </a:solidFill>
          <a:ln w="12700">
            <a:miter lim="400000"/>
          </a:ln>
        </p:spPr>
        <p:txBody>
          <a:bodyPr lIns="109727" tIns="109727" rIns="109727" bIns="109727"/>
          <a:lstStyle/>
          <a:p>
            <a:endParaRPr/>
          </a:p>
        </p:txBody>
      </p:sp>
      <p:sp>
        <p:nvSpPr>
          <p:cNvPr id="303" name="Shape"/>
          <p:cNvSpPr/>
          <p:nvPr/>
        </p:nvSpPr>
        <p:spPr>
          <a:xfrm rot="900000">
            <a:off x="10807650" y="6125199"/>
            <a:ext cx="795344" cy="727167"/>
          </a:xfrm>
          <a:custGeom>
            <a:avLst/>
            <a:gdLst/>
            <a:ahLst/>
            <a:cxnLst>
              <a:cxn ang="0">
                <a:pos x="wd2" y="hd2"/>
              </a:cxn>
              <a:cxn ang="5400000">
                <a:pos x="wd2" y="hd2"/>
              </a:cxn>
              <a:cxn ang="10800000">
                <a:pos x="wd2" y="hd2"/>
              </a:cxn>
              <a:cxn ang="16200000">
                <a:pos x="wd2" y="hd2"/>
              </a:cxn>
            </a:cxnLst>
            <a:rect l="0" t="0" r="r" b="b"/>
            <a:pathLst>
              <a:path w="21600" h="21600" extrusionOk="0">
                <a:moveTo>
                  <a:pt x="10905" y="18037"/>
                </a:moveTo>
                <a:cubicBezTo>
                  <a:pt x="13212" y="14920"/>
                  <a:pt x="13212" y="14920"/>
                  <a:pt x="13212" y="14920"/>
                </a:cubicBezTo>
                <a:cubicBezTo>
                  <a:pt x="10905" y="12470"/>
                  <a:pt x="10905" y="12470"/>
                  <a:pt x="10905" y="12470"/>
                </a:cubicBezTo>
                <a:lnTo>
                  <a:pt x="10905" y="18037"/>
                </a:lnTo>
                <a:close/>
                <a:moveTo>
                  <a:pt x="4404" y="9353"/>
                </a:moveTo>
                <a:cubicBezTo>
                  <a:pt x="9647" y="10689"/>
                  <a:pt x="9647" y="10689"/>
                  <a:pt x="9647" y="10689"/>
                </a:cubicBezTo>
                <a:cubicBezTo>
                  <a:pt x="17196" y="5122"/>
                  <a:pt x="17196" y="5122"/>
                  <a:pt x="17196" y="5122"/>
                </a:cubicBezTo>
                <a:cubicBezTo>
                  <a:pt x="11534" y="11357"/>
                  <a:pt x="11534" y="11357"/>
                  <a:pt x="11534" y="11357"/>
                </a:cubicBezTo>
                <a:cubicBezTo>
                  <a:pt x="17196" y="17146"/>
                  <a:pt x="17196" y="17146"/>
                  <a:pt x="17196" y="17146"/>
                </a:cubicBezTo>
                <a:cubicBezTo>
                  <a:pt x="21600" y="0"/>
                  <a:pt x="21600" y="0"/>
                  <a:pt x="21600" y="0"/>
                </a:cubicBezTo>
                <a:lnTo>
                  <a:pt x="4404" y="9353"/>
                </a:lnTo>
                <a:close/>
                <a:moveTo>
                  <a:pt x="6291" y="18928"/>
                </a:moveTo>
                <a:cubicBezTo>
                  <a:pt x="5452" y="18928"/>
                  <a:pt x="4614" y="18482"/>
                  <a:pt x="3565" y="18482"/>
                </a:cubicBezTo>
                <a:cubicBezTo>
                  <a:pt x="3775" y="20041"/>
                  <a:pt x="3775" y="20041"/>
                  <a:pt x="3775" y="20041"/>
                </a:cubicBezTo>
                <a:cubicBezTo>
                  <a:pt x="4614" y="20041"/>
                  <a:pt x="5452" y="20264"/>
                  <a:pt x="6501" y="20487"/>
                </a:cubicBezTo>
                <a:lnTo>
                  <a:pt x="6291" y="18928"/>
                </a:lnTo>
                <a:close/>
                <a:moveTo>
                  <a:pt x="9647" y="16701"/>
                </a:moveTo>
                <a:cubicBezTo>
                  <a:pt x="8808" y="18037"/>
                  <a:pt x="8179" y="18705"/>
                  <a:pt x="7340" y="18928"/>
                </a:cubicBezTo>
                <a:cubicBezTo>
                  <a:pt x="7550" y="20264"/>
                  <a:pt x="7550" y="20264"/>
                  <a:pt x="7550" y="20264"/>
                </a:cubicBezTo>
                <a:cubicBezTo>
                  <a:pt x="8179" y="20041"/>
                  <a:pt x="9017" y="19819"/>
                  <a:pt x="9647" y="18928"/>
                </a:cubicBezTo>
                <a:lnTo>
                  <a:pt x="9647" y="16701"/>
                </a:lnTo>
                <a:close/>
                <a:moveTo>
                  <a:pt x="2726" y="20041"/>
                </a:moveTo>
                <a:cubicBezTo>
                  <a:pt x="2307" y="20264"/>
                  <a:pt x="1678" y="20709"/>
                  <a:pt x="1049" y="21600"/>
                </a:cubicBezTo>
                <a:cubicBezTo>
                  <a:pt x="0" y="20709"/>
                  <a:pt x="0" y="20709"/>
                  <a:pt x="0" y="20709"/>
                </a:cubicBezTo>
                <a:cubicBezTo>
                  <a:pt x="839" y="19596"/>
                  <a:pt x="1678" y="18928"/>
                  <a:pt x="2517" y="18705"/>
                </a:cubicBezTo>
                <a:lnTo>
                  <a:pt x="2726" y="20041"/>
                </a:lnTo>
                <a:close/>
              </a:path>
            </a:pathLst>
          </a:custGeom>
          <a:solidFill>
            <a:schemeClr val="accent3">
              <a:lumOff val="25098"/>
            </a:schemeClr>
          </a:solidFill>
          <a:ln w="12700">
            <a:miter lim="400000"/>
          </a:ln>
        </p:spPr>
        <p:txBody>
          <a:bodyPr lIns="109727" tIns="109727" rIns="109727" bIns="109727"/>
          <a:lstStyle/>
          <a:p>
            <a:endParaRPr/>
          </a:p>
        </p:txBody>
      </p:sp>
      <p:sp>
        <p:nvSpPr>
          <p:cNvPr id="304" name="Product Roadmap"/>
          <p:cNvSpPr txBox="1">
            <a:spLocks noGrp="1"/>
          </p:cNvSpPr>
          <p:nvPr>
            <p:ph type="ctrTitle"/>
          </p:nvPr>
        </p:nvSpPr>
        <p:spPr>
          <a:prstGeom prst="rect">
            <a:avLst/>
          </a:prstGeom>
        </p:spPr>
        <p:txBody>
          <a:bodyPr>
            <a:normAutofit/>
          </a:bodyPr>
          <a:lstStyle/>
          <a:p>
            <a:pPr defTabSz="832104">
              <a:defRPr sz="6643"/>
            </a:pPr>
            <a:r>
              <a:rPr lang="en-US" dirty="0">
                <a:latin typeface="PT Sans Narrow" charset="-52"/>
                <a:ea typeface="PT Sans Narrow" charset="-52"/>
                <a:cs typeface="PT Sans Narrow" charset="-52"/>
              </a:rPr>
              <a:t>Course</a:t>
            </a:r>
            <a:r>
              <a:rPr dirty="0">
                <a:latin typeface="PT Sans Narrow" charset="-52"/>
                <a:ea typeface="PT Sans Narrow" charset="-52"/>
                <a:cs typeface="PT Sans Narrow" charset="-52"/>
              </a:rPr>
              <a:t> </a:t>
            </a:r>
            <a:r>
              <a:rPr b="1" dirty="0">
                <a:solidFill>
                  <a:srgbClr val="243646"/>
                </a:solidFill>
                <a:latin typeface="PT Sans Narrow" charset="-52"/>
                <a:ea typeface="PT Sans Narrow" charset="-52"/>
                <a:cs typeface="PT Sans Narrow" charset="-52"/>
                <a:sym typeface="Avenir Heavy"/>
              </a:rPr>
              <a:t>Roadmap</a:t>
            </a:r>
          </a:p>
        </p:txBody>
      </p:sp>
      <p:sp>
        <p:nvSpPr>
          <p:cNvPr id="305"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306" name="Shape"/>
          <p:cNvSpPr/>
          <p:nvPr/>
        </p:nvSpPr>
        <p:spPr>
          <a:xfrm rot="4794701">
            <a:off x="14797737" y="5834828"/>
            <a:ext cx="987435" cy="1016487"/>
          </a:xfrm>
          <a:custGeom>
            <a:avLst/>
            <a:gdLst/>
            <a:ahLst/>
            <a:cxnLst>
              <a:cxn ang="0">
                <a:pos x="wd2" y="hd2"/>
              </a:cxn>
              <a:cxn ang="5400000">
                <a:pos x="wd2" y="hd2"/>
              </a:cxn>
              <a:cxn ang="10800000">
                <a:pos x="wd2" y="hd2"/>
              </a:cxn>
              <a:cxn ang="16200000">
                <a:pos x="wd2" y="hd2"/>
              </a:cxn>
            </a:cxnLst>
            <a:rect l="0" t="0" r="r" b="b"/>
            <a:pathLst>
              <a:path w="21600" h="21600" extrusionOk="0">
                <a:moveTo>
                  <a:pt x="13631" y="4614"/>
                </a:moveTo>
                <a:cubicBezTo>
                  <a:pt x="14050" y="4194"/>
                  <a:pt x="14470" y="3775"/>
                  <a:pt x="14889" y="3355"/>
                </a:cubicBezTo>
                <a:cubicBezTo>
                  <a:pt x="14470" y="2517"/>
                  <a:pt x="14470" y="2517"/>
                  <a:pt x="14470" y="2517"/>
                </a:cubicBezTo>
                <a:cubicBezTo>
                  <a:pt x="13631" y="2936"/>
                  <a:pt x="13212" y="3355"/>
                  <a:pt x="12583" y="3984"/>
                </a:cubicBezTo>
                <a:lnTo>
                  <a:pt x="13631" y="4614"/>
                </a:lnTo>
                <a:close/>
                <a:moveTo>
                  <a:pt x="15309" y="1887"/>
                </a:moveTo>
                <a:cubicBezTo>
                  <a:pt x="15938" y="2936"/>
                  <a:pt x="15938" y="2936"/>
                  <a:pt x="15938" y="2936"/>
                </a:cubicBezTo>
                <a:cubicBezTo>
                  <a:pt x="16567" y="2726"/>
                  <a:pt x="17196" y="2517"/>
                  <a:pt x="17825" y="2307"/>
                </a:cubicBezTo>
                <a:cubicBezTo>
                  <a:pt x="17616" y="2097"/>
                  <a:pt x="17616" y="1887"/>
                  <a:pt x="17616" y="1468"/>
                </a:cubicBezTo>
                <a:cubicBezTo>
                  <a:pt x="17616" y="1468"/>
                  <a:pt x="17616" y="1258"/>
                  <a:pt x="17616" y="1258"/>
                </a:cubicBezTo>
                <a:cubicBezTo>
                  <a:pt x="16777" y="1468"/>
                  <a:pt x="16148" y="1678"/>
                  <a:pt x="15309" y="1887"/>
                </a:cubicBezTo>
                <a:close/>
                <a:moveTo>
                  <a:pt x="5872" y="20132"/>
                </a:moveTo>
                <a:cubicBezTo>
                  <a:pt x="5452" y="19083"/>
                  <a:pt x="5452" y="19083"/>
                  <a:pt x="5452" y="19083"/>
                </a:cubicBezTo>
                <a:cubicBezTo>
                  <a:pt x="5033" y="19293"/>
                  <a:pt x="4404" y="19503"/>
                  <a:pt x="3775" y="19503"/>
                </a:cubicBezTo>
                <a:cubicBezTo>
                  <a:pt x="3775" y="19713"/>
                  <a:pt x="3775" y="19922"/>
                  <a:pt x="3775" y="20342"/>
                </a:cubicBezTo>
                <a:cubicBezTo>
                  <a:pt x="3775" y="20342"/>
                  <a:pt x="3775" y="20551"/>
                  <a:pt x="3775" y="20551"/>
                </a:cubicBezTo>
                <a:cubicBezTo>
                  <a:pt x="4614" y="20551"/>
                  <a:pt x="5243" y="20342"/>
                  <a:pt x="5872" y="20132"/>
                </a:cubicBezTo>
                <a:close/>
                <a:moveTo>
                  <a:pt x="12163" y="5033"/>
                </a:moveTo>
                <a:cubicBezTo>
                  <a:pt x="11744" y="5662"/>
                  <a:pt x="11534" y="6501"/>
                  <a:pt x="11115" y="7130"/>
                </a:cubicBezTo>
                <a:cubicBezTo>
                  <a:pt x="12583" y="6501"/>
                  <a:pt x="12583" y="6501"/>
                  <a:pt x="12583" y="6501"/>
                </a:cubicBezTo>
                <a:cubicBezTo>
                  <a:pt x="12792" y="6291"/>
                  <a:pt x="13002" y="5872"/>
                  <a:pt x="13002" y="5662"/>
                </a:cubicBezTo>
                <a:lnTo>
                  <a:pt x="12163" y="5033"/>
                </a:lnTo>
                <a:close/>
                <a:moveTo>
                  <a:pt x="8179" y="17196"/>
                </a:moveTo>
                <a:cubicBezTo>
                  <a:pt x="7759" y="17825"/>
                  <a:pt x="7130" y="18245"/>
                  <a:pt x="6501" y="18664"/>
                </a:cubicBezTo>
                <a:cubicBezTo>
                  <a:pt x="6920" y="19713"/>
                  <a:pt x="6920" y="19713"/>
                  <a:pt x="6920" y="19713"/>
                </a:cubicBezTo>
                <a:cubicBezTo>
                  <a:pt x="7340" y="19503"/>
                  <a:pt x="7759" y="19293"/>
                  <a:pt x="8179" y="18874"/>
                </a:cubicBezTo>
                <a:lnTo>
                  <a:pt x="8179" y="17196"/>
                </a:lnTo>
                <a:close/>
                <a:moveTo>
                  <a:pt x="9437" y="14050"/>
                </a:moveTo>
                <a:cubicBezTo>
                  <a:pt x="11324" y="15938"/>
                  <a:pt x="11324" y="15938"/>
                  <a:pt x="11324" y="15938"/>
                </a:cubicBezTo>
                <a:cubicBezTo>
                  <a:pt x="9437" y="18035"/>
                  <a:pt x="9437" y="18035"/>
                  <a:pt x="9437" y="18035"/>
                </a:cubicBezTo>
                <a:lnTo>
                  <a:pt x="9437" y="14050"/>
                </a:lnTo>
                <a:close/>
                <a:moveTo>
                  <a:pt x="17616" y="5243"/>
                </a:moveTo>
                <a:cubicBezTo>
                  <a:pt x="14260" y="17406"/>
                  <a:pt x="14260" y="17406"/>
                  <a:pt x="14260" y="17406"/>
                </a:cubicBezTo>
                <a:cubicBezTo>
                  <a:pt x="9856" y="13421"/>
                  <a:pt x="9856" y="13421"/>
                  <a:pt x="9856" y="13421"/>
                </a:cubicBezTo>
                <a:cubicBezTo>
                  <a:pt x="14260" y="8808"/>
                  <a:pt x="14260" y="8808"/>
                  <a:pt x="14260" y="8808"/>
                </a:cubicBezTo>
                <a:cubicBezTo>
                  <a:pt x="8388" y="12792"/>
                  <a:pt x="8388" y="12792"/>
                  <a:pt x="8388" y="12792"/>
                </a:cubicBezTo>
                <a:cubicBezTo>
                  <a:pt x="4614" y="11953"/>
                  <a:pt x="4614" y="11953"/>
                  <a:pt x="4614" y="11953"/>
                </a:cubicBezTo>
                <a:lnTo>
                  <a:pt x="17616" y="5243"/>
                </a:lnTo>
                <a:close/>
                <a:moveTo>
                  <a:pt x="1258" y="18874"/>
                </a:moveTo>
                <a:cubicBezTo>
                  <a:pt x="629" y="18874"/>
                  <a:pt x="0" y="19503"/>
                  <a:pt x="0" y="20342"/>
                </a:cubicBezTo>
                <a:cubicBezTo>
                  <a:pt x="0" y="20971"/>
                  <a:pt x="629" y="21600"/>
                  <a:pt x="1258" y="21600"/>
                </a:cubicBezTo>
                <a:cubicBezTo>
                  <a:pt x="2097" y="21600"/>
                  <a:pt x="2726" y="20971"/>
                  <a:pt x="2726" y="20342"/>
                </a:cubicBezTo>
                <a:cubicBezTo>
                  <a:pt x="2726" y="19503"/>
                  <a:pt x="2097" y="18874"/>
                  <a:pt x="1258" y="18874"/>
                </a:cubicBezTo>
                <a:close/>
                <a:moveTo>
                  <a:pt x="21600" y="1468"/>
                </a:moveTo>
                <a:cubicBezTo>
                  <a:pt x="21600" y="2307"/>
                  <a:pt x="20971" y="2936"/>
                  <a:pt x="20132" y="2936"/>
                </a:cubicBezTo>
                <a:cubicBezTo>
                  <a:pt x="19293" y="2936"/>
                  <a:pt x="18664" y="2307"/>
                  <a:pt x="18664" y="1468"/>
                </a:cubicBezTo>
                <a:cubicBezTo>
                  <a:pt x="18664" y="629"/>
                  <a:pt x="19293" y="0"/>
                  <a:pt x="20132" y="0"/>
                </a:cubicBezTo>
                <a:cubicBezTo>
                  <a:pt x="20971" y="0"/>
                  <a:pt x="21600" y="629"/>
                  <a:pt x="21600" y="1468"/>
                </a:cubicBezTo>
                <a:close/>
              </a:path>
            </a:pathLst>
          </a:custGeom>
          <a:solidFill>
            <a:schemeClr val="accent3">
              <a:lumOff val="25098"/>
            </a:schemeClr>
          </a:solidFill>
          <a:ln w="12700">
            <a:miter lim="400000"/>
          </a:ln>
        </p:spPr>
        <p:txBody>
          <a:bodyPr lIns="109727" tIns="109727" rIns="109727" bIns="109727"/>
          <a:lstStyle/>
          <a:p>
            <a:endParaRPr/>
          </a:p>
        </p:txBody>
      </p:sp>
      <p:sp>
        <p:nvSpPr>
          <p:cNvPr id="307" name="Shape"/>
          <p:cNvSpPr/>
          <p:nvPr/>
        </p:nvSpPr>
        <p:spPr>
          <a:xfrm>
            <a:off x="18898133" y="5101445"/>
            <a:ext cx="1607597" cy="1875544"/>
          </a:xfrm>
          <a:custGeom>
            <a:avLst/>
            <a:gdLst/>
            <a:ahLst/>
            <a:cxnLst>
              <a:cxn ang="0">
                <a:pos x="wd2" y="hd2"/>
              </a:cxn>
              <a:cxn ang="5400000">
                <a:pos x="wd2" y="hd2"/>
              </a:cxn>
              <a:cxn ang="10800000">
                <a:pos x="wd2" y="hd2"/>
              </a:cxn>
              <a:cxn ang="16200000">
                <a:pos x="wd2" y="hd2"/>
              </a:cxn>
            </a:cxnLst>
            <a:rect l="0" t="0" r="r" b="b"/>
            <a:pathLst>
              <a:path w="21600" h="21600" extrusionOk="0">
                <a:moveTo>
                  <a:pt x="1440" y="21600"/>
                </a:moveTo>
                <a:lnTo>
                  <a:pt x="0" y="20983"/>
                </a:lnTo>
                <a:lnTo>
                  <a:pt x="6480" y="15429"/>
                </a:lnTo>
                <a:lnTo>
                  <a:pt x="7920" y="15429"/>
                </a:lnTo>
                <a:lnTo>
                  <a:pt x="1440" y="21600"/>
                </a:lnTo>
                <a:close/>
                <a:moveTo>
                  <a:pt x="5760" y="20983"/>
                </a:moveTo>
                <a:lnTo>
                  <a:pt x="4320" y="20366"/>
                </a:lnTo>
                <a:lnTo>
                  <a:pt x="7200" y="17897"/>
                </a:lnTo>
                <a:lnTo>
                  <a:pt x="8640" y="18514"/>
                </a:lnTo>
                <a:lnTo>
                  <a:pt x="5760" y="20983"/>
                </a:lnTo>
                <a:close/>
                <a:moveTo>
                  <a:pt x="2160" y="17280"/>
                </a:moveTo>
                <a:lnTo>
                  <a:pt x="720" y="16663"/>
                </a:lnTo>
                <a:lnTo>
                  <a:pt x="5760" y="12960"/>
                </a:lnTo>
                <a:lnTo>
                  <a:pt x="7200" y="12960"/>
                </a:lnTo>
                <a:lnTo>
                  <a:pt x="2160" y="17280"/>
                </a:lnTo>
                <a:close/>
                <a:moveTo>
                  <a:pt x="9360" y="16663"/>
                </a:moveTo>
                <a:lnTo>
                  <a:pt x="12240" y="13577"/>
                </a:lnTo>
                <a:lnTo>
                  <a:pt x="9360" y="11726"/>
                </a:lnTo>
                <a:lnTo>
                  <a:pt x="9360" y="16663"/>
                </a:lnTo>
                <a:close/>
                <a:moveTo>
                  <a:pt x="2160" y="8640"/>
                </a:moveTo>
                <a:lnTo>
                  <a:pt x="7920" y="9874"/>
                </a:lnTo>
                <a:lnTo>
                  <a:pt x="16560" y="4937"/>
                </a:lnTo>
                <a:lnTo>
                  <a:pt x="10080" y="10491"/>
                </a:lnTo>
                <a:lnTo>
                  <a:pt x="16560" y="16046"/>
                </a:lnTo>
                <a:lnTo>
                  <a:pt x="21600" y="0"/>
                </a:lnTo>
                <a:lnTo>
                  <a:pt x="2160" y="8640"/>
                </a:lnTo>
                <a:close/>
              </a:path>
            </a:pathLst>
          </a:custGeom>
          <a:solidFill>
            <a:srgbClr val="F86A37"/>
          </a:solidFill>
          <a:ln w="25400">
            <a:miter lim="400000"/>
          </a:ln>
        </p:spPr>
        <p:txBody>
          <a:bodyPr lIns="45719" rIns="45719" anchor="ctr"/>
          <a:lstStyle/>
          <a:p>
            <a:pPr>
              <a:defRPr sz="1400"/>
            </a:pPr>
            <a:endParaRPr/>
          </a:p>
        </p:txBody>
      </p:sp>
      <p:sp>
        <p:nvSpPr>
          <p:cNvPr id="309"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pic>
        <p:nvPicPr>
          <p:cNvPr id="28" name="Picture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618719548"/>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20</a:t>
            </a:fld>
            <a:endParaRPr/>
          </a:p>
        </p:txBody>
      </p:sp>
      <p:sp>
        <p:nvSpPr>
          <p:cNvPr id="368" name="Shape"/>
          <p:cNvSpPr/>
          <p:nvPr/>
        </p:nvSpPr>
        <p:spPr>
          <a:xfrm>
            <a:off x="4840428" y="5273516"/>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chemeClr val="accent3">
              <a:lumOff val="25098"/>
            </a:schemeClr>
          </a:solidFill>
          <a:ln w="12700">
            <a:miter lim="400000"/>
          </a:ln>
        </p:spPr>
        <p:txBody>
          <a:bodyPr lIns="109727" tIns="109727" rIns="109727" bIns="109727"/>
          <a:lstStyle/>
          <a:p>
            <a:endParaRPr/>
          </a:p>
        </p:txBody>
      </p:sp>
      <p:sp>
        <p:nvSpPr>
          <p:cNvPr id="369" name="Shape"/>
          <p:cNvSpPr/>
          <p:nvPr/>
        </p:nvSpPr>
        <p:spPr>
          <a:xfrm rot="10800000">
            <a:off x="6886456" y="7622027"/>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chemeClr val="accent3">
              <a:lumOff val="25098"/>
            </a:schemeClr>
          </a:solidFill>
          <a:ln w="12700">
            <a:miter lim="400000"/>
          </a:ln>
        </p:spPr>
        <p:txBody>
          <a:bodyPr lIns="109727" tIns="109727" rIns="109727" bIns="109727"/>
          <a:lstStyle/>
          <a:p>
            <a:endParaRPr/>
          </a:p>
        </p:txBody>
      </p:sp>
      <p:sp>
        <p:nvSpPr>
          <p:cNvPr id="370" name="Shape"/>
          <p:cNvSpPr/>
          <p:nvPr/>
        </p:nvSpPr>
        <p:spPr>
          <a:xfrm>
            <a:off x="8921388" y="5290797"/>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rgbClr val="243646"/>
          </a:solidFill>
          <a:ln w="12700">
            <a:miter lim="400000"/>
          </a:ln>
        </p:spPr>
        <p:txBody>
          <a:bodyPr lIns="109727" tIns="109727" rIns="109727" bIns="109727"/>
          <a:lstStyle/>
          <a:p>
            <a:pPr>
              <a:defRPr>
                <a:solidFill>
                  <a:srgbClr val="469DA8"/>
                </a:solidFill>
              </a:defRPr>
            </a:pPr>
            <a:endParaRPr/>
          </a:p>
        </p:txBody>
      </p:sp>
      <p:sp>
        <p:nvSpPr>
          <p:cNvPr id="371" name="Shape"/>
          <p:cNvSpPr/>
          <p:nvPr/>
        </p:nvSpPr>
        <p:spPr>
          <a:xfrm rot="10800000">
            <a:off x="10967417" y="7639307"/>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rgbClr val="243646"/>
          </a:solidFill>
          <a:ln w="12700">
            <a:miter lim="400000"/>
          </a:ln>
        </p:spPr>
        <p:txBody>
          <a:bodyPr lIns="109727" tIns="109727" rIns="109727" bIns="109727"/>
          <a:lstStyle/>
          <a:p>
            <a:pPr>
              <a:defRPr>
                <a:solidFill>
                  <a:srgbClr val="469DA8"/>
                </a:solidFill>
              </a:defRPr>
            </a:pPr>
            <a:endParaRPr/>
          </a:p>
        </p:txBody>
      </p:sp>
      <p:sp>
        <p:nvSpPr>
          <p:cNvPr id="372" name="Shape"/>
          <p:cNvSpPr/>
          <p:nvPr/>
        </p:nvSpPr>
        <p:spPr>
          <a:xfrm>
            <a:off x="13019627" y="5277114"/>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rgbClr val="F86A37"/>
          </a:solidFill>
          <a:ln w="25400">
            <a:miter lim="400000"/>
          </a:ln>
        </p:spPr>
        <p:txBody>
          <a:bodyPr lIns="109727" tIns="109727" rIns="109727" bIns="109727"/>
          <a:lstStyle/>
          <a:p>
            <a:endParaRPr/>
          </a:p>
        </p:txBody>
      </p:sp>
      <p:sp>
        <p:nvSpPr>
          <p:cNvPr id="373" name="Shape"/>
          <p:cNvSpPr/>
          <p:nvPr/>
        </p:nvSpPr>
        <p:spPr>
          <a:xfrm rot="10800000">
            <a:off x="15048376" y="7625625"/>
            <a:ext cx="3067801" cy="2550613"/>
          </a:xfrm>
          <a:custGeom>
            <a:avLst/>
            <a:gdLst/>
            <a:ahLst/>
            <a:cxnLst>
              <a:cxn ang="0">
                <a:pos x="wd2" y="hd2"/>
              </a:cxn>
              <a:cxn ang="5400000">
                <a:pos x="wd2" y="hd2"/>
              </a:cxn>
              <a:cxn ang="10800000">
                <a:pos x="wd2" y="hd2"/>
              </a:cxn>
              <a:cxn ang="16200000">
                <a:pos x="wd2" y="hd2"/>
              </a:cxn>
            </a:cxnLst>
            <a:rect l="0" t="0" r="r" b="b"/>
            <a:pathLst>
              <a:path w="21600" h="21600" extrusionOk="0">
                <a:moveTo>
                  <a:pt x="4353" y="19702"/>
                </a:moveTo>
                <a:cubicBezTo>
                  <a:pt x="3057" y="17904"/>
                  <a:pt x="2276" y="15561"/>
                  <a:pt x="2276" y="12993"/>
                </a:cubicBezTo>
                <a:cubicBezTo>
                  <a:pt x="2276" y="7329"/>
                  <a:pt x="6093" y="2738"/>
                  <a:pt x="10800" y="2738"/>
                </a:cubicBezTo>
                <a:cubicBezTo>
                  <a:pt x="15507" y="2738"/>
                  <a:pt x="19324" y="7329"/>
                  <a:pt x="19324" y="12993"/>
                </a:cubicBezTo>
                <a:cubicBezTo>
                  <a:pt x="19324" y="15561"/>
                  <a:pt x="18538" y="17904"/>
                  <a:pt x="17247" y="19702"/>
                </a:cubicBezTo>
                <a:cubicBezTo>
                  <a:pt x="18887" y="21600"/>
                  <a:pt x="18887" y="21600"/>
                  <a:pt x="18887" y="21600"/>
                </a:cubicBezTo>
                <a:cubicBezTo>
                  <a:pt x="20574" y="19307"/>
                  <a:pt x="21600" y="16294"/>
                  <a:pt x="21600" y="12993"/>
                </a:cubicBezTo>
                <a:cubicBezTo>
                  <a:pt x="21600" y="5820"/>
                  <a:pt x="16762" y="0"/>
                  <a:pt x="10800" y="0"/>
                </a:cubicBezTo>
                <a:cubicBezTo>
                  <a:pt x="4832" y="0"/>
                  <a:pt x="0" y="5820"/>
                  <a:pt x="0" y="12993"/>
                </a:cubicBezTo>
                <a:cubicBezTo>
                  <a:pt x="0" y="16294"/>
                  <a:pt x="1021" y="19307"/>
                  <a:pt x="2708" y="21600"/>
                </a:cubicBezTo>
                <a:lnTo>
                  <a:pt x="4353" y="19702"/>
                </a:lnTo>
                <a:close/>
              </a:path>
            </a:pathLst>
          </a:custGeom>
          <a:solidFill>
            <a:srgbClr val="F86A37"/>
          </a:solidFill>
          <a:ln w="25400">
            <a:miter lim="400000"/>
          </a:ln>
        </p:spPr>
        <p:txBody>
          <a:bodyPr lIns="109727" tIns="109727" rIns="109727" bIns="109727"/>
          <a:lstStyle/>
          <a:p>
            <a:endParaRPr/>
          </a:p>
        </p:txBody>
      </p:sp>
      <p:sp>
        <p:nvSpPr>
          <p:cNvPr id="374" name="Shape"/>
          <p:cNvSpPr/>
          <p:nvPr/>
        </p:nvSpPr>
        <p:spPr>
          <a:xfrm>
            <a:off x="14299860" y="6132419"/>
            <a:ext cx="494727" cy="688233"/>
          </a:xfrm>
          <a:custGeom>
            <a:avLst/>
            <a:gdLst/>
            <a:ahLst/>
            <a:cxnLst>
              <a:cxn ang="0">
                <a:pos x="wd2" y="hd2"/>
              </a:cxn>
              <a:cxn ang="5400000">
                <a:pos x="wd2" y="hd2"/>
              </a:cxn>
              <a:cxn ang="10800000">
                <a:pos x="wd2" y="hd2"/>
              </a:cxn>
              <a:cxn ang="16200000">
                <a:pos x="wd2" y="hd2"/>
              </a:cxn>
            </a:cxnLst>
            <a:rect l="0" t="0" r="r" b="b"/>
            <a:pathLst>
              <a:path w="20077" h="20948" extrusionOk="0">
                <a:moveTo>
                  <a:pt x="12995" y="815"/>
                </a:moveTo>
                <a:cubicBezTo>
                  <a:pt x="11915" y="408"/>
                  <a:pt x="11915" y="408"/>
                  <a:pt x="11915" y="408"/>
                </a:cubicBezTo>
                <a:cubicBezTo>
                  <a:pt x="10295" y="2853"/>
                  <a:pt x="10295" y="2853"/>
                  <a:pt x="10295" y="2853"/>
                </a:cubicBezTo>
                <a:cubicBezTo>
                  <a:pt x="11375" y="3260"/>
                  <a:pt x="11375" y="3260"/>
                  <a:pt x="11375" y="3260"/>
                </a:cubicBezTo>
                <a:lnTo>
                  <a:pt x="12995" y="815"/>
                </a:lnTo>
                <a:close/>
                <a:moveTo>
                  <a:pt x="6245" y="3668"/>
                </a:moveTo>
                <a:cubicBezTo>
                  <a:pt x="7055" y="3057"/>
                  <a:pt x="7055" y="3057"/>
                  <a:pt x="7055" y="3057"/>
                </a:cubicBezTo>
                <a:cubicBezTo>
                  <a:pt x="4625" y="1019"/>
                  <a:pt x="4625" y="1019"/>
                  <a:pt x="4625" y="1019"/>
                </a:cubicBezTo>
                <a:cubicBezTo>
                  <a:pt x="3815" y="1630"/>
                  <a:pt x="3815" y="1630"/>
                  <a:pt x="3815" y="1630"/>
                </a:cubicBezTo>
                <a:lnTo>
                  <a:pt x="6245" y="3668"/>
                </a:lnTo>
                <a:close/>
                <a:moveTo>
                  <a:pt x="7595" y="204"/>
                </a:moveTo>
                <a:cubicBezTo>
                  <a:pt x="8675" y="0"/>
                  <a:pt x="8675" y="0"/>
                  <a:pt x="8675" y="0"/>
                </a:cubicBezTo>
                <a:cubicBezTo>
                  <a:pt x="9215" y="2853"/>
                  <a:pt x="9215" y="2853"/>
                  <a:pt x="9215" y="2853"/>
                </a:cubicBezTo>
                <a:cubicBezTo>
                  <a:pt x="8135" y="2853"/>
                  <a:pt x="8135" y="2853"/>
                  <a:pt x="8135" y="2853"/>
                </a:cubicBezTo>
                <a:lnTo>
                  <a:pt x="7595" y="204"/>
                </a:lnTo>
                <a:close/>
                <a:moveTo>
                  <a:pt x="7595" y="18747"/>
                </a:moveTo>
                <a:cubicBezTo>
                  <a:pt x="575" y="11208"/>
                  <a:pt x="575" y="11208"/>
                  <a:pt x="575" y="11208"/>
                </a:cubicBezTo>
                <a:cubicBezTo>
                  <a:pt x="-505" y="10189"/>
                  <a:pt x="35" y="8762"/>
                  <a:pt x="1385" y="7947"/>
                </a:cubicBezTo>
                <a:cubicBezTo>
                  <a:pt x="3815" y="6725"/>
                  <a:pt x="3815" y="6725"/>
                  <a:pt x="3815" y="6725"/>
                </a:cubicBezTo>
                <a:cubicBezTo>
                  <a:pt x="3815" y="6725"/>
                  <a:pt x="3815" y="6725"/>
                  <a:pt x="3815" y="6725"/>
                </a:cubicBezTo>
                <a:cubicBezTo>
                  <a:pt x="4895" y="7743"/>
                  <a:pt x="4895" y="7743"/>
                  <a:pt x="4895" y="7743"/>
                </a:cubicBezTo>
                <a:cubicBezTo>
                  <a:pt x="2465" y="9170"/>
                  <a:pt x="2465" y="9170"/>
                  <a:pt x="2465" y="9170"/>
                </a:cubicBezTo>
                <a:cubicBezTo>
                  <a:pt x="1925" y="9374"/>
                  <a:pt x="1655" y="9985"/>
                  <a:pt x="2195" y="10392"/>
                </a:cubicBezTo>
                <a:cubicBezTo>
                  <a:pt x="3815" y="12226"/>
                  <a:pt x="3815" y="12226"/>
                  <a:pt x="3815" y="12226"/>
                </a:cubicBezTo>
                <a:cubicBezTo>
                  <a:pt x="7325" y="10392"/>
                  <a:pt x="7325" y="10392"/>
                  <a:pt x="7325" y="10392"/>
                </a:cubicBezTo>
                <a:cubicBezTo>
                  <a:pt x="8135" y="11411"/>
                  <a:pt x="8135" y="11411"/>
                  <a:pt x="8135" y="11411"/>
                </a:cubicBezTo>
                <a:cubicBezTo>
                  <a:pt x="4625" y="13245"/>
                  <a:pt x="4625" y="13245"/>
                  <a:pt x="4625" y="13245"/>
                </a:cubicBezTo>
                <a:cubicBezTo>
                  <a:pt x="8945" y="17932"/>
                  <a:pt x="8945" y="17932"/>
                  <a:pt x="8945" y="17932"/>
                </a:cubicBezTo>
                <a:cubicBezTo>
                  <a:pt x="10565" y="19562"/>
                  <a:pt x="13805" y="19970"/>
                  <a:pt x="15965" y="18951"/>
                </a:cubicBezTo>
                <a:cubicBezTo>
                  <a:pt x="18395" y="17728"/>
                  <a:pt x="18935" y="15283"/>
                  <a:pt x="17315" y="13653"/>
                </a:cubicBezTo>
                <a:cubicBezTo>
                  <a:pt x="13805" y="9781"/>
                  <a:pt x="13805" y="9781"/>
                  <a:pt x="13805" y="9781"/>
                </a:cubicBezTo>
                <a:cubicBezTo>
                  <a:pt x="15155" y="8966"/>
                  <a:pt x="15155" y="8966"/>
                  <a:pt x="15155" y="8966"/>
                </a:cubicBezTo>
                <a:cubicBezTo>
                  <a:pt x="18665" y="12838"/>
                  <a:pt x="18665" y="12838"/>
                  <a:pt x="18665" y="12838"/>
                </a:cubicBezTo>
                <a:cubicBezTo>
                  <a:pt x="21095" y="15079"/>
                  <a:pt x="20285" y="18340"/>
                  <a:pt x="17045" y="19970"/>
                </a:cubicBezTo>
                <a:cubicBezTo>
                  <a:pt x="14075" y="21600"/>
                  <a:pt x="9755" y="21192"/>
                  <a:pt x="7595" y="18747"/>
                </a:cubicBezTo>
                <a:close/>
                <a:moveTo>
                  <a:pt x="9485" y="10596"/>
                </a:moveTo>
                <a:cubicBezTo>
                  <a:pt x="14345" y="7947"/>
                  <a:pt x="14345" y="7947"/>
                  <a:pt x="14345" y="7947"/>
                </a:cubicBezTo>
                <a:cubicBezTo>
                  <a:pt x="11915" y="5298"/>
                  <a:pt x="11915" y="5298"/>
                  <a:pt x="11915" y="5298"/>
                </a:cubicBezTo>
                <a:cubicBezTo>
                  <a:pt x="10835" y="4279"/>
                  <a:pt x="8945" y="4075"/>
                  <a:pt x="7325" y="4687"/>
                </a:cubicBezTo>
                <a:cubicBezTo>
                  <a:pt x="5165" y="5909"/>
                  <a:pt x="5165" y="5909"/>
                  <a:pt x="5165" y="5909"/>
                </a:cubicBezTo>
                <a:lnTo>
                  <a:pt x="9485" y="10596"/>
                </a:lnTo>
                <a:close/>
              </a:path>
            </a:pathLst>
          </a:custGeom>
          <a:solidFill>
            <a:srgbClr val="F86A37"/>
          </a:solidFill>
          <a:ln w="25400">
            <a:miter lim="400000"/>
          </a:ln>
        </p:spPr>
        <p:txBody>
          <a:bodyPr lIns="109727" tIns="109727" rIns="109727" bIns="109727"/>
          <a:lstStyle/>
          <a:p>
            <a:endParaRPr/>
          </a:p>
        </p:txBody>
      </p:sp>
      <p:sp>
        <p:nvSpPr>
          <p:cNvPr id="375" name="Shape"/>
          <p:cNvSpPr/>
          <p:nvPr/>
        </p:nvSpPr>
        <p:spPr>
          <a:xfrm>
            <a:off x="16247160" y="8577256"/>
            <a:ext cx="670230" cy="551950"/>
          </a:xfrm>
          <a:custGeom>
            <a:avLst/>
            <a:gdLst/>
            <a:ahLst/>
            <a:cxnLst>
              <a:cxn ang="0">
                <a:pos x="wd2" y="hd2"/>
              </a:cxn>
              <a:cxn ang="5400000">
                <a:pos x="wd2" y="hd2"/>
              </a:cxn>
              <a:cxn ang="10800000">
                <a:pos x="wd2" y="hd2"/>
              </a:cxn>
              <a:cxn ang="16200000">
                <a:pos x="wd2" y="hd2"/>
              </a:cxn>
            </a:cxnLst>
            <a:rect l="0" t="0" r="r" b="b"/>
            <a:pathLst>
              <a:path w="21600" h="21600" extrusionOk="0">
                <a:moveTo>
                  <a:pt x="7969" y="3383"/>
                </a:moveTo>
                <a:cubicBezTo>
                  <a:pt x="7969" y="2082"/>
                  <a:pt x="7969" y="2082"/>
                  <a:pt x="7969" y="2082"/>
                </a:cubicBezTo>
                <a:cubicBezTo>
                  <a:pt x="7969" y="2082"/>
                  <a:pt x="8179" y="1822"/>
                  <a:pt x="8388" y="1822"/>
                </a:cubicBezTo>
                <a:cubicBezTo>
                  <a:pt x="13421" y="1822"/>
                  <a:pt x="13421" y="1822"/>
                  <a:pt x="13421" y="1822"/>
                </a:cubicBezTo>
                <a:cubicBezTo>
                  <a:pt x="13631" y="1822"/>
                  <a:pt x="13631" y="2082"/>
                  <a:pt x="13631" y="2082"/>
                </a:cubicBezTo>
                <a:cubicBezTo>
                  <a:pt x="13631" y="3383"/>
                  <a:pt x="13631" y="3383"/>
                  <a:pt x="13631" y="3383"/>
                </a:cubicBezTo>
                <a:cubicBezTo>
                  <a:pt x="15309" y="3383"/>
                  <a:pt x="15309" y="3383"/>
                  <a:pt x="15309" y="3383"/>
                </a:cubicBezTo>
                <a:cubicBezTo>
                  <a:pt x="15309" y="1301"/>
                  <a:pt x="15309" y="1301"/>
                  <a:pt x="15309" y="1301"/>
                </a:cubicBezTo>
                <a:cubicBezTo>
                  <a:pt x="15309" y="520"/>
                  <a:pt x="14680" y="0"/>
                  <a:pt x="14260" y="0"/>
                </a:cubicBezTo>
                <a:cubicBezTo>
                  <a:pt x="7550" y="0"/>
                  <a:pt x="7550" y="0"/>
                  <a:pt x="7550" y="0"/>
                </a:cubicBezTo>
                <a:cubicBezTo>
                  <a:pt x="6920" y="0"/>
                  <a:pt x="6501" y="520"/>
                  <a:pt x="6501" y="1301"/>
                </a:cubicBezTo>
                <a:cubicBezTo>
                  <a:pt x="6501" y="3383"/>
                  <a:pt x="6501" y="3383"/>
                  <a:pt x="6501" y="3383"/>
                </a:cubicBezTo>
                <a:lnTo>
                  <a:pt x="7969" y="3383"/>
                </a:lnTo>
                <a:close/>
                <a:moveTo>
                  <a:pt x="21600" y="21600"/>
                </a:moveTo>
                <a:cubicBezTo>
                  <a:pt x="0" y="21600"/>
                  <a:pt x="0" y="21600"/>
                  <a:pt x="0" y="21600"/>
                </a:cubicBezTo>
                <a:cubicBezTo>
                  <a:pt x="0" y="4684"/>
                  <a:pt x="0" y="4684"/>
                  <a:pt x="0" y="4684"/>
                </a:cubicBezTo>
                <a:cubicBezTo>
                  <a:pt x="21600" y="4684"/>
                  <a:pt x="21600" y="4684"/>
                  <a:pt x="21600" y="4684"/>
                </a:cubicBezTo>
                <a:lnTo>
                  <a:pt x="21600" y="21600"/>
                </a:lnTo>
                <a:close/>
              </a:path>
            </a:pathLst>
          </a:custGeom>
          <a:solidFill>
            <a:srgbClr val="F86A37"/>
          </a:solidFill>
          <a:ln w="25400">
            <a:miter lim="400000"/>
          </a:ln>
        </p:spPr>
        <p:txBody>
          <a:bodyPr lIns="109727" tIns="109727" rIns="109727" bIns="109727"/>
          <a:lstStyle/>
          <a:p>
            <a:endParaRPr/>
          </a:p>
        </p:txBody>
      </p:sp>
      <p:sp>
        <p:nvSpPr>
          <p:cNvPr id="376" name="Shape"/>
          <p:cNvSpPr/>
          <p:nvPr/>
        </p:nvSpPr>
        <p:spPr>
          <a:xfrm>
            <a:off x="10128811" y="6290125"/>
            <a:ext cx="670230" cy="551951"/>
          </a:xfrm>
          <a:custGeom>
            <a:avLst/>
            <a:gdLst/>
            <a:ahLst/>
            <a:cxnLst>
              <a:cxn ang="0">
                <a:pos x="wd2" y="hd2"/>
              </a:cxn>
              <a:cxn ang="5400000">
                <a:pos x="wd2" y="hd2"/>
              </a:cxn>
              <a:cxn ang="10800000">
                <a:pos x="wd2" y="hd2"/>
              </a:cxn>
              <a:cxn ang="16200000">
                <a:pos x="wd2" y="hd2"/>
              </a:cxn>
            </a:cxnLst>
            <a:rect l="0" t="0" r="r" b="b"/>
            <a:pathLst>
              <a:path w="21600" h="21600" extrusionOk="0">
                <a:moveTo>
                  <a:pt x="9227" y="2342"/>
                </a:moveTo>
                <a:cubicBezTo>
                  <a:pt x="7340" y="0"/>
                  <a:pt x="7340" y="0"/>
                  <a:pt x="7340" y="0"/>
                </a:cubicBezTo>
                <a:cubicBezTo>
                  <a:pt x="0" y="0"/>
                  <a:pt x="0" y="0"/>
                  <a:pt x="0" y="0"/>
                </a:cubicBezTo>
                <a:cubicBezTo>
                  <a:pt x="0" y="4424"/>
                  <a:pt x="0" y="4424"/>
                  <a:pt x="0" y="4424"/>
                </a:cubicBezTo>
                <a:cubicBezTo>
                  <a:pt x="6082" y="4424"/>
                  <a:pt x="6082" y="4424"/>
                  <a:pt x="6082" y="4424"/>
                </a:cubicBezTo>
                <a:cubicBezTo>
                  <a:pt x="6501" y="4424"/>
                  <a:pt x="7130" y="4424"/>
                  <a:pt x="7550" y="3904"/>
                </a:cubicBezTo>
                <a:lnTo>
                  <a:pt x="9227" y="2342"/>
                </a:lnTo>
                <a:close/>
                <a:moveTo>
                  <a:pt x="21600" y="21600"/>
                </a:moveTo>
                <a:cubicBezTo>
                  <a:pt x="0" y="21600"/>
                  <a:pt x="0" y="21600"/>
                  <a:pt x="0" y="21600"/>
                </a:cubicBezTo>
                <a:cubicBezTo>
                  <a:pt x="0" y="6766"/>
                  <a:pt x="0" y="6766"/>
                  <a:pt x="0" y="6766"/>
                </a:cubicBezTo>
                <a:cubicBezTo>
                  <a:pt x="6501" y="6766"/>
                  <a:pt x="6501" y="6766"/>
                  <a:pt x="6501" y="6766"/>
                </a:cubicBezTo>
                <a:cubicBezTo>
                  <a:pt x="7340" y="6766"/>
                  <a:pt x="8179" y="6506"/>
                  <a:pt x="8808" y="5725"/>
                </a:cubicBezTo>
                <a:cubicBezTo>
                  <a:pt x="11534" y="3123"/>
                  <a:pt x="11534" y="3123"/>
                  <a:pt x="11534" y="3123"/>
                </a:cubicBezTo>
                <a:cubicBezTo>
                  <a:pt x="21600" y="3123"/>
                  <a:pt x="21600" y="3123"/>
                  <a:pt x="21600" y="3123"/>
                </a:cubicBezTo>
                <a:lnTo>
                  <a:pt x="21600" y="21600"/>
                </a:lnTo>
                <a:close/>
              </a:path>
            </a:pathLst>
          </a:custGeom>
          <a:solidFill>
            <a:srgbClr val="243646"/>
          </a:solidFill>
          <a:ln w="12700">
            <a:miter lim="400000"/>
          </a:ln>
        </p:spPr>
        <p:txBody>
          <a:bodyPr lIns="109727" tIns="109727" rIns="109727" bIns="109727"/>
          <a:lstStyle/>
          <a:p>
            <a:pPr>
              <a:defRPr>
                <a:solidFill>
                  <a:srgbClr val="469DA8"/>
                </a:solidFill>
              </a:defRPr>
            </a:pPr>
            <a:endParaRPr/>
          </a:p>
        </p:txBody>
      </p:sp>
      <p:sp>
        <p:nvSpPr>
          <p:cNvPr id="377" name="Shape"/>
          <p:cNvSpPr/>
          <p:nvPr/>
        </p:nvSpPr>
        <p:spPr>
          <a:xfrm>
            <a:off x="12166200" y="8552353"/>
            <a:ext cx="670229" cy="571677"/>
          </a:xfrm>
          <a:custGeom>
            <a:avLst/>
            <a:gdLst/>
            <a:ahLst/>
            <a:cxnLst>
              <a:cxn ang="0">
                <a:pos x="wd2" y="hd2"/>
              </a:cxn>
              <a:cxn ang="5400000">
                <a:pos x="wd2" y="hd2"/>
              </a:cxn>
              <a:cxn ang="10800000">
                <a:pos x="wd2" y="hd2"/>
              </a:cxn>
              <a:cxn ang="16200000">
                <a:pos x="wd2" y="hd2"/>
              </a:cxn>
            </a:cxnLst>
            <a:rect l="0" t="0" r="r" b="b"/>
            <a:pathLst>
              <a:path w="21600" h="21600" extrusionOk="0">
                <a:moveTo>
                  <a:pt x="11324" y="6861"/>
                </a:moveTo>
                <a:cubicBezTo>
                  <a:pt x="11324" y="7624"/>
                  <a:pt x="11324" y="7624"/>
                  <a:pt x="11324" y="7624"/>
                </a:cubicBezTo>
                <a:cubicBezTo>
                  <a:pt x="10276" y="7624"/>
                  <a:pt x="10276" y="7624"/>
                  <a:pt x="10276" y="7624"/>
                </a:cubicBezTo>
                <a:cubicBezTo>
                  <a:pt x="10276" y="6861"/>
                  <a:pt x="10276" y="6861"/>
                  <a:pt x="10276" y="6861"/>
                </a:cubicBezTo>
                <a:cubicBezTo>
                  <a:pt x="10276" y="5082"/>
                  <a:pt x="9856" y="4828"/>
                  <a:pt x="8388" y="4574"/>
                </a:cubicBezTo>
                <a:cubicBezTo>
                  <a:pt x="6082" y="4066"/>
                  <a:pt x="5243" y="3049"/>
                  <a:pt x="5662" y="0"/>
                </a:cubicBezTo>
                <a:cubicBezTo>
                  <a:pt x="6711" y="254"/>
                  <a:pt x="6711" y="254"/>
                  <a:pt x="6711" y="254"/>
                </a:cubicBezTo>
                <a:cubicBezTo>
                  <a:pt x="6501" y="2541"/>
                  <a:pt x="6920" y="3049"/>
                  <a:pt x="8598" y="3304"/>
                </a:cubicBezTo>
                <a:cubicBezTo>
                  <a:pt x="9856" y="3558"/>
                  <a:pt x="11324" y="4066"/>
                  <a:pt x="11324" y="6861"/>
                </a:cubicBezTo>
                <a:close/>
                <a:moveTo>
                  <a:pt x="17825" y="16264"/>
                </a:moveTo>
                <a:cubicBezTo>
                  <a:pt x="17196" y="16264"/>
                  <a:pt x="16777" y="15755"/>
                  <a:pt x="16777" y="15247"/>
                </a:cubicBezTo>
                <a:cubicBezTo>
                  <a:pt x="16777" y="14485"/>
                  <a:pt x="17196" y="13976"/>
                  <a:pt x="17825" y="13976"/>
                </a:cubicBezTo>
                <a:cubicBezTo>
                  <a:pt x="18245" y="13976"/>
                  <a:pt x="18664" y="14485"/>
                  <a:pt x="18664" y="15247"/>
                </a:cubicBezTo>
                <a:cubicBezTo>
                  <a:pt x="18664" y="15755"/>
                  <a:pt x="18245" y="16264"/>
                  <a:pt x="17825" y="16264"/>
                </a:cubicBezTo>
                <a:close/>
                <a:moveTo>
                  <a:pt x="15309" y="16264"/>
                </a:moveTo>
                <a:cubicBezTo>
                  <a:pt x="14680" y="16264"/>
                  <a:pt x="14260" y="15755"/>
                  <a:pt x="14260" y="15247"/>
                </a:cubicBezTo>
                <a:cubicBezTo>
                  <a:pt x="14260" y="14485"/>
                  <a:pt x="14680" y="13976"/>
                  <a:pt x="15309" y="13976"/>
                </a:cubicBezTo>
                <a:cubicBezTo>
                  <a:pt x="15728" y="13976"/>
                  <a:pt x="16148" y="14485"/>
                  <a:pt x="16148" y="15247"/>
                </a:cubicBezTo>
                <a:cubicBezTo>
                  <a:pt x="16148" y="15755"/>
                  <a:pt x="15728" y="16264"/>
                  <a:pt x="15309" y="16264"/>
                </a:cubicBezTo>
                <a:close/>
                <a:moveTo>
                  <a:pt x="11953" y="18042"/>
                </a:moveTo>
                <a:cubicBezTo>
                  <a:pt x="9856" y="18042"/>
                  <a:pt x="9856" y="18042"/>
                  <a:pt x="9856" y="18042"/>
                </a:cubicBezTo>
                <a:cubicBezTo>
                  <a:pt x="9856" y="17026"/>
                  <a:pt x="9856" y="17026"/>
                  <a:pt x="9856" y="17026"/>
                </a:cubicBezTo>
                <a:cubicBezTo>
                  <a:pt x="11953" y="17026"/>
                  <a:pt x="11953" y="17026"/>
                  <a:pt x="11953" y="17026"/>
                </a:cubicBezTo>
                <a:lnTo>
                  <a:pt x="11953" y="18042"/>
                </a:lnTo>
                <a:close/>
                <a:moveTo>
                  <a:pt x="7759" y="16009"/>
                </a:moveTo>
                <a:cubicBezTo>
                  <a:pt x="6082" y="16009"/>
                  <a:pt x="6082" y="16009"/>
                  <a:pt x="6082" y="16009"/>
                </a:cubicBezTo>
                <a:cubicBezTo>
                  <a:pt x="6082" y="18042"/>
                  <a:pt x="6082" y="18042"/>
                  <a:pt x="6082" y="18042"/>
                </a:cubicBezTo>
                <a:cubicBezTo>
                  <a:pt x="4614" y="18042"/>
                  <a:pt x="4614" y="18042"/>
                  <a:pt x="4614" y="18042"/>
                </a:cubicBezTo>
                <a:cubicBezTo>
                  <a:pt x="4614" y="16009"/>
                  <a:pt x="4614" y="16009"/>
                  <a:pt x="4614" y="16009"/>
                </a:cubicBezTo>
                <a:cubicBezTo>
                  <a:pt x="2936" y="16009"/>
                  <a:pt x="2936" y="16009"/>
                  <a:pt x="2936" y="16009"/>
                </a:cubicBezTo>
                <a:cubicBezTo>
                  <a:pt x="2936" y="14485"/>
                  <a:pt x="2936" y="14485"/>
                  <a:pt x="2936" y="14485"/>
                </a:cubicBezTo>
                <a:cubicBezTo>
                  <a:pt x="4614" y="14485"/>
                  <a:pt x="4614" y="14485"/>
                  <a:pt x="4614" y="14485"/>
                </a:cubicBezTo>
                <a:cubicBezTo>
                  <a:pt x="4614" y="12452"/>
                  <a:pt x="4614" y="12452"/>
                  <a:pt x="4614" y="12452"/>
                </a:cubicBezTo>
                <a:cubicBezTo>
                  <a:pt x="6082" y="12452"/>
                  <a:pt x="6082" y="12452"/>
                  <a:pt x="6082" y="12452"/>
                </a:cubicBezTo>
                <a:cubicBezTo>
                  <a:pt x="6082" y="14485"/>
                  <a:pt x="6082" y="14485"/>
                  <a:pt x="6082" y="14485"/>
                </a:cubicBezTo>
                <a:cubicBezTo>
                  <a:pt x="7759" y="14485"/>
                  <a:pt x="7759" y="14485"/>
                  <a:pt x="7759" y="14485"/>
                </a:cubicBezTo>
                <a:lnTo>
                  <a:pt x="7759" y="16009"/>
                </a:lnTo>
                <a:close/>
                <a:moveTo>
                  <a:pt x="0" y="8894"/>
                </a:moveTo>
                <a:cubicBezTo>
                  <a:pt x="0" y="21600"/>
                  <a:pt x="0" y="21600"/>
                  <a:pt x="0" y="21600"/>
                </a:cubicBezTo>
                <a:cubicBezTo>
                  <a:pt x="21600" y="21600"/>
                  <a:pt x="21600" y="21600"/>
                  <a:pt x="21600" y="21600"/>
                </a:cubicBezTo>
                <a:cubicBezTo>
                  <a:pt x="21600" y="8894"/>
                  <a:pt x="21600" y="8894"/>
                  <a:pt x="21600" y="8894"/>
                </a:cubicBezTo>
                <a:lnTo>
                  <a:pt x="0" y="8894"/>
                </a:lnTo>
                <a:close/>
              </a:path>
            </a:pathLst>
          </a:custGeom>
          <a:solidFill>
            <a:srgbClr val="243646"/>
          </a:solidFill>
          <a:ln w="12700">
            <a:miter lim="400000"/>
          </a:ln>
        </p:spPr>
        <p:txBody>
          <a:bodyPr lIns="109727" tIns="109727" rIns="109727" bIns="109727"/>
          <a:lstStyle/>
          <a:p>
            <a:pPr>
              <a:defRPr>
                <a:solidFill>
                  <a:srgbClr val="469DA8"/>
                </a:solidFill>
              </a:defRPr>
            </a:pPr>
            <a:endParaRPr/>
          </a:p>
        </p:txBody>
      </p:sp>
      <p:sp>
        <p:nvSpPr>
          <p:cNvPr id="378" name="Shape"/>
          <p:cNvSpPr/>
          <p:nvPr/>
        </p:nvSpPr>
        <p:spPr>
          <a:xfrm>
            <a:off x="6119278" y="6274940"/>
            <a:ext cx="492824" cy="689951"/>
          </a:xfrm>
          <a:custGeom>
            <a:avLst/>
            <a:gdLst/>
            <a:ahLst/>
            <a:cxnLst>
              <a:cxn ang="0">
                <a:pos x="wd2" y="hd2"/>
              </a:cxn>
              <a:cxn ang="5400000">
                <a:pos x="wd2" y="hd2"/>
              </a:cxn>
              <a:cxn ang="10800000">
                <a:pos x="wd2" y="hd2"/>
              </a:cxn>
              <a:cxn ang="16200000">
                <a:pos x="wd2" y="hd2"/>
              </a:cxn>
            </a:cxnLst>
            <a:rect l="0" t="0" r="r" b="b"/>
            <a:pathLst>
              <a:path w="21600" h="21600" extrusionOk="0">
                <a:moveTo>
                  <a:pt x="0" y="19083"/>
                </a:moveTo>
                <a:cubicBezTo>
                  <a:pt x="0" y="21600"/>
                  <a:pt x="0" y="21600"/>
                  <a:pt x="0" y="21600"/>
                </a:cubicBezTo>
                <a:cubicBezTo>
                  <a:pt x="21600" y="21600"/>
                  <a:pt x="21600" y="21600"/>
                  <a:pt x="21600" y="21600"/>
                </a:cubicBezTo>
                <a:cubicBezTo>
                  <a:pt x="21600" y="19083"/>
                  <a:pt x="21600" y="19083"/>
                  <a:pt x="21600" y="19083"/>
                </a:cubicBezTo>
                <a:lnTo>
                  <a:pt x="0" y="19083"/>
                </a:lnTo>
                <a:close/>
                <a:moveTo>
                  <a:pt x="21600" y="17406"/>
                </a:moveTo>
                <a:cubicBezTo>
                  <a:pt x="21600" y="14889"/>
                  <a:pt x="21600" y="14889"/>
                  <a:pt x="21600" y="14889"/>
                </a:cubicBezTo>
                <a:cubicBezTo>
                  <a:pt x="0" y="14889"/>
                  <a:pt x="0" y="14889"/>
                  <a:pt x="0" y="14889"/>
                </a:cubicBezTo>
                <a:cubicBezTo>
                  <a:pt x="0" y="17406"/>
                  <a:pt x="0" y="17406"/>
                  <a:pt x="0" y="17406"/>
                </a:cubicBezTo>
                <a:lnTo>
                  <a:pt x="21600" y="17406"/>
                </a:lnTo>
                <a:close/>
                <a:moveTo>
                  <a:pt x="21600" y="13212"/>
                </a:moveTo>
                <a:cubicBezTo>
                  <a:pt x="21600" y="10695"/>
                  <a:pt x="21600" y="10695"/>
                  <a:pt x="21600" y="10695"/>
                </a:cubicBezTo>
                <a:cubicBezTo>
                  <a:pt x="0" y="10695"/>
                  <a:pt x="0" y="10695"/>
                  <a:pt x="0" y="10695"/>
                </a:cubicBezTo>
                <a:cubicBezTo>
                  <a:pt x="0" y="13212"/>
                  <a:pt x="0" y="13212"/>
                  <a:pt x="0" y="13212"/>
                </a:cubicBezTo>
                <a:lnTo>
                  <a:pt x="21600" y="13212"/>
                </a:lnTo>
                <a:close/>
                <a:moveTo>
                  <a:pt x="2627" y="9017"/>
                </a:moveTo>
                <a:cubicBezTo>
                  <a:pt x="2627" y="5872"/>
                  <a:pt x="2627" y="5872"/>
                  <a:pt x="2627" y="5872"/>
                </a:cubicBezTo>
                <a:cubicBezTo>
                  <a:pt x="2627" y="2517"/>
                  <a:pt x="6422" y="0"/>
                  <a:pt x="10800" y="0"/>
                </a:cubicBezTo>
                <a:cubicBezTo>
                  <a:pt x="15178" y="0"/>
                  <a:pt x="18973" y="2517"/>
                  <a:pt x="18973" y="5872"/>
                </a:cubicBezTo>
                <a:cubicBezTo>
                  <a:pt x="18973" y="9017"/>
                  <a:pt x="18973" y="9017"/>
                  <a:pt x="18973" y="9017"/>
                </a:cubicBezTo>
                <a:cubicBezTo>
                  <a:pt x="15178" y="9017"/>
                  <a:pt x="15178" y="9017"/>
                  <a:pt x="15178" y="9017"/>
                </a:cubicBezTo>
                <a:cubicBezTo>
                  <a:pt x="15178" y="5872"/>
                  <a:pt x="15178" y="5872"/>
                  <a:pt x="15178" y="5872"/>
                </a:cubicBezTo>
                <a:cubicBezTo>
                  <a:pt x="15178" y="3984"/>
                  <a:pt x="13135" y="2517"/>
                  <a:pt x="10800" y="2517"/>
                </a:cubicBezTo>
                <a:cubicBezTo>
                  <a:pt x="8465" y="2517"/>
                  <a:pt x="6422" y="3984"/>
                  <a:pt x="6422" y="5872"/>
                </a:cubicBezTo>
                <a:cubicBezTo>
                  <a:pt x="6422" y="9017"/>
                  <a:pt x="6422" y="9017"/>
                  <a:pt x="6422" y="9017"/>
                </a:cubicBezTo>
                <a:lnTo>
                  <a:pt x="2627" y="9017"/>
                </a:lnTo>
                <a:close/>
              </a:path>
            </a:pathLst>
          </a:custGeom>
          <a:solidFill>
            <a:schemeClr val="accent3">
              <a:lumOff val="25098"/>
            </a:schemeClr>
          </a:solidFill>
          <a:ln w="12700">
            <a:miter lim="400000"/>
          </a:ln>
        </p:spPr>
        <p:txBody>
          <a:bodyPr lIns="109727" tIns="109727" rIns="109727" bIns="109727"/>
          <a:lstStyle/>
          <a:p>
            <a:endParaRPr/>
          </a:p>
        </p:txBody>
      </p:sp>
      <p:sp>
        <p:nvSpPr>
          <p:cNvPr id="379" name="Shape"/>
          <p:cNvSpPr/>
          <p:nvPr/>
        </p:nvSpPr>
        <p:spPr>
          <a:xfrm>
            <a:off x="8085240" y="8670633"/>
            <a:ext cx="670230" cy="453397"/>
          </a:xfrm>
          <a:custGeom>
            <a:avLst/>
            <a:gdLst/>
            <a:ahLst/>
            <a:cxnLst>
              <a:cxn ang="0">
                <a:pos x="wd2" y="hd2"/>
              </a:cxn>
              <a:cxn ang="5400000">
                <a:pos x="wd2" y="hd2"/>
              </a:cxn>
              <a:cxn ang="10800000">
                <a:pos x="wd2" y="hd2"/>
              </a:cxn>
              <a:cxn ang="16200000">
                <a:pos x="wd2" y="hd2"/>
              </a:cxn>
            </a:cxnLst>
            <a:rect l="0" t="0" r="r" b="b"/>
            <a:pathLst>
              <a:path w="21600" h="21600" extrusionOk="0">
                <a:moveTo>
                  <a:pt x="14050" y="14400"/>
                </a:moveTo>
                <a:cubicBezTo>
                  <a:pt x="13002" y="14400"/>
                  <a:pt x="12373" y="13148"/>
                  <a:pt x="12373" y="11896"/>
                </a:cubicBezTo>
                <a:cubicBezTo>
                  <a:pt x="12373" y="10330"/>
                  <a:pt x="13002" y="9078"/>
                  <a:pt x="14050" y="9078"/>
                </a:cubicBezTo>
                <a:cubicBezTo>
                  <a:pt x="14889" y="9078"/>
                  <a:pt x="15728" y="10330"/>
                  <a:pt x="15728" y="11896"/>
                </a:cubicBezTo>
                <a:cubicBezTo>
                  <a:pt x="15728" y="13148"/>
                  <a:pt x="14889" y="14400"/>
                  <a:pt x="14050" y="14400"/>
                </a:cubicBezTo>
                <a:close/>
                <a:moveTo>
                  <a:pt x="14050" y="6887"/>
                </a:moveTo>
                <a:cubicBezTo>
                  <a:pt x="12163" y="6887"/>
                  <a:pt x="10695" y="9078"/>
                  <a:pt x="10695" y="11896"/>
                </a:cubicBezTo>
                <a:cubicBezTo>
                  <a:pt x="10695" y="14400"/>
                  <a:pt x="12163" y="16591"/>
                  <a:pt x="14050" y="16591"/>
                </a:cubicBezTo>
                <a:cubicBezTo>
                  <a:pt x="15728" y="16591"/>
                  <a:pt x="17196" y="14400"/>
                  <a:pt x="17196" y="11896"/>
                </a:cubicBezTo>
                <a:cubicBezTo>
                  <a:pt x="17196" y="9078"/>
                  <a:pt x="15728" y="6887"/>
                  <a:pt x="14050" y="6887"/>
                </a:cubicBezTo>
                <a:close/>
                <a:moveTo>
                  <a:pt x="14050" y="19096"/>
                </a:moveTo>
                <a:cubicBezTo>
                  <a:pt x="11324" y="19096"/>
                  <a:pt x="9017" y="15965"/>
                  <a:pt x="9017" y="11896"/>
                </a:cubicBezTo>
                <a:cubicBezTo>
                  <a:pt x="9017" y="7513"/>
                  <a:pt x="11324" y="4383"/>
                  <a:pt x="14050" y="4383"/>
                </a:cubicBezTo>
                <a:cubicBezTo>
                  <a:pt x="16777" y="4383"/>
                  <a:pt x="19083" y="7513"/>
                  <a:pt x="19083" y="11896"/>
                </a:cubicBezTo>
                <a:cubicBezTo>
                  <a:pt x="19083" y="15965"/>
                  <a:pt x="16777" y="19096"/>
                  <a:pt x="14050" y="19096"/>
                </a:cubicBezTo>
                <a:close/>
                <a:moveTo>
                  <a:pt x="6711" y="7826"/>
                </a:moveTo>
                <a:cubicBezTo>
                  <a:pt x="2307" y="7826"/>
                  <a:pt x="2307" y="7826"/>
                  <a:pt x="2307" y="7826"/>
                </a:cubicBezTo>
                <a:cubicBezTo>
                  <a:pt x="2307" y="5009"/>
                  <a:pt x="2307" y="5009"/>
                  <a:pt x="2307" y="5009"/>
                </a:cubicBezTo>
                <a:cubicBezTo>
                  <a:pt x="6711" y="5009"/>
                  <a:pt x="6711" y="5009"/>
                  <a:pt x="6711" y="5009"/>
                </a:cubicBezTo>
                <a:lnTo>
                  <a:pt x="6711" y="7826"/>
                </a:lnTo>
                <a:close/>
                <a:moveTo>
                  <a:pt x="7759" y="1878"/>
                </a:moveTo>
                <a:cubicBezTo>
                  <a:pt x="7130" y="1878"/>
                  <a:pt x="6711" y="939"/>
                  <a:pt x="6711" y="0"/>
                </a:cubicBezTo>
                <a:cubicBezTo>
                  <a:pt x="2307" y="0"/>
                  <a:pt x="2307" y="0"/>
                  <a:pt x="2307" y="0"/>
                </a:cubicBezTo>
                <a:cubicBezTo>
                  <a:pt x="2307" y="939"/>
                  <a:pt x="1887" y="1878"/>
                  <a:pt x="1258" y="1878"/>
                </a:cubicBezTo>
                <a:cubicBezTo>
                  <a:pt x="0" y="1878"/>
                  <a:pt x="0" y="1878"/>
                  <a:pt x="0" y="1878"/>
                </a:cubicBezTo>
                <a:cubicBezTo>
                  <a:pt x="0" y="21600"/>
                  <a:pt x="0" y="21600"/>
                  <a:pt x="0" y="21600"/>
                </a:cubicBezTo>
                <a:cubicBezTo>
                  <a:pt x="21600" y="21600"/>
                  <a:pt x="21600" y="21600"/>
                  <a:pt x="21600" y="21600"/>
                </a:cubicBezTo>
                <a:cubicBezTo>
                  <a:pt x="21600" y="1878"/>
                  <a:pt x="21600" y="1878"/>
                  <a:pt x="21600" y="1878"/>
                </a:cubicBezTo>
                <a:lnTo>
                  <a:pt x="7759" y="1878"/>
                </a:lnTo>
                <a:close/>
              </a:path>
            </a:pathLst>
          </a:custGeom>
          <a:solidFill>
            <a:schemeClr val="accent3">
              <a:lumOff val="25098"/>
            </a:schemeClr>
          </a:solidFill>
          <a:ln w="12700">
            <a:miter lim="400000"/>
          </a:ln>
        </p:spPr>
        <p:txBody>
          <a:bodyPr lIns="109727" tIns="109727" rIns="109727" bIns="109727"/>
          <a:lstStyle/>
          <a:p>
            <a:endParaRPr/>
          </a:p>
        </p:txBody>
      </p:sp>
      <p:sp>
        <p:nvSpPr>
          <p:cNvPr id="380" name="Shape"/>
          <p:cNvSpPr/>
          <p:nvPr/>
        </p:nvSpPr>
        <p:spPr>
          <a:xfrm rot="8100000">
            <a:off x="17000511" y="7100492"/>
            <a:ext cx="630049" cy="711340"/>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rgbClr val="F86A37"/>
          </a:solidFill>
          <a:ln w="25400">
            <a:miter lim="400000"/>
          </a:ln>
        </p:spPr>
        <p:txBody>
          <a:bodyPr lIns="109727" tIns="109727" rIns="109727" bIns="109727"/>
          <a:lstStyle/>
          <a:p>
            <a:endParaRPr/>
          </a:p>
        </p:txBody>
      </p:sp>
      <p:sp>
        <p:nvSpPr>
          <p:cNvPr id="381" name="Shape"/>
          <p:cNvSpPr/>
          <p:nvPr/>
        </p:nvSpPr>
        <p:spPr>
          <a:xfrm rot="18900000">
            <a:off x="5312719" y="7632282"/>
            <a:ext cx="630049" cy="711340"/>
          </a:xfrm>
          <a:custGeom>
            <a:avLst/>
            <a:gdLst/>
            <a:ahLst/>
            <a:cxnLst>
              <a:cxn ang="0">
                <a:pos x="wd2" y="hd2"/>
              </a:cxn>
              <a:cxn ang="5400000">
                <a:pos x="wd2" y="hd2"/>
              </a:cxn>
              <a:cxn ang="10800000">
                <a:pos x="wd2" y="hd2"/>
              </a:cxn>
              <a:cxn ang="16200000">
                <a:pos x="wd2" y="hd2"/>
              </a:cxn>
            </a:cxnLst>
            <a:rect l="0" t="0" r="r" b="b"/>
            <a:pathLst>
              <a:path w="21600" h="21600" extrusionOk="0">
                <a:moveTo>
                  <a:pt x="16026" y="2469"/>
                </a:moveTo>
                <a:lnTo>
                  <a:pt x="16026" y="0"/>
                </a:lnTo>
                <a:lnTo>
                  <a:pt x="4877" y="0"/>
                </a:lnTo>
                <a:lnTo>
                  <a:pt x="4877" y="2469"/>
                </a:lnTo>
                <a:lnTo>
                  <a:pt x="16026" y="2469"/>
                </a:lnTo>
                <a:close/>
                <a:moveTo>
                  <a:pt x="4877" y="6789"/>
                </a:moveTo>
                <a:lnTo>
                  <a:pt x="16026" y="6789"/>
                </a:lnTo>
                <a:lnTo>
                  <a:pt x="16026" y="3703"/>
                </a:lnTo>
                <a:lnTo>
                  <a:pt x="4877" y="3703"/>
                </a:lnTo>
                <a:lnTo>
                  <a:pt x="4877" y="6789"/>
                </a:lnTo>
                <a:close/>
                <a:moveTo>
                  <a:pt x="21600" y="11726"/>
                </a:moveTo>
                <a:lnTo>
                  <a:pt x="10452" y="21600"/>
                </a:lnTo>
                <a:lnTo>
                  <a:pt x="0" y="11726"/>
                </a:lnTo>
                <a:lnTo>
                  <a:pt x="4877" y="11726"/>
                </a:lnTo>
                <a:lnTo>
                  <a:pt x="4877" y="8640"/>
                </a:lnTo>
                <a:lnTo>
                  <a:pt x="16026" y="8640"/>
                </a:lnTo>
                <a:lnTo>
                  <a:pt x="16026" y="11726"/>
                </a:lnTo>
                <a:lnTo>
                  <a:pt x="21600" y="11726"/>
                </a:lnTo>
                <a:close/>
              </a:path>
            </a:pathLst>
          </a:custGeom>
          <a:solidFill>
            <a:schemeClr val="accent3">
              <a:lumOff val="25098"/>
            </a:schemeClr>
          </a:solidFill>
          <a:ln w="12700">
            <a:miter lim="400000"/>
          </a:ln>
        </p:spPr>
        <p:txBody>
          <a:bodyPr lIns="109727" tIns="109727" rIns="109727" bIns="109727"/>
          <a:lstStyle/>
          <a:p>
            <a:endParaRPr/>
          </a:p>
        </p:txBody>
      </p:sp>
      <p:sp>
        <p:nvSpPr>
          <p:cNvPr id="382"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a:t>
            </a:r>
            <a:r>
              <a:rPr dirty="0">
                <a:solidFill>
                  <a:srgbClr val="243646"/>
                </a:solidFill>
                <a:latin typeface="PT Sans Narrow" charset="-52"/>
                <a:ea typeface="PT Sans Narrow" charset="-52"/>
                <a:cs typeface="PT Sans Narrow" charset="-52"/>
              </a:rPr>
              <a:t> </a:t>
            </a:r>
            <a:r>
              <a:rPr b="1" dirty="0">
                <a:solidFill>
                  <a:srgbClr val="243646"/>
                </a:solidFill>
                <a:latin typeface="PT Sans Narrow" charset="-52"/>
                <a:ea typeface="PT Sans Narrow" charset="-52"/>
                <a:cs typeface="PT Sans Narrow" charset="-52"/>
                <a:sym typeface="Avenir Heavy"/>
              </a:rPr>
              <a:t>Roadmap</a:t>
            </a:r>
          </a:p>
        </p:txBody>
      </p:sp>
      <p:sp>
        <p:nvSpPr>
          <p:cNvPr id="383"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384" name="Shape"/>
          <p:cNvSpPr/>
          <p:nvPr/>
        </p:nvSpPr>
        <p:spPr>
          <a:xfrm>
            <a:off x="16967733" y="5040155"/>
            <a:ext cx="1607597" cy="1875544"/>
          </a:xfrm>
          <a:custGeom>
            <a:avLst/>
            <a:gdLst/>
            <a:ahLst/>
            <a:cxnLst>
              <a:cxn ang="0">
                <a:pos x="wd2" y="hd2"/>
              </a:cxn>
              <a:cxn ang="5400000">
                <a:pos x="wd2" y="hd2"/>
              </a:cxn>
              <a:cxn ang="10800000">
                <a:pos x="wd2" y="hd2"/>
              </a:cxn>
              <a:cxn ang="16200000">
                <a:pos x="wd2" y="hd2"/>
              </a:cxn>
            </a:cxnLst>
            <a:rect l="0" t="0" r="r" b="b"/>
            <a:pathLst>
              <a:path w="21600" h="21600" extrusionOk="0">
                <a:moveTo>
                  <a:pt x="1440" y="21600"/>
                </a:moveTo>
                <a:lnTo>
                  <a:pt x="0" y="20983"/>
                </a:lnTo>
                <a:lnTo>
                  <a:pt x="6480" y="15429"/>
                </a:lnTo>
                <a:lnTo>
                  <a:pt x="7920" y="15429"/>
                </a:lnTo>
                <a:lnTo>
                  <a:pt x="1440" y="21600"/>
                </a:lnTo>
                <a:close/>
                <a:moveTo>
                  <a:pt x="5760" y="20983"/>
                </a:moveTo>
                <a:lnTo>
                  <a:pt x="4320" y="20366"/>
                </a:lnTo>
                <a:lnTo>
                  <a:pt x="7200" y="17897"/>
                </a:lnTo>
                <a:lnTo>
                  <a:pt x="8640" y="18514"/>
                </a:lnTo>
                <a:lnTo>
                  <a:pt x="5760" y="20983"/>
                </a:lnTo>
                <a:close/>
                <a:moveTo>
                  <a:pt x="2160" y="17280"/>
                </a:moveTo>
                <a:lnTo>
                  <a:pt x="720" y="16663"/>
                </a:lnTo>
                <a:lnTo>
                  <a:pt x="5760" y="12960"/>
                </a:lnTo>
                <a:lnTo>
                  <a:pt x="7200" y="12960"/>
                </a:lnTo>
                <a:lnTo>
                  <a:pt x="2160" y="17280"/>
                </a:lnTo>
                <a:close/>
                <a:moveTo>
                  <a:pt x="9360" y="16663"/>
                </a:moveTo>
                <a:lnTo>
                  <a:pt x="12240" y="13577"/>
                </a:lnTo>
                <a:lnTo>
                  <a:pt x="9360" y="11726"/>
                </a:lnTo>
                <a:lnTo>
                  <a:pt x="9360" y="16663"/>
                </a:lnTo>
                <a:close/>
                <a:moveTo>
                  <a:pt x="2160" y="8640"/>
                </a:moveTo>
                <a:lnTo>
                  <a:pt x="7920" y="9874"/>
                </a:lnTo>
                <a:lnTo>
                  <a:pt x="16560" y="4937"/>
                </a:lnTo>
                <a:lnTo>
                  <a:pt x="10080" y="10491"/>
                </a:lnTo>
                <a:lnTo>
                  <a:pt x="16560" y="16046"/>
                </a:lnTo>
                <a:lnTo>
                  <a:pt x="21600" y="0"/>
                </a:lnTo>
                <a:lnTo>
                  <a:pt x="2160" y="8640"/>
                </a:lnTo>
                <a:close/>
              </a:path>
            </a:pathLst>
          </a:custGeom>
          <a:solidFill>
            <a:srgbClr val="F86A37"/>
          </a:solidFill>
          <a:ln w="25400">
            <a:miter lim="400000"/>
          </a:ln>
        </p:spPr>
        <p:txBody>
          <a:bodyPr lIns="45719" rIns="45719" anchor="ctr"/>
          <a:lstStyle/>
          <a:p>
            <a:pPr>
              <a:defRPr sz="1400"/>
            </a:pPr>
            <a:endParaRPr/>
          </a:p>
        </p:txBody>
      </p:sp>
      <p:sp>
        <p:nvSpPr>
          <p:cNvPr id="385" name="Q1 2017"/>
          <p:cNvSpPr txBox="1"/>
          <p:nvPr/>
        </p:nvSpPr>
        <p:spPr>
          <a:xfrm>
            <a:off x="5619120" y="3439347"/>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dirty="0">
                <a:solidFill>
                  <a:srgbClr val="243646"/>
                </a:solidFill>
                <a:latin typeface="PT Sans Narrow" charset="-52"/>
                <a:ea typeface="PT Sans Narrow" charset="-52"/>
                <a:cs typeface="PT Sans Narrow" charset="-52"/>
              </a:rPr>
              <a:t>Q1 2017</a:t>
            </a:r>
          </a:p>
        </p:txBody>
      </p:sp>
      <p:sp>
        <p:nvSpPr>
          <p:cNvPr id="386" name="Et am harum quidem rerum on facilis."/>
          <p:cNvSpPr txBox="1"/>
          <p:nvPr/>
        </p:nvSpPr>
        <p:spPr>
          <a:xfrm>
            <a:off x="4659392" y="3808680"/>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dirty="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dirty="0">
                <a:latin typeface="Helvetica Light" charset="0"/>
                <a:ea typeface="Helvetica Light" charset="0"/>
                <a:cs typeface="Helvetica Light" charset="0"/>
              </a:rPr>
              <a:t>Et am harum quidem rerum on facilis.</a:t>
            </a:r>
          </a:p>
        </p:txBody>
      </p:sp>
      <p:sp>
        <p:nvSpPr>
          <p:cNvPr id="387" name="Q2 2017"/>
          <p:cNvSpPr txBox="1"/>
          <p:nvPr/>
        </p:nvSpPr>
        <p:spPr>
          <a:xfrm>
            <a:off x="7665148" y="10390480"/>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Q2 2017</a:t>
            </a:r>
          </a:p>
        </p:txBody>
      </p:sp>
      <p:sp>
        <p:nvSpPr>
          <p:cNvPr id="388" name="Et am harum quidem rerum on facilis."/>
          <p:cNvSpPr txBox="1"/>
          <p:nvPr/>
        </p:nvSpPr>
        <p:spPr>
          <a:xfrm>
            <a:off x="6705420" y="10759813"/>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389" name="Q3 2017"/>
          <p:cNvSpPr txBox="1"/>
          <p:nvPr/>
        </p:nvSpPr>
        <p:spPr>
          <a:xfrm>
            <a:off x="9708717" y="3422471"/>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Q3 2017</a:t>
            </a:r>
          </a:p>
        </p:txBody>
      </p:sp>
      <p:sp>
        <p:nvSpPr>
          <p:cNvPr id="390" name="Et am harum quidem rerum on facilis."/>
          <p:cNvSpPr txBox="1"/>
          <p:nvPr/>
        </p:nvSpPr>
        <p:spPr>
          <a:xfrm>
            <a:off x="8748990" y="3791804"/>
            <a:ext cx="3429872"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391" name="Q4 2017"/>
          <p:cNvSpPr txBox="1"/>
          <p:nvPr/>
        </p:nvSpPr>
        <p:spPr>
          <a:xfrm>
            <a:off x="11746109" y="10575146"/>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Q4 2017</a:t>
            </a:r>
          </a:p>
        </p:txBody>
      </p:sp>
      <p:sp>
        <p:nvSpPr>
          <p:cNvPr id="392" name="Et am harum quidem rerum on facilis."/>
          <p:cNvSpPr txBox="1"/>
          <p:nvPr/>
        </p:nvSpPr>
        <p:spPr>
          <a:xfrm>
            <a:off x="10786381" y="10944480"/>
            <a:ext cx="3429873" cy="1250696"/>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393" name="Q1 2018"/>
          <p:cNvSpPr txBox="1"/>
          <p:nvPr/>
        </p:nvSpPr>
        <p:spPr>
          <a:xfrm>
            <a:off x="14040576" y="3290643"/>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Q1 2018</a:t>
            </a:r>
          </a:p>
        </p:txBody>
      </p:sp>
      <p:sp>
        <p:nvSpPr>
          <p:cNvPr id="394" name="Et am harum quidem rerum on facilis."/>
          <p:cNvSpPr txBox="1"/>
          <p:nvPr/>
        </p:nvSpPr>
        <p:spPr>
          <a:xfrm>
            <a:off x="13080848" y="3659976"/>
            <a:ext cx="3429872"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395" name="Q2 2018"/>
          <p:cNvSpPr txBox="1"/>
          <p:nvPr/>
        </p:nvSpPr>
        <p:spPr>
          <a:xfrm>
            <a:off x="15827066" y="10643947"/>
            <a:ext cx="1510412" cy="7140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a:solidFill>
                  <a:srgbClr val="535353"/>
                </a:solidFill>
                <a:latin typeface="Avenir Heavy"/>
                <a:ea typeface="Avenir Heavy"/>
                <a:cs typeface="Avenir Heavy"/>
                <a:sym typeface="Avenir Heavy"/>
              </a:defRPr>
            </a:lvl1pPr>
          </a:lstStyle>
          <a:p>
            <a:r>
              <a:rPr b="1">
                <a:solidFill>
                  <a:srgbClr val="243646"/>
                </a:solidFill>
                <a:latin typeface="PT Sans Narrow" charset="-52"/>
                <a:ea typeface="PT Sans Narrow" charset="-52"/>
                <a:cs typeface="PT Sans Narrow" charset="-52"/>
              </a:rPr>
              <a:t>Q2 2018</a:t>
            </a:r>
          </a:p>
        </p:txBody>
      </p:sp>
      <p:sp>
        <p:nvSpPr>
          <p:cNvPr id="396" name="Et am harum quidem rerum on facilis."/>
          <p:cNvSpPr txBox="1"/>
          <p:nvPr/>
        </p:nvSpPr>
        <p:spPr>
          <a:xfrm>
            <a:off x="14867337" y="11013281"/>
            <a:ext cx="3429873" cy="125069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a:solidFill>
                  <a:srgbClr val="535353"/>
                </a:solidFill>
                <a:latin typeface="+mj-lt"/>
                <a:ea typeface="+mj-ea"/>
                <a:cs typeface="+mj-cs"/>
                <a:sym typeface="Helvetica"/>
              </a:defRPr>
            </a:pPr>
            <a:endParaRPr sz="2400">
              <a:latin typeface="Helvetica Light" charset="0"/>
              <a:ea typeface="Helvetica Light" charset="0"/>
              <a:cs typeface="Helvetica Light" charset="0"/>
            </a:endParaRPr>
          </a:p>
          <a:p>
            <a:pPr algn="ctr">
              <a:lnSpc>
                <a:spcPct val="90000"/>
              </a:lnSpc>
              <a:defRPr>
                <a:solidFill>
                  <a:srgbClr val="535353"/>
                </a:solidFill>
                <a:latin typeface="+mj-lt"/>
                <a:ea typeface="+mj-ea"/>
                <a:cs typeface="+mj-cs"/>
                <a:sym typeface="Helvetica"/>
              </a:defRPr>
            </a:pPr>
            <a:r>
              <a:rPr sz="2400">
                <a:latin typeface="Helvetica Light" charset="0"/>
                <a:ea typeface="Helvetica Light" charset="0"/>
                <a:cs typeface="Helvetica Light" charset="0"/>
              </a:rPr>
              <a:t>Et am harum quidem rerum on facilis.</a:t>
            </a:r>
          </a:p>
        </p:txBody>
      </p:sp>
      <p:sp>
        <p:nvSpPr>
          <p:cNvPr id="398"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a:p>
            <a:endParaRPr dirty="0"/>
          </a:p>
        </p:txBody>
      </p:sp>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771372452"/>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21</a:t>
            </a:fld>
            <a:endParaRPr/>
          </a:p>
        </p:txBody>
      </p:sp>
      <p:sp>
        <p:nvSpPr>
          <p:cNvPr id="431" name="Shape"/>
          <p:cNvSpPr/>
          <p:nvPr/>
        </p:nvSpPr>
        <p:spPr>
          <a:xfrm rot="5400000">
            <a:off x="5832677" y="8045934"/>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2" name="Shape"/>
          <p:cNvSpPr/>
          <p:nvPr/>
        </p:nvSpPr>
        <p:spPr>
          <a:xfrm rot="16200000">
            <a:off x="4246698" y="8705445"/>
            <a:ext cx="744533"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3" name="Q1"/>
          <p:cNvSpPr txBox="1"/>
          <p:nvPr/>
        </p:nvSpPr>
        <p:spPr>
          <a:xfrm>
            <a:off x="5696434" y="8820591"/>
            <a:ext cx="591891"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Book"/>
                <a:ea typeface="Avenir Book"/>
                <a:cs typeface="Avenir Book"/>
                <a:sym typeface="Avenir Book"/>
              </a:defRPr>
            </a:lvl1pPr>
          </a:lstStyle>
          <a:p>
            <a:pPr>
              <a:defRPr sz="3200"/>
            </a:pPr>
            <a:r>
              <a:rPr sz="2800" b="1">
                <a:solidFill>
                  <a:srgbClr val="243646"/>
                </a:solidFill>
                <a:latin typeface="PT Sans Narrow" charset="-52"/>
                <a:ea typeface="PT Sans Narrow" charset="-52"/>
                <a:cs typeface="PT Sans Narrow" charset="-52"/>
              </a:rPr>
              <a:t>Q1</a:t>
            </a:r>
          </a:p>
        </p:txBody>
      </p:sp>
      <p:sp>
        <p:nvSpPr>
          <p:cNvPr id="434" name="Shape"/>
          <p:cNvSpPr/>
          <p:nvPr/>
        </p:nvSpPr>
        <p:spPr>
          <a:xfrm rot="5400000">
            <a:off x="8979737" y="7228888"/>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5" name="Shape"/>
          <p:cNvSpPr/>
          <p:nvPr/>
        </p:nvSpPr>
        <p:spPr>
          <a:xfrm rot="16200000">
            <a:off x="7393759" y="7888399"/>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6" name="Q2"/>
          <p:cNvSpPr txBox="1"/>
          <p:nvPr/>
        </p:nvSpPr>
        <p:spPr>
          <a:xfrm>
            <a:off x="8856196" y="8003544"/>
            <a:ext cx="591891"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Book"/>
                <a:ea typeface="Avenir Book"/>
                <a:cs typeface="Avenir Book"/>
                <a:sym typeface="Avenir Book"/>
              </a:defRPr>
            </a:lvl1pPr>
          </a:lstStyle>
          <a:p>
            <a:pPr>
              <a:defRPr sz="3200"/>
            </a:pPr>
            <a:r>
              <a:rPr sz="2800" b="1">
                <a:solidFill>
                  <a:srgbClr val="243646"/>
                </a:solidFill>
                <a:latin typeface="PT Sans Narrow" charset="-52"/>
                <a:ea typeface="PT Sans Narrow" charset="-52"/>
                <a:cs typeface="PT Sans Narrow" charset="-52"/>
              </a:rPr>
              <a:t>Q2</a:t>
            </a:r>
          </a:p>
        </p:txBody>
      </p:sp>
      <p:sp>
        <p:nvSpPr>
          <p:cNvPr id="437" name="Shape"/>
          <p:cNvSpPr/>
          <p:nvPr/>
        </p:nvSpPr>
        <p:spPr>
          <a:xfrm rot="5400000">
            <a:off x="12126798" y="6411841"/>
            <a:ext cx="744534" cy="224549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8" name="Shape"/>
          <p:cNvSpPr/>
          <p:nvPr/>
        </p:nvSpPr>
        <p:spPr>
          <a:xfrm rot="16200000">
            <a:off x="10540819" y="7071352"/>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9" name="Q3"/>
          <p:cNvSpPr txBox="1"/>
          <p:nvPr/>
        </p:nvSpPr>
        <p:spPr>
          <a:xfrm>
            <a:off x="11990552" y="7186498"/>
            <a:ext cx="591891"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Book"/>
                <a:ea typeface="Avenir Book"/>
                <a:cs typeface="Avenir Book"/>
                <a:sym typeface="Avenir Book"/>
              </a:defRPr>
            </a:lvl1pPr>
          </a:lstStyle>
          <a:p>
            <a:pPr>
              <a:defRPr sz="3200"/>
            </a:pPr>
            <a:r>
              <a:rPr sz="2800" b="1">
                <a:solidFill>
                  <a:srgbClr val="243646"/>
                </a:solidFill>
                <a:latin typeface="PT Sans Narrow" charset="-52"/>
                <a:ea typeface="PT Sans Narrow" charset="-52"/>
                <a:cs typeface="PT Sans Narrow" charset="-52"/>
              </a:rPr>
              <a:t>Q3</a:t>
            </a:r>
          </a:p>
        </p:txBody>
      </p:sp>
      <p:sp>
        <p:nvSpPr>
          <p:cNvPr id="440" name="Shape"/>
          <p:cNvSpPr/>
          <p:nvPr/>
        </p:nvSpPr>
        <p:spPr>
          <a:xfrm rot="5400000">
            <a:off x="15273856" y="5594795"/>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endParaRPr/>
          </a:p>
        </p:txBody>
      </p:sp>
      <p:sp>
        <p:nvSpPr>
          <p:cNvPr id="441" name="Shape"/>
          <p:cNvSpPr/>
          <p:nvPr/>
        </p:nvSpPr>
        <p:spPr>
          <a:xfrm rot="16200000">
            <a:off x="13687879" y="6254306"/>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42" name="Q4"/>
          <p:cNvSpPr txBox="1"/>
          <p:nvPr/>
        </p:nvSpPr>
        <p:spPr>
          <a:xfrm>
            <a:off x="15188409" y="6369451"/>
            <a:ext cx="591891"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Book"/>
                <a:ea typeface="Avenir Book"/>
                <a:cs typeface="Avenir Book"/>
                <a:sym typeface="Avenir Book"/>
              </a:defRPr>
            </a:lvl1pPr>
          </a:lstStyle>
          <a:p>
            <a:pPr>
              <a:defRPr sz="3200"/>
            </a:pPr>
            <a:r>
              <a:rPr sz="2800" b="1">
                <a:solidFill>
                  <a:srgbClr val="243646"/>
                </a:solidFill>
                <a:latin typeface="PT Sans Narrow" charset="-52"/>
                <a:ea typeface="PT Sans Narrow" charset="-52"/>
                <a:cs typeface="PT Sans Narrow" charset="-52"/>
              </a:rPr>
              <a:t>Q4</a:t>
            </a:r>
          </a:p>
        </p:txBody>
      </p:sp>
      <p:sp>
        <p:nvSpPr>
          <p:cNvPr id="443" name="Shape"/>
          <p:cNvSpPr/>
          <p:nvPr/>
        </p:nvSpPr>
        <p:spPr>
          <a:xfrm rot="5400000">
            <a:off x="18420915" y="4777749"/>
            <a:ext cx="744534" cy="224549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1603"/>
                  <a:pt x="21600" y="3581"/>
                </a:cubicBezTo>
                <a:lnTo>
                  <a:pt x="21600" y="21600"/>
                </a:lnTo>
                <a:lnTo>
                  <a:pt x="0" y="21600"/>
                </a:lnTo>
                <a:lnTo>
                  <a:pt x="0" y="3581"/>
                </a:lnTo>
                <a:cubicBezTo>
                  <a:pt x="0" y="1603"/>
                  <a:pt x="4835" y="0"/>
                  <a:pt x="10800" y="0"/>
                </a:cubicBezTo>
                <a:close/>
              </a:path>
            </a:pathLst>
          </a:cu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44" name="Launch"/>
          <p:cNvSpPr txBox="1"/>
          <p:nvPr/>
        </p:nvSpPr>
        <p:spPr>
          <a:xfrm>
            <a:off x="18197873" y="5552405"/>
            <a:ext cx="1132103"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rgbClr val="535353"/>
                </a:solidFill>
                <a:latin typeface="Avenir Book"/>
                <a:ea typeface="Avenir Book"/>
                <a:cs typeface="Avenir Book"/>
                <a:sym typeface="Avenir Book"/>
              </a:defRPr>
            </a:lvl1pPr>
          </a:lstStyle>
          <a:p>
            <a:pPr>
              <a:defRPr sz="3200"/>
            </a:pPr>
            <a:r>
              <a:rPr sz="2800" b="1">
                <a:solidFill>
                  <a:srgbClr val="243646"/>
                </a:solidFill>
                <a:latin typeface="PT Sans Narrow" charset="-52"/>
                <a:ea typeface="PT Sans Narrow" charset="-52"/>
                <a:cs typeface="PT Sans Narrow" charset="-52"/>
              </a:rPr>
              <a:t>Launch</a:t>
            </a:r>
          </a:p>
        </p:txBody>
      </p:sp>
      <p:sp>
        <p:nvSpPr>
          <p:cNvPr id="445" name="Beatae vitae dicta sunt explicabo"/>
          <p:cNvSpPr txBox="1"/>
          <p:nvPr/>
        </p:nvSpPr>
        <p:spPr>
          <a:xfrm>
            <a:off x="16769385" y="6345271"/>
            <a:ext cx="3146548" cy="91922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Beatae vitae dicta sunt explicabo</a:t>
            </a:r>
          </a:p>
        </p:txBody>
      </p:sp>
      <p:sp>
        <p:nvSpPr>
          <p:cNvPr id="446" name="Shape"/>
          <p:cNvSpPr/>
          <p:nvPr/>
        </p:nvSpPr>
        <p:spPr>
          <a:xfrm rot="16200000">
            <a:off x="16832192" y="5434077"/>
            <a:ext cx="744534" cy="926466"/>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6765" y="0"/>
                  <a:pt x="21600" y="3886"/>
                  <a:pt x="21600" y="8679"/>
                </a:cubicBezTo>
                <a:lnTo>
                  <a:pt x="21600" y="21600"/>
                </a:lnTo>
                <a:lnTo>
                  <a:pt x="0" y="21600"/>
                </a:lnTo>
                <a:lnTo>
                  <a:pt x="0" y="8679"/>
                </a:lnTo>
                <a:cubicBezTo>
                  <a:pt x="0" y="3886"/>
                  <a:pt x="4835" y="0"/>
                  <a:pt x="10800" y="0"/>
                </a:cubicBezTo>
                <a:close/>
              </a:path>
            </a:pathLst>
          </a:cu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47" name="Beatae vitae dicta sunt explicabo"/>
          <p:cNvSpPr txBox="1"/>
          <p:nvPr/>
        </p:nvSpPr>
        <p:spPr>
          <a:xfrm>
            <a:off x="13594678" y="7159260"/>
            <a:ext cx="3146548" cy="91922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Beatae vitae dicta sunt explicabo</a:t>
            </a:r>
          </a:p>
        </p:txBody>
      </p:sp>
      <p:sp>
        <p:nvSpPr>
          <p:cNvPr id="448" name="Beatae vitae dicta sunt explicabo"/>
          <p:cNvSpPr txBox="1"/>
          <p:nvPr/>
        </p:nvSpPr>
        <p:spPr>
          <a:xfrm>
            <a:off x="10419974" y="7973498"/>
            <a:ext cx="3146548" cy="91922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Beatae vitae dicta sunt explicabo</a:t>
            </a:r>
          </a:p>
        </p:txBody>
      </p:sp>
      <p:sp>
        <p:nvSpPr>
          <p:cNvPr id="449" name="Beatae vitae dicta sunt explicabo"/>
          <p:cNvSpPr txBox="1"/>
          <p:nvPr/>
        </p:nvSpPr>
        <p:spPr>
          <a:xfrm>
            <a:off x="7309267" y="8768906"/>
            <a:ext cx="3146547" cy="91922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a:latin typeface="Helvetica Light" charset="0"/>
                <a:ea typeface="Helvetica Light" charset="0"/>
                <a:cs typeface="Helvetica Light" charset="0"/>
              </a:rPr>
              <a:t>Beatae vitae dicta sunt explicabo</a:t>
            </a:r>
          </a:p>
        </p:txBody>
      </p:sp>
      <p:sp>
        <p:nvSpPr>
          <p:cNvPr id="450" name="Beatae vitae dicta sunt explicabo"/>
          <p:cNvSpPr txBox="1"/>
          <p:nvPr/>
        </p:nvSpPr>
        <p:spPr>
          <a:xfrm>
            <a:off x="4134560" y="9582895"/>
            <a:ext cx="3146548" cy="919227"/>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lvl1pPr algn="ctr">
              <a:lnSpc>
                <a:spcPct val="90000"/>
              </a:lnSpc>
              <a:defRPr sz="2400">
                <a:solidFill>
                  <a:srgbClr val="535353"/>
                </a:solidFill>
                <a:latin typeface="+mj-lt"/>
                <a:ea typeface="+mj-ea"/>
                <a:cs typeface="+mj-cs"/>
                <a:sym typeface="Helvetica"/>
              </a:defRPr>
            </a:lvl1pPr>
          </a:lstStyle>
          <a:p>
            <a:pPr>
              <a:defRPr sz="3200"/>
            </a:pPr>
            <a:r>
              <a:rPr sz="2400" dirty="0">
                <a:latin typeface="Helvetica Light" charset="0"/>
                <a:ea typeface="Helvetica Light" charset="0"/>
                <a:cs typeface="Helvetica Light" charset="0"/>
              </a:rPr>
              <a:t>Beatae vitae dicta sunt explicabo</a:t>
            </a:r>
          </a:p>
        </p:txBody>
      </p:sp>
      <p:sp>
        <p:nvSpPr>
          <p:cNvPr id="451" name="Shape"/>
          <p:cNvSpPr/>
          <p:nvPr/>
        </p:nvSpPr>
        <p:spPr>
          <a:xfrm>
            <a:off x="4575316" y="8963301"/>
            <a:ext cx="233600" cy="389327"/>
          </a:xfrm>
          <a:custGeom>
            <a:avLst/>
            <a:gdLst/>
            <a:ahLst/>
            <a:cxnLst>
              <a:cxn ang="0">
                <a:pos x="wd2" y="hd2"/>
              </a:cxn>
              <a:cxn ang="5400000">
                <a:pos x="wd2" y="hd2"/>
              </a:cxn>
              <a:cxn ang="10800000">
                <a:pos x="wd2" y="hd2"/>
              </a:cxn>
              <a:cxn ang="16200000">
                <a:pos x="wd2" y="hd2"/>
              </a:cxn>
            </a:cxnLst>
            <a:rect l="0" t="0" r="r" b="b"/>
            <a:pathLst>
              <a:path w="21600" h="21600" extrusionOk="0">
                <a:moveTo>
                  <a:pt x="16875" y="2936"/>
                </a:moveTo>
                <a:cubicBezTo>
                  <a:pt x="20250" y="0"/>
                  <a:pt x="20250" y="0"/>
                  <a:pt x="20250" y="0"/>
                </a:cubicBezTo>
                <a:cubicBezTo>
                  <a:pt x="21600" y="629"/>
                  <a:pt x="21600" y="629"/>
                  <a:pt x="21600" y="629"/>
                </a:cubicBezTo>
                <a:cubicBezTo>
                  <a:pt x="17888" y="3775"/>
                  <a:pt x="17888" y="3775"/>
                  <a:pt x="17888" y="3775"/>
                </a:cubicBezTo>
                <a:cubicBezTo>
                  <a:pt x="17550" y="3565"/>
                  <a:pt x="17213" y="3146"/>
                  <a:pt x="16875" y="2936"/>
                </a:cubicBezTo>
                <a:close/>
                <a:moveTo>
                  <a:pt x="9787" y="3146"/>
                </a:moveTo>
                <a:cubicBezTo>
                  <a:pt x="12487" y="3146"/>
                  <a:pt x="14850" y="4404"/>
                  <a:pt x="14850" y="6082"/>
                </a:cubicBezTo>
                <a:cubicBezTo>
                  <a:pt x="4725" y="6082"/>
                  <a:pt x="4725" y="6082"/>
                  <a:pt x="4725" y="6082"/>
                </a:cubicBezTo>
                <a:cubicBezTo>
                  <a:pt x="4725" y="4404"/>
                  <a:pt x="6750" y="3146"/>
                  <a:pt x="9787" y="3146"/>
                </a:cubicBezTo>
                <a:close/>
                <a:moveTo>
                  <a:pt x="16875" y="5033"/>
                </a:moveTo>
                <a:cubicBezTo>
                  <a:pt x="15863" y="3146"/>
                  <a:pt x="13162" y="1678"/>
                  <a:pt x="9787" y="1678"/>
                </a:cubicBezTo>
                <a:cubicBezTo>
                  <a:pt x="6412" y="1678"/>
                  <a:pt x="3712" y="3146"/>
                  <a:pt x="2700" y="5033"/>
                </a:cubicBezTo>
                <a:cubicBezTo>
                  <a:pt x="2362" y="6082"/>
                  <a:pt x="2700" y="7759"/>
                  <a:pt x="0" y="7759"/>
                </a:cubicBezTo>
                <a:cubicBezTo>
                  <a:pt x="0" y="8808"/>
                  <a:pt x="0" y="8808"/>
                  <a:pt x="0" y="8808"/>
                </a:cubicBezTo>
                <a:cubicBezTo>
                  <a:pt x="19575" y="8808"/>
                  <a:pt x="19575" y="8808"/>
                  <a:pt x="19575" y="8808"/>
                </a:cubicBezTo>
                <a:cubicBezTo>
                  <a:pt x="19575" y="7759"/>
                  <a:pt x="19575" y="7759"/>
                  <a:pt x="19575" y="7759"/>
                </a:cubicBezTo>
                <a:cubicBezTo>
                  <a:pt x="16875" y="7759"/>
                  <a:pt x="17213" y="6082"/>
                  <a:pt x="16875" y="5033"/>
                </a:cubicBezTo>
                <a:close/>
                <a:moveTo>
                  <a:pt x="14175" y="17406"/>
                </a:moveTo>
                <a:cubicBezTo>
                  <a:pt x="5400" y="17406"/>
                  <a:pt x="5400" y="17406"/>
                  <a:pt x="5400" y="17406"/>
                </a:cubicBezTo>
                <a:cubicBezTo>
                  <a:pt x="4387" y="13841"/>
                  <a:pt x="4387" y="13841"/>
                  <a:pt x="4387" y="13841"/>
                </a:cubicBezTo>
                <a:cubicBezTo>
                  <a:pt x="15188" y="13841"/>
                  <a:pt x="15188" y="13841"/>
                  <a:pt x="15188" y="13841"/>
                </a:cubicBezTo>
                <a:lnTo>
                  <a:pt x="14175" y="17406"/>
                </a:lnTo>
                <a:close/>
                <a:moveTo>
                  <a:pt x="1350" y="10276"/>
                </a:moveTo>
                <a:cubicBezTo>
                  <a:pt x="4050" y="21600"/>
                  <a:pt x="4050" y="21600"/>
                  <a:pt x="4050" y="21600"/>
                </a:cubicBezTo>
                <a:cubicBezTo>
                  <a:pt x="15525" y="21600"/>
                  <a:pt x="15525" y="21600"/>
                  <a:pt x="15525" y="21600"/>
                </a:cubicBezTo>
                <a:cubicBezTo>
                  <a:pt x="17888" y="10276"/>
                  <a:pt x="17888" y="10276"/>
                  <a:pt x="17888" y="10276"/>
                </a:cubicBezTo>
                <a:lnTo>
                  <a:pt x="1350" y="10276"/>
                </a:lnTo>
                <a:close/>
              </a:path>
            </a:pathLst>
          </a:custGeom>
          <a:solidFill>
            <a:schemeClr val="accent4">
              <a:lumOff val="58054"/>
            </a:schemeClr>
          </a:solidFill>
          <a:ln w="12700">
            <a:miter lim="400000"/>
          </a:ln>
        </p:spPr>
        <p:txBody>
          <a:bodyPr lIns="109727" tIns="109727" rIns="109727" bIns="109727"/>
          <a:lstStyle/>
          <a:p>
            <a:endParaRPr/>
          </a:p>
        </p:txBody>
      </p:sp>
      <p:sp>
        <p:nvSpPr>
          <p:cNvPr id="452" name="Shape"/>
          <p:cNvSpPr/>
          <p:nvPr/>
        </p:nvSpPr>
        <p:spPr>
          <a:xfrm>
            <a:off x="7688757" y="8161629"/>
            <a:ext cx="266967" cy="389327"/>
          </a:xfrm>
          <a:custGeom>
            <a:avLst/>
            <a:gdLst/>
            <a:ahLst/>
            <a:cxnLst>
              <a:cxn ang="0">
                <a:pos x="wd2" y="hd2"/>
              </a:cxn>
              <a:cxn ang="5400000">
                <a:pos x="wd2" y="hd2"/>
              </a:cxn>
              <a:cxn ang="10800000">
                <a:pos x="wd2" y="hd2"/>
              </a:cxn>
              <a:cxn ang="16200000">
                <a:pos x="wd2" y="hd2"/>
              </a:cxn>
            </a:cxnLst>
            <a:rect l="0" t="0" r="r" b="b"/>
            <a:pathLst>
              <a:path w="21600" h="21600" extrusionOk="0">
                <a:moveTo>
                  <a:pt x="16971" y="18454"/>
                </a:moveTo>
                <a:cubicBezTo>
                  <a:pt x="4629" y="18454"/>
                  <a:pt x="4629" y="18454"/>
                  <a:pt x="4629" y="18454"/>
                </a:cubicBezTo>
                <a:cubicBezTo>
                  <a:pt x="4629" y="17406"/>
                  <a:pt x="4320" y="16777"/>
                  <a:pt x="6171" y="16567"/>
                </a:cubicBezTo>
                <a:cubicBezTo>
                  <a:pt x="8023" y="16148"/>
                  <a:pt x="9566" y="15938"/>
                  <a:pt x="8949" y="14889"/>
                </a:cubicBezTo>
                <a:cubicBezTo>
                  <a:pt x="6480" y="11953"/>
                  <a:pt x="8023" y="10066"/>
                  <a:pt x="10800" y="10066"/>
                </a:cubicBezTo>
                <a:cubicBezTo>
                  <a:pt x="13269" y="10066"/>
                  <a:pt x="15120" y="11744"/>
                  <a:pt x="12651" y="14889"/>
                </a:cubicBezTo>
                <a:cubicBezTo>
                  <a:pt x="12034" y="15938"/>
                  <a:pt x="13577" y="16148"/>
                  <a:pt x="15429" y="16567"/>
                </a:cubicBezTo>
                <a:cubicBezTo>
                  <a:pt x="16971" y="16777"/>
                  <a:pt x="16971" y="17406"/>
                  <a:pt x="16971" y="18454"/>
                </a:cubicBezTo>
                <a:close/>
                <a:moveTo>
                  <a:pt x="16046" y="5243"/>
                </a:moveTo>
                <a:cubicBezTo>
                  <a:pt x="16046" y="7130"/>
                  <a:pt x="16046" y="7130"/>
                  <a:pt x="16046" y="7130"/>
                </a:cubicBezTo>
                <a:cubicBezTo>
                  <a:pt x="5554" y="7130"/>
                  <a:pt x="5554" y="7130"/>
                  <a:pt x="5554" y="7130"/>
                </a:cubicBezTo>
                <a:cubicBezTo>
                  <a:pt x="5554" y="5243"/>
                  <a:pt x="5554" y="5243"/>
                  <a:pt x="5554" y="5243"/>
                </a:cubicBezTo>
                <a:cubicBezTo>
                  <a:pt x="0" y="5243"/>
                  <a:pt x="0" y="5243"/>
                  <a:pt x="0" y="5243"/>
                </a:cubicBezTo>
                <a:cubicBezTo>
                  <a:pt x="0" y="21600"/>
                  <a:pt x="0" y="21600"/>
                  <a:pt x="0" y="21600"/>
                </a:cubicBezTo>
                <a:cubicBezTo>
                  <a:pt x="21600" y="21600"/>
                  <a:pt x="21600" y="21600"/>
                  <a:pt x="21600" y="21600"/>
                </a:cubicBezTo>
                <a:cubicBezTo>
                  <a:pt x="21600" y="5243"/>
                  <a:pt x="21600" y="5243"/>
                  <a:pt x="21600" y="5243"/>
                </a:cubicBezTo>
                <a:lnTo>
                  <a:pt x="16046" y="5243"/>
                </a:lnTo>
                <a:close/>
                <a:moveTo>
                  <a:pt x="10800" y="3565"/>
                </a:moveTo>
                <a:cubicBezTo>
                  <a:pt x="10183" y="3565"/>
                  <a:pt x="9566" y="3355"/>
                  <a:pt x="9566" y="2726"/>
                </a:cubicBezTo>
                <a:cubicBezTo>
                  <a:pt x="9566" y="2307"/>
                  <a:pt x="10183" y="2097"/>
                  <a:pt x="10800" y="2097"/>
                </a:cubicBezTo>
                <a:cubicBezTo>
                  <a:pt x="11417" y="2097"/>
                  <a:pt x="12034" y="2307"/>
                  <a:pt x="12034" y="2726"/>
                </a:cubicBezTo>
                <a:cubicBezTo>
                  <a:pt x="12034" y="3355"/>
                  <a:pt x="11417" y="3565"/>
                  <a:pt x="10800" y="3565"/>
                </a:cubicBezTo>
                <a:close/>
                <a:moveTo>
                  <a:pt x="7714" y="0"/>
                </a:moveTo>
                <a:cubicBezTo>
                  <a:pt x="7714" y="5662"/>
                  <a:pt x="7714" y="5662"/>
                  <a:pt x="7714" y="5662"/>
                </a:cubicBezTo>
                <a:cubicBezTo>
                  <a:pt x="13886" y="5662"/>
                  <a:pt x="13886" y="5662"/>
                  <a:pt x="13886" y="5662"/>
                </a:cubicBezTo>
                <a:cubicBezTo>
                  <a:pt x="13886" y="0"/>
                  <a:pt x="13886" y="0"/>
                  <a:pt x="13886" y="0"/>
                </a:cubicBezTo>
                <a:lnTo>
                  <a:pt x="7714" y="0"/>
                </a:lnTo>
                <a:close/>
              </a:path>
            </a:pathLst>
          </a:custGeom>
          <a:solidFill>
            <a:schemeClr val="accent4">
              <a:lumOff val="58054"/>
            </a:schemeClr>
          </a:solidFill>
          <a:ln w="12700">
            <a:miter lim="400000"/>
          </a:ln>
        </p:spPr>
        <p:txBody>
          <a:bodyPr lIns="109727" tIns="109727" rIns="109727" bIns="109727"/>
          <a:lstStyle/>
          <a:p>
            <a:endParaRPr/>
          </a:p>
        </p:txBody>
      </p:sp>
      <p:sp>
        <p:nvSpPr>
          <p:cNvPr id="453" name="Shape"/>
          <p:cNvSpPr/>
          <p:nvPr/>
        </p:nvSpPr>
        <p:spPr>
          <a:xfrm>
            <a:off x="10753104" y="7347633"/>
            <a:ext cx="389326" cy="344833"/>
          </a:xfrm>
          <a:custGeom>
            <a:avLst/>
            <a:gdLst/>
            <a:ahLst/>
            <a:cxnLst>
              <a:cxn ang="0">
                <a:pos x="wd2" y="hd2"/>
              </a:cxn>
              <a:cxn ang="5400000">
                <a:pos x="wd2" y="hd2"/>
              </a:cxn>
              <a:cxn ang="10800000">
                <a:pos x="wd2" y="hd2"/>
              </a:cxn>
              <a:cxn ang="16200000">
                <a:pos x="wd2" y="hd2"/>
              </a:cxn>
            </a:cxnLst>
            <a:rect l="0" t="0" r="r" b="b"/>
            <a:pathLst>
              <a:path w="21600" h="21600" extrusionOk="0">
                <a:moveTo>
                  <a:pt x="21600" y="10684"/>
                </a:moveTo>
                <a:cubicBezTo>
                  <a:pt x="20132" y="12310"/>
                  <a:pt x="20132" y="12310"/>
                  <a:pt x="20132" y="12310"/>
                </a:cubicBezTo>
                <a:cubicBezTo>
                  <a:pt x="10905" y="3252"/>
                  <a:pt x="10905" y="3252"/>
                  <a:pt x="10905" y="3252"/>
                </a:cubicBezTo>
                <a:cubicBezTo>
                  <a:pt x="1468" y="12310"/>
                  <a:pt x="1468" y="12310"/>
                  <a:pt x="1468" y="12310"/>
                </a:cubicBezTo>
                <a:cubicBezTo>
                  <a:pt x="0" y="10684"/>
                  <a:pt x="0" y="10684"/>
                  <a:pt x="0" y="10684"/>
                </a:cubicBezTo>
                <a:cubicBezTo>
                  <a:pt x="10905" y="0"/>
                  <a:pt x="10905" y="0"/>
                  <a:pt x="10905" y="0"/>
                </a:cubicBezTo>
                <a:lnTo>
                  <a:pt x="21600" y="10684"/>
                </a:lnTo>
                <a:close/>
                <a:moveTo>
                  <a:pt x="13421" y="13006"/>
                </a:moveTo>
                <a:cubicBezTo>
                  <a:pt x="13421" y="14400"/>
                  <a:pt x="12163" y="15794"/>
                  <a:pt x="10905" y="15794"/>
                </a:cubicBezTo>
                <a:cubicBezTo>
                  <a:pt x="9437" y="15794"/>
                  <a:pt x="8388" y="14400"/>
                  <a:pt x="8388" y="13006"/>
                </a:cubicBezTo>
                <a:cubicBezTo>
                  <a:pt x="8388" y="11381"/>
                  <a:pt x="9437" y="10219"/>
                  <a:pt x="10905" y="10219"/>
                </a:cubicBezTo>
                <a:cubicBezTo>
                  <a:pt x="12163" y="10219"/>
                  <a:pt x="13421" y="11381"/>
                  <a:pt x="13421" y="13006"/>
                </a:cubicBezTo>
                <a:close/>
                <a:moveTo>
                  <a:pt x="10905" y="19277"/>
                </a:moveTo>
                <a:cubicBezTo>
                  <a:pt x="10276" y="19277"/>
                  <a:pt x="9856" y="18813"/>
                  <a:pt x="9856" y="18116"/>
                </a:cubicBezTo>
                <a:cubicBezTo>
                  <a:pt x="9856" y="17652"/>
                  <a:pt x="10276" y="17187"/>
                  <a:pt x="10905" y="17187"/>
                </a:cubicBezTo>
                <a:cubicBezTo>
                  <a:pt x="11324" y="17187"/>
                  <a:pt x="11744" y="17652"/>
                  <a:pt x="11744" y="18116"/>
                </a:cubicBezTo>
                <a:cubicBezTo>
                  <a:pt x="11744" y="18813"/>
                  <a:pt x="11324" y="19277"/>
                  <a:pt x="10905" y="19277"/>
                </a:cubicBezTo>
                <a:close/>
                <a:moveTo>
                  <a:pt x="3565" y="12077"/>
                </a:moveTo>
                <a:cubicBezTo>
                  <a:pt x="5243" y="21600"/>
                  <a:pt x="5243" y="21600"/>
                  <a:pt x="5243" y="21600"/>
                </a:cubicBezTo>
                <a:cubicBezTo>
                  <a:pt x="16567" y="21600"/>
                  <a:pt x="16567" y="21600"/>
                  <a:pt x="16567" y="21600"/>
                </a:cubicBezTo>
                <a:cubicBezTo>
                  <a:pt x="18245" y="12077"/>
                  <a:pt x="18245" y="12077"/>
                  <a:pt x="18245" y="12077"/>
                </a:cubicBezTo>
                <a:cubicBezTo>
                  <a:pt x="10905" y="5110"/>
                  <a:pt x="10905" y="5110"/>
                  <a:pt x="10905" y="5110"/>
                </a:cubicBezTo>
                <a:lnTo>
                  <a:pt x="3565" y="12077"/>
                </a:lnTo>
                <a:close/>
              </a:path>
            </a:pathLst>
          </a:custGeom>
          <a:solidFill>
            <a:schemeClr val="accent4">
              <a:lumOff val="58054"/>
            </a:schemeClr>
          </a:solidFill>
          <a:ln w="12700">
            <a:miter lim="400000"/>
          </a:ln>
        </p:spPr>
        <p:txBody>
          <a:bodyPr lIns="109727" tIns="109727" rIns="109727" bIns="109727"/>
          <a:lstStyle/>
          <a:p>
            <a:endParaRPr/>
          </a:p>
        </p:txBody>
      </p:sp>
      <p:sp>
        <p:nvSpPr>
          <p:cNvPr id="454" name="Shape"/>
          <p:cNvSpPr/>
          <p:nvPr/>
        </p:nvSpPr>
        <p:spPr>
          <a:xfrm>
            <a:off x="13975117" y="6526896"/>
            <a:ext cx="333707" cy="389326"/>
          </a:xfrm>
          <a:custGeom>
            <a:avLst/>
            <a:gdLst/>
            <a:ahLst/>
            <a:cxnLst>
              <a:cxn ang="0">
                <a:pos x="wd2" y="hd2"/>
              </a:cxn>
              <a:cxn ang="5400000">
                <a:pos x="wd2" y="hd2"/>
              </a:cxn>
              <a:cxn ang="10800000">
                <a:pos x="wd2" y="hd2"/>
              </a:cxn>
              <a:cxn ang="16200000">
                <a:pos x="wd2" y="hd2"/>
              </a:cxn>
            </a:cxnLst>
            <a:rect l="0" t="0" r="r" b="b"/>
            <a:pathLst>
              <a:path w="21600" h="21600" extrusionOk="0">
                <a:moveTo>
                  <a:pt x="21600" y="1678"/>
                </a:moveTo>
                <a:cubicBezTo>
                  <a:pt x="21600" y="1678"/>
                  <a:pt x="19938" y="2936"/>
                  <a:pt x="17802" y="2936"/>
                </a:cubicBezTo>
                <a:cubicBezTo>
                  <a:pt x="14242" y="2936"/>
                  <a:pt x="14004" y="210"/>
                  <a:pt x="9969" y="210"/>
                </a:cubicBezTo>
                <a:cubicBezTo>
                  <a:pt x="7596" y="210"/>
                  <a:pt x="5459" y="1049"/>
                  <a:pt x="4747" y="1887"/>
                </a:cubicBezTo>
                <a:cubicBezTo>
                  <a:pt x="4747" y="2517"/>
                  <a:pt x="4747" y="13212"/>
                  <a:pt x="4747" y="13212"/>
                </a:cubicBezTo>
                <a:cubicBezTo>
                  <a:pt x="5934" y="12373"/>
                  <a:pt x="7833" y="11534"/>
                  <a:pt x="9969" y="11534"/>
                </a:cubicBezTo>
                <a:cubicBezTo>
                  <a:pt x="13767" y="11534"/>
                  <a:pt x="14479" y="14260"/>
                  <a:pt x="17802" y="14260"/>
                </a:cubicBezTo>
                <a:cubicBezTo>
                  <a:pt x="20176" y="14260"/>
                  <a:pt x="21600" y="13002"/>
                  <a:pt x="21600" y="13002"/>
                </a:cubicBezTo>
                <a:lnTo>
                  <a:pt x="21600" y="1678"/>
                </a:lnTo>
                <a:close/>
                <a:moveTo>
                  <a:pt x="2848" y="21600"/>
                </a:moveTo>
                <a:cubicBezTo>
                  <a:pt x="0" y="21600"/>
                  <a:pt x="0" y="21600"/>
                  <a:pt x="0" y="21600"/>
                </a:cubicBezTo>
                <a:cubicBezTo>
                  <a:pt x="0" y="0"/>
                  <a:pt x="0" y="0"/>
                  <a:pt x="0" y="0"/>
                </a:cubicBezTo>
                <a:cubicBezTo>
                  <a:pt x="2848" y="0"/>
                  <a:pt x="2848" y="0"/>
                  <a:pt x="2848" y="0"/>
                </a:cubicBezTo>
                <a:lnTo>
                  <a:pt x="2848" y="21600"/>
                </a:lnTo>
                <a:close/>
              </a:path>
            </a:pathLst>
          </a:custGeom>
          <a:solidFill>
            <a:schemeClr val="accent4">
              <a:lumOff val="58054"/>
            </a:schemeClr>
          </a:solidFill>
          <a:ln w="12700">
            <a:miter lim="400000"/>
          </a:ln>
        </p:spPr>
        <p:txBody>
          <a:bodyPr lIns="109727" tIns="109727" rIns="109727" bIns="109727"/>
          <a:lstStyle/>
          <a:p>
            <a:endParaRPr/>
          </a:p>
        </p:txBody>
      </p:sp>
      <p:sp>
        <p:nvSpPr>
          <p:cNvPr id="455" name="Shape"/>
          <p:cNvSpPr/>
          <p:nvPr/>
        </p:nvSpPr>
        <p:spPr>
          <a:xfrm>
            <a:off x="17101787" y="5679926"/>
            <a:ext cx="322587" cy="389327"/>
          </a:xfrm>
          <a:custGeom>
            <a:avLst/>
            <a:gdLst/>
            <a:ahLst/>
            <a:cxnLst>
              <a:cxn ang="0">
                <a:pos x="wd2" y="hd2"/>
              </a:cxn>
              <a:cxn ang="5400000">
                <a:pos x="wd2" y="hd2"/>
              </a:cxn>
              <a:cxn ang="10800000">
                <a:pos x="wd2" y="hd2"/>
              </a:cxn>
              <a:cxn ang="16200000">
                <a:pos x="wd2" y="hd2"/>
              </a:cxn>
            </a:cxnLst>
            <a:rect l="0" t="0" r="r" b="b"/>
            <a:pathLst>
              <a:path w="21600" h="21600" extrusionOk="0">
                <a:moveTo>
                  <a:pt x="10800" y="3565"/>
                </a:moveTo>
                <a:cubicBezTo>
                  <a:pt x="10309" y="3565"/>
                  <a:pt x="9818" y="3146"/>
                  <a:pt x="9818" y="2726"/>
                </a:cubicBezTo>
                <a:cubicBezTo>
                  <a:pt x="9818" y="2097"/>
                  <a:pt x="10309" y="1678"/>
                  <a:pt x="10800" y="1678"/>
                </a:cubicBezTo>
                <a:cubicBezTo>
                  <a:pt x="11291" y="1678"/>
                  <a:pt x="11782" y="2097"/>
                  <a:pt x="11782" y="2726"/>
                </a:cubicBezTo>
                <a:cubicBezTo>
                  <a:pt x="11782" y="3146"/>
                  <a:pt x="11291" y="3565"/>
                  <a:pt x="10800" y="3565"/>
                </a:cubicBezTo>
                <a:close/>
                <a:moveTo>
                  <a:pt x="13991" y="3146"/>
                </a:moveTo>
                <a:cubicBezTo>
                  <a:pt x="13991" y="2726"/>
                  <a:pt x="13991" y="2726"/>
                  <a:pt x="13991" y="2726"/>
                </a:cubicBezTo>
                <a:cubicBezTo>
                  <a:pt x="13991" y="1258"/>
                  <a:pt x="12518" y="0"/>
                  <a:pt x="10800" y="0"/>
                </a:cubicBezTo>
                <a:cubicBezTo>
                  <a:pt x="9082" y="0"/>
                  <a:pt x="7609" y="1258"/>
                  <a:pt x="7609" y="2726"/>
                </a:cubicBezTo>
                <a:cubicBezTo>
                  <a:pt x="7609" y="3146"/>
                  <a:pt x="7609" y="3146"/>
                  <a:pt x="7609" y="3146"/>
                </a:cubicBezTo>
                <a:cubicBezTo>
                  <a:pt x="4173" y="6082"/>
                  <a:pt x="4173" y="6082"/>
                  <a:pt x="4173" y="6082"/>
                </a:cubicBezTo>
                <a:cubicBezTo>
                  <a:pt x="17427" y="6082"/>
                  <a:pt x="17427" y="6082"/>
                  <a:pt x="17427" y="6082"/>
                </a:cubicBezTo>
                <a:lnTo>
                  <a:pt x="13991" y="3146"/>
                </a:lnTo>
                <a:close/>
                <a:moveTo>
                  <a:pt x="15955" y="9017"/>
                </a:moveTo>
                <a:cubicBezTo>
                  <a:pt x="5645" y="9017"/>
                  <a:pt x="5645" y="9017"/>
                  <a:pt x="5645" y="9017"/>
                </a:cubicBezTo>
                <a:cubicBezTo>
                  <a:pt x="5645" y="10695"/>
                  <a:pt x="5645" y="10695"/>
                  <a:pt x="5645" y="10695"/>
                </a:cubicBezTo>
                <a:cubicBezTo>
                  <a:pt x="15955" y="10695"/>
                  <a:pt x="15955" y="10695"/>
                  <a:pt x="15955" y="10695"/>
                </a:cubicBezTo>
                <a:lnTo>
                  <a:pt x="15955" y="9017"/>
                </a:lnTo>
                <a:close/>
                <a:moveTo>
                  <a:pt x="5645" y="13631"/>
                </a:moveTo>
                <a:cubicBezTo>
                  <a:pt x="15955" y="13631"/>
                  <a:pt x="15955" y="13631"/>
                  <a:pt x="15955" y="13631"/>
                </a:cubicBezTo>
                <a:cubicBezTo>
                  <a:pt x="15955" y="11953"/>
                  <a:pt x="15955" y="11953"/>
                  <a:pt x="15955" y="11953"/>
                </a:cubicBezTo>
                <a:cubicBezTo>
                  <a:pt x="5645" y="11953"/>
                  <a:pt x="5645" y="11953"/>
                  <a:pt x="5645" y="11953"/>
                </a:cubicBezTo>
                <a:cubicBezTo>
                  <a:pt x="5645" y="13631"/>
                  <a:pt x="5645" y="13631"/>
                  <a:pt x="5645" y="13631"/>
                </a:cubicBezTo>
                <a:close/>
                <a:moveTo>
                  <a:pt x="5645" y="16357"/>
                </a:moveTo>
                <a:cubicBezTo>
                  <a:pt x="15955" y="16357"/>
                  <a:pt x="15955" y="16357"/>
                  <a:pt x="15955" y="16357"/>
                </a:cubicBezTo>
                <a:cubicBezTo>
                  <a:pt x="15955" y="14889"/>
                  <a:pt x="15955" y="14889"/>
                  <a:pt x="15955" y="14889"/>
                </a:cubicBezTo>
                <a:cubicBezTo>
                  <a:pt x="5645" y="14889"/>
                  <a:pt x="5645" y="14889"/>
                  <a:pt x="5645" y="14889"/>
                </a:cubicBezTo>
                <a:cubicBezTo>
                  <a:pt x="5645" y="16357"/>
                  <a:pt x="5645" y="16357"/>
                  <a:pt x="5645" y="16357"/>
                </a:cubicBezTo>
                <a:close/>
                <a:moveTo>
                  <a:pt x="21600" y="3146"/>
                </a:moveTo>
                <a:cubicBezTo>
                  <a:pt x="21600" y="21600"/>
                  <a:pt x="21600" y="21600"/>
                  <a:pt x="21600" y="21600"/>
                </a:cubicBezTo>
                <a:cubicBezTo>
                  <a:pt x="0" y="21600"/>
                  <a:pt x="0" y="21600"/>
                  <a:pt x="0" y="21600"/>
                </a:cubicBezTo>
                <a:cubicBezTo>
                  <a:pt x="0" y="3146"/>
                  <a:pt x="0" y="3146"/>
                  <a:pt x="0" y="3146"/>
                </a:cubicBezTo>
                <a:cubicBezTo>
                  <a:pt x="4909" y="3146"/>
                  <a:pt x="4909" y="3146"/>
                  <a:pt x="4909" y="3146"/>
                </a:cubicBezTo>
                <a:cubicBezTo>
                  <a:pt x="2455" y="5243"/>
                  <a:pt x="2455" y="5243"/>
                  <a:pt x="2455" y="5243"/>
                </a:cubicBezTo>
                <a:cubicBezTo>
                  <a:pt x="2455" y="19503"/>
                  <a:pt x="2455" y="19503"/>
                  <a:pt x="2455" y="19503"/>
                </a:cubicBezTo>
                <a:cubicBezTo>
                  <a:pt x="19145" y="19503"/>
                  <a:pt x="19145" y="19503"/>
                  <a:pt x="19145" y="19503"/>
                </a:cubicBezTo>
                <a:cubicBezTo>
                  <a:pt x="19145" y="5243"/>
                  <a:pt x="19145" y="5243"/>
                  <a:pt x="19145" y="5243"/>
                </a:cubicBezTo>
                <a:cubicBezTo>
                  <a:pt x="16691" y="3146"/>
                  <a:pt x="16691" y="3146"/>
                  <a:pt x="16691" y="3146"/>
                </a:cubicBezTo>
                <a:lnTo>
                  <a:pt x="21600" y="3146"/>
                </a:lnTo>
                <a:close/>
              </a:path>
            </a:pathLst>
          </a:custGeom>
          <a:solidFill>
            <a:schemeClr val="accent4">
              <a:lumOff val="58054"/>
            </a:schemeClr>
          </a:solidFill>
          <a:ln w="12700">
            <a:miter lim="400000"/>
          </a:ln>
        </p:spPr>
        <p:txBody>
          <a:bodyPr lIns="109727" tIns="109727" rIns="109727" bIns="109727"/>
          <a:lstStyle/>
          <a:p>
            <a:endParaRPr/>
          </a:p>
        </p:txBody>
      </p:sp>
      <p:sp>
        <p:nvSpPr>
          <p:cNvPr id="456" name="Arrow"/>
          <p:cNvSpPr/>
          <p:nvPr/>
        </p:nvSpPr>
        <p:spPr>
          <a:xfrm rot="20741411">
            <a:off x="4931637" y="6232864"/>
            <a:ext cx="13008946" cy="414721"/>
          </a:xfrm>
          <a:prstGeom prst="rightArrow">
            <a:avLst>
              <a:gd name="adj1" fmla="val 50000"/>
              <a:gd name="adj2" fmla="val 20833"/>
            </a:avLst>
          </a:prstGeom>
          <a:solidFill>
            <a:srgbClr val="243646"/>
          </a:solidFill>
          <a:ln w="25400">
            <a:miter lim="400000"/>
          </a:ln>
        </p:spPr>
        <p:txBody>
          <a:bodyPr lIns="109727" tIns="109727" rIns="109727" bIns="109727" anchor="ctr"/>
          <a:lstStyle/>
          <a:p>
            <a:pPr>
              <a:defRPr>
                <a:solidFill>
                  <a:srgbClr val="2C9DA8"/>
                </a:solidFill>
              </a:defRPr>
            </a:pPr>
            <a:endParaRPr/>
          </a:p>
        </p:txBody>
      </p:sp>
      <p:sp>
        <p:nvSpPr>
          <p:cNvPr id="457" name="[Product Name]"/>
          <p:cNvSpPr txBox="1"/>
          <p:nvPr/>
        </p:nvSpPr>
        <p:spPr>
          <a:xfrm rot="20725353">
            <a:off x="9384045" y="5535261"/>
            <a:ext cx="3549431" cy="806373"/>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r">
              <a:defRPr sz="3800">
                <a:solidFill>
                  <a:srgbClr val="535353"/>
                </a:solidFill>
                <a:latin typeface="Avenir Book"/>
                <a:ea typeface="Avenir Book"/>
                <a:cs typeface="Avenir Book"/>
                <a:sym typeface="Avenir Book"/>
              </a:defRPr>
            </a:lvl1pPr>
          </a:lstStyle>
          <a:p>
            <a:pPr>
              <a:defRPr sz="3200"/>
            </a:pPr>
            <a:r>
              <a:rPr sz="3800" dirty="0">
                <a:latin typeface="Helvetica Light" charset="0"/>
                <a:ea typeface="Helvetica Light" charset="0"/>
                <a:cs typeface="Helvetica Light" charset="0"/>
              </a:rPr>
              <a:t>[</a:t>
            </a:r>
            <a:r>
              <a:rPr lang="en-US" sz="3800" dirty="0">
                <a:latin typeface="Helvetica Light" charset="0"/>
                <a:ea typeface="Helvetica Light" charset="0"/>
                <a:cs typeface="Helvetica Light" charset="0"/>
              </a:rPr>
              <a:t>Course</a:t>
            </a:r>
            <a:r>
              <a:rPr sz="3800" dirty="0">
                <a:latin typeface="Helvetica Light" charset="0"/>
                <a:ea typeface="Helvetica Light" charset="0"/>
                <a:cs typeface="Helvetica Light" charset="0"/>
              </a:rPr>
              <a:t> Name]</a:t>
            </a:r>
          </a:p>
        </p:txBody>
      </p:sp>
      <p:sp>
        <p:nvSpPr>
          <p:cNvPr id="458" name="Shape"/>
          <p:cNvSpPr/>
          <p:nvPr/>
        </p:nvSpPr>
        <p:spPr>
          <a:xfrm>
            <a:off x="17989385" y="3213878"/>
            <a:ext cx="1607597" cy="1875544"/>
          </a:xfrm>
          <a:custGeom>
            <a:avLst/>
            <a:gdLst/>
            <a:ahLst/>
            <a:cxnLst>
              <a:cxn ang="0">
                <a:pos x="wd2" y="hd2"/>
              </a:cxn>
              <a:cxn ang="5400000">
                <a:pos x="wd2" y="hd2"/>
              </a:cxn>
              <a:cxn ang="10800000">
                <a:pos x="wd2" y="hd2"/>
              </a:cxn>
              <a:cxn ang="16200000">
                <a:pos x="wd2" y="hd2"/>
              </a:cxn>
            </a:cxnLst>
            <a:rect l="0" t="0" r="r" b="b"/>
            <a:pathLst>
              <a:path w="21600" h="21600" extrusionOk="0">
                <a:moveTo>
                  <a:pt x="1440" y="21600"/>
                </a:moveTo>
                <a:lnTo>
                  <a:pt x="0" y="20983"/>
                </a:lnTo>
                <a:lnTo>
                  <a:pt x="6480" y="15429"/>
                </a:lnTo>
                <a:lnTo>
                  <a:pt x="7920" y="15429"/>
                </a:lnTo>
                <a:lnTo>
                  <a:pt x="1440" y="21600"/>
                </a:lnTo>
                <a:close/>
                <a:moveTo>
                  <a:pt x="5760" y="20983"/>
                </a:moveTo>
                <a:lnTo>
                  <a:pt x="4320" y="20366"/>
                </a:lnTo>
                <a:lnTo>
                  <a:pt x="7200" y="17897"/>
                </a:lnTo>
                <a:lnTo>
                  <a:pt x="8640" y="18514"/>
                </a:lnTo>
                <a:lnTo>
                  <a:pt x="5760" y="20983"/>
                </a:lnTo>
                <a:close/>
                <a:moveTo>
                  <a:pt x="2160" y="17280"/>
                </a:moveTo>
                <a:lnTo>
                  <a:pt x="720" y="16663"/>
                </a:lnTo>
                <a:lnTo>
                  <a:pt x="5760" y="12960"/>
                </a:lnTo>
                <a:lnTo>
                  <a:pt x="7200" y="12960"/>
                </a:lnTo>
                <a:lnTo>
                  <a:pt x="2160" y="17280"/>
                </a:lnTo>
                <a:close/>
                <a:moveTo>
                  <a:pt x="9360" y="16663"/>
                </a:moveTo>
                <a:lnTo>
                  <a:pt x="12240" y="13577"/>
                </a:lnTo>
                <a:lnTo>
                  <a:pt x="9360" y="11726"/>
                </a:lnTo>
                <a:lnTo>
                  <a:pt x="9360" y="16663"/>
                </a:lnTo>
                <a:close/>
                <a:moveTo>
                  <a:pt x="2160" y="8640"/>
                </a:moveTo>
                <a:lnTo>
                  <a:pt x="7920" y="9874"/>
                </a:lnTo>
                <a:lnTo>
                  <a:pt x="16560" y="4937"/>
                </a:lnTo>
                <a:lnTo>
                  <a:pt x="10080" y="10491"/>
                </a:lnTo>
                <a:lnTo>
                  <a:pt x="16560" y="16046"/>
                </a:lnTo>
                <a:lnTo>
                  <a:pt x="21600" y="0"/>
                </a:lnTo>
                <a:lnTo>
                  <a:pt x="2160" y="8640"/>
                </a:lnTo>
                <a:close/>
              </a:path>
            </a:pathLst>
          </a:custGeom>
          <a:solidFill>
            <a:srgbClr val="F86A37"/>
          </a:solidFill>
          <a:ln w="25400">
            <a:miter lim="400000"/>
          </a:ln>
        </p:spPr>
        <p:txBody>
          <a:bodyPr lIns="45719" rIns="45719" anchor="ctr"/>
          <a:lstStyle/>
          <a:p>
            <a:pPr>
              <a:defRPr sz="1400"/>
            </a:pPr>
            <a:endParaRPr/>
          </a:p>
        </p:txBody>
      </p:sp>
      <p:sp>
        <p:nvSpPr>
          <p:cNvPr id="459"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Course</a:t>
            </a:r>
            <a:r>
              <a:rPr dirty="0">
                <a:solidFill>
                  <a:srgbClr val="243646"/>
                </a:solidFill>
                <a:latin typeface="PT Sans Narrow" charset="-52"/>
                <a:ea typeface="PT Sans Narrow" charset="-52"/>
                <a:cs typeface="PT Sans Narrow" charset="-52"/>
              </a:rPr>
              <a:t> </a:t>
            </a:r>
            <a:r>
              <a:rPr b="1" dirty="0">
                <a:solidFill>
                  <a:srgbClr val="243646"/>
                </a:solidFill>
                <a:latin typeface="PT Sans Narrow" charset="-52"/>
                <a:ea typeface="PT Sans Narrow" charset="-52"/>
                <a:cs typeface="PT Sans Narrow" charset="-52"/>
                <a:sym typeface="Avenir Heavy"/>
              </a:rPr>
              <a:t>Roadmap</a:t>
            </a:r>
          </a:p>
        </p:txBody>
      </p:sp>
      <p:sp>
        <p:nvSpPr>
          <p:cNvPr id="460"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461" name="Circle"/>
          <p:cNvSpPr/>
          <p:nvPr/>
        </p:nvSpPr>
        <p:spPr>
          <a:xfrm>
            <a:off x="4703748" y="7748117"/>
            <a:ext cx="651257" cy="651257"/>
          </a:xfrm>
          <a:prstGeom prst="ellipse">
            <a:avLst/>
          </a:prstGeom>
          <a:solidFill>
            <a:srgbClr val="F86A37"/>
          </a:solidFill>
          <a:ln w="25400">
            <a:miter lim="400000"/>
          </a:ln>
        </p:spPr>
        <p:txBody>
          <a:bodyPr lIns="109727" tIns="109727" rIns="109727" bIns="109727" anchor="ctr"/>
          <a:lstStyle/>
          <a:p>
            <a:endParaRPr/>
          </a:p>
        </p:txBody>
      </p:sp>
      <p:grpSp>
        <p:nvGrpSpPr>
          <p:cNvPr id="464" name="Group"/>
          <p:cNvGrpSpPr/>
          <p:nvPr/>
        </p:nvGrpSpPr>
        <p:grpSpPr>
          <a:xfrm>
            <a:off x="2986228" y="3735811"/>
            <a:ext cx="2778889" cy="4924121"/>
            <a:chOff x="0" y="0"/>
            <a:chExt cx="2778887" cy="4924119"/>
          </a:xfrm>
        </p:grpSpPr>
        <p:sp>
          <p:nvSpPr>
            <p:cNvPr id="462" name="Shape"/>
            <p:cNvSpPr/>
            <p:nvPr/>
          </p:nvSpPr>
          <p:spPr>
            <a:xfrm>
              <a:off x="782586" y="-1"/>
              <a:ext cx="754535" cy="755970"/>
            </a:xfrm>
            <a:custGeom>
              <a:avLst/>
              <a:gdLst/>
              <a:ahLst/>
              <a:cxnLst>
                <a:cxn ang="0">
                  <a:pos x="wd2" y="hd2"/>
                </a:cxn>
                <a:cxn ang="5400000">
                  <a:pos x="wd2" y="hd2"/>
                </a:cxn>
                <a:cxn ang="10800000">
                  <a:pos x="wd2" y="hd2"/>
                </a:cxn>
                <a:cxn ang="16200000">
                  <a:pos x="wd2" y="hd2"/>
                </a:cxn>
              </a:cxnLst>
              <a:rect l="0" t="0" r="r" b="b"/>
              <a:pathLst>
                <a:path w="18928" h="18880" extrusionOk="0">
                  <a:moveTo>
                    <a:pt x="17700" y="4727"/>
                  </a:moveTo>
                  <a:cubicBezTo>
                    <a:pt x="20264" y="9244"/>
                    <a:pt x="18686" y="15036"/>
                    <a:pt x="14149" y="17589"/>
                  </a:cubicBezTo>
                  <a:cubicBezTo>
                    <a:pt x="9612" y="20240"/>
                    <a:pt x="3891" y="18669"/>
                    <a:pt x="1228" y="14153"/>
                  </a:cubicBezTo>
                  <a:cubicBezTo>
                    <a:pt x="-1336" y="9636"/>
                    <a:pt x="242" y="3844"/>
                    <a:pt x="4779" y="1291"/>
                  </a:cubicBezTo>
                  <a:cubicBezTo>
                    <a:pt x="9316" y="-1360"/>
                    <a:pt x="15135" y="211"/>
                    <a:pt x="17700" y="4727"/>
                  </a:cubicBezTo>
                  <a:close/>
                </a:path>
              </a:pathLst>
            </a:custGeom>
            <a:solidFill>
              <a:schemeClr val="accent3">
                <a:lumOff val="25098"/>
              </a:schemeClr>
            </a:solidFill>
            <a:ln w="25400" cap="flat">
              <a:noFill/>
              <a:miter lim="400000"/>
            </a:ln>
            <a:effectLst/>
          </p:spPr>
          <p:txBody>
            <a:bodyPr wrap="square" lIns="109727" tIns="109727" rIns="109727" bIns="109727" numCol="1" anchor="t">
              <a:noAutofit/>
            </a:bodyPr>
            <a:lstStyle/>
            <a:p>
              <a:endParaRPr/>
            </a:p>
          </p:txBody>
        </p:sp>
        <p:sp>
          <p:nvSpPr>
            <p:cNvPr id="463" name="Shape"/>
            <p:cNvSpPr/>
            <p:nvPr/>
          </p:nvSpPr>
          <p:spPr>
            <a:xfrm>
              <a:off x="0" y="907924"/>
              <a:ext cx="2778888" cy="4016196"/>
            </a:xfrm>
            <a:custGeom>
              <a:avLst/>
              <a:gdLst/>
              <a:ahLst/>
              <a:cxnLst>
                <a:cxn ang="0">
                  <a:pos x="wd2" y="hd2"/>
                </a:cxn>
                <a:cxn ang="5400000">
                  <a:pos x="wd2" y="hd2"/>
                </a:cxn>
                <a:cxn ang="10800000">
                  <a:pos x="wd2" y="hd2"/>
                </a:cxn>
                <a:cxn ang="16200000">
                  <a:pos x="wd2" y="hd2"/>
                </a:cxn>
              </a:cxnLst>
              <a:rect l="0" t="0" r="r" b="b"/>
              <a:pathLst>
                <a:path w="20407" h="20908" extrusionOk="0">
                  <a:moveTo>
                    <a:pt x="8531" y="19811"/>
                  </a:moveTo>
                  <a:cubicBezTo>
                    <a:pt x="9053" y="17267"/>
                    <a:pt x="8705" y="12180"/>
                    <a:pt x="8937" y="9308"/>
                  </a:cubicBezTo>
                  <a:cubicBezTo>
                    <a:pt x="9227" y="9452"/>
                    <a:pt x="13750" y="9821"/>
                    <a:pt x="15518" y="10273"/>
                  </a:cubicBezTo>
                  <a:cubicBezTo>
                    <a:pt x="16040" y="11606"/>
                    <a:pt x="16562" y="12960"/>
                    <a:pt x="17084" y="14293"/>
                  </a:cubicBezTo>
                  <a:cubicBezTo>
                    <a:pt x="17693" y="15811"/>
                    <a:pt x="20940" y="14991"/>
                    <a:pt x="20331" y="13493"/>
                  </a:cubicBezTo>
                  <a:cubicBezTo>
                    <a:pt x="19780" y="12078"/>
                    <a:pt x="19229" y="10683"/>
                    <a:pt x="18679" y="9267"/>
                  </a:cubicBezTo>
                  <a:cubicBezTo>
                    <a:pt x="18621" y="9144"/>
                    <a:pt x="18563" y="9042"/>
                    <a:pt x="18476" y="8939"/>
                  </a:cubicBezTo>
                  <a:cubicBezTo>
                    <a:pt x="18360" y="8652"/>
                    <a:pt x="18070" y="8365"/>
                    <a:pt x="17519" y="8221"/>
                  </a:cubicBezTo>
                  <a:cubicBezTo>
                    <a:pt x="15576" y="7667"/>
                    <a:pt x="13547" y="7319"/>
                    <a:pt x="11459" y="7196"/>
                  </a:cubicBezTo>
                  <a:cubicBezTo>
                    <a:pt x="11401" y="5985"/>
                    <a:pt x="11343" y="4775"/>
                    <a:pt x="11343" y="3565"/>
                  </a:cubicBezTo>
                  <a:cubicBezTo>
                    <a:pt x="13489" y="4242"/>
                    <a:pt x="15779" y="4508"/>
                    <a:pt x="18360" y="4078"/>
                  </a:cubicBezTo>
                  <a:cubicBezTo>
                    <a:pt x="20389" y="3729"/>
                    <a:pt x="19577" y="1493"/>
                    <a:pt x="17548" y="1842"/>
                  </a:cubicBezTo>
                  <a:cubicBezTo>
                    <a:pt x="14938" y="2273"/>
                    <a:pt x="12735" y="1719"/>
                    <a:pt x="10647" y="673"/>
                  </a:cubicBezTo>
                  <a:cubicBezTo>
                    <a:pt x="9575" y="-189"/>
                    <a:pt x="7429" y="-230"/>
                    <a:pt x="6269" y="591"/>
                  </a:cubicBezTo>
                  <a:cubicBezTo>
                    <a:pt x="6211" y="591"/>
                    <a:pt x="6182" y="611"/>
                    <a:pt x="6124" y="632"/>
                  </a:cubicBezTo>
                  <a:cubicBezTo>
                    <a:pt x="4414" y="1452"/>
                    <a:pt x="2674" y="2293"/>
                    <a:pt x="964" y="3114"/>
                  </a:cubicBezTo>
                  <a:cubicBezTo>
                    <a:pt x="-660" y="3914"/>
                    <a:pt x="239" y="6293"/>
                    <a:pt x="326" y="7483"/>
                  </a:cubicBezTo>
                  <a:cubicBezTo>
                    <a:pt x="413" y="8960"/>
                    <a:pt x="3660" y="8980"/>
                    <a:pt x="3573" y="7503"/>
                  </a:cubicBezTo>
                  <a:cubicBezTo>
                    <a:pt x="3486" y="6580"/>
                    <a:pt x="3428" y="5657"/>
                    <a:pt x="3370" y="4734"/>
                  </a:cubicBezTo>
                  <a:cubicBezTo>
                    <a:pt x="4066" y="4385"/>
                    <a:pt x="4791" y="4057"/>
                    <a:pt x="5487" y="3708"/>
                  </a:cubicBezTo>
                  <a:cubicBezTo>
                    <a:pt x="5516" y="4878"/>
                    <a:pt x="5661" y="7544"/>
                    <a:pt x="5719" y="7688"/>
                  </a:cubicBezTo>
                  <a:cubicBezTo>
                    <a:pt x="5719" y="8570"/>
                    <a:pt x="5574" y="15503"/>
                    <a:pt x="5168" y="19708"/>
                  </a:cubicBezTo>
                  <a:cubicBezTo>
                    <a:pt x="5226" y="21206"/>
                    <a:pt x="8241" y="21370"/>
                    <a:pt x="8531" y="19811"/>
                  </a:cubicBezTo>
                  <a:close/>
                </a:path>
              </a:pathLst>
            </a:custGeom>
            <a:solidFill>
              <a:schemeClr val="accent3">
                <a:lumOff val="25098"/>
              </a:schemeClr>
            </a:solidFill>
            <a:ln w="25400" cap="flat">
              <a:noFill/>
              <a:miter lim="400000"/>
            </a:ln>
            <a:effectLst/>
          </p:spPr>
          <p:txBody>
            <a:bodyPr wrap="square" lIns="109727" tIns="109727" rIns="109727" bIns="109727" numCol="1" anchor="t">
              <a:noAutofit/>
            </a:bodyPr>
            <a:lstStyle/>
            <a:p>
              <a:endParaRPr/>
            </a:p>
          </p:txBody>
        </p:sp>
      </p:grpSp>
      <p:sp>
        <p:nvSpPr>
          <p:cNvPr id="466"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pic>
        <p:nvPicPr>
          <p:cNvPr id="40" name="Picture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673916690"/>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22</a:t>
            </a:fld>
            <a:endParaRPr/>
          </a:p>
        </p:txBody>
      </p:sp>
      <p:sp>
        <p:nvSpPr>
          <p:cNvPr id="459" name="Product Roadmap"/>
          <p:cNvSpPr txBox="1">
            <a:spLocks noGrp="1"/>
          </p:cNvSpPr>
          <p:nvPr>
            <p:ph type="ctrTitle"/>
          </p:nvPr>
        </p:nvSpPr>
        <p:spPr>
          <a:prstGeom prst="rect">
            <a:avLst/>
          </a:prstGeom>
        </p:spPr>
        <p:txBody>
          <a:bodyPr>
            <a:normAutofit/>
          </a:bodyPr>
          <a:lstStyle/>
          <a:p>
            <a:pPr defTabSz="832104">
              <a:defRPr sz="6643"/>
            </a:pPr>
            <a:r>
              <a:rPr lang="en-US" dirty="0">
                <a:solidFill>
                  <a:srgbClr val="243646"/>
                </a:solidFill>
                <a:latin typeface="PT Sans Narrow" charset="-52"/>
                <a:ea typeface="PT Sans Narrow" charset="-52"/>
                <a:cs typeface="PT Sans Narrow" charset="-52"/>
              </a:rPr>
              <a:t>Training </a:t>
            </a:r>
            <a:r>
              <a:rPr lang="en-US" b="1" dirty="0">
                <a:solidFill>
                  <a:srgbClr val="243646"/>
                </a:solidFill>
                <a:latin typeface="PT Sans Narrow" charset="-52"/>
                <a:ea typeface="PT Sans Narrow" charset="-52"/>
                <a:cs typeface="PT Sans Narrow" charset="-52"/>
              </a:rPr>
              <a:t>Delivery Channels</a:t>
            </a:r>
            <a:endParaRPr b="1" dirty="0">
              <a:solidFill>
                <a:srgbClr val="243646"/>
              </a:solidFill>
              <a:latin typeface="PT Sans Narrow" charset="-52"/>
              <a:ea typeface="PT Sans Narrow" charset="-52"/>
              <a:cs typeface="PT Sans Narrow" charset="-52"/>
              <a:sym typeface="Avenir Heavy"/>
            </a:endParaRPr>
          </a:p>
        </p:txBody>
      </p:sp>
      <p:sp>
        <p:nvSpPr>
          <p:cNvPr id="460" name="[PRODUCT NAME, COMPANY NAME]"/>
          <p:cNvSpPr txBox="1">
            <a:spLocks noGrp="1"/>
          </p:cNvSpPr>
          <p:nvPr>
            <p:ph type="subTitle" sz="quarter" idx="1"/>
          </p:nvPr>
        </p:nvSpPr>
        <p:spPr>
          <a:prstGeom prst="rect">
            <a:avLst/>
          </a:prstGeom>
        </p:spPr>
        <p:txBody>
          <a:bodyPr>
            <a:normAutofit/>
          </a:bodyPr>
          <a:lstStyle>
            <a:lvl1pPr>
              <a:defRPr sz="2000">
                <a:solidFill>
                  <a:srgbClr val="A6A6A6"/>
                </a:solidFill>
              </a:defRPr>
            </a:lvl1pPr>
          </a:lstStyle>
          <a:p>
            <a:pPr>
              <a:defRPr sz="3300">
                <a:solidFill>
                  <a:srgbClr val="545454"/>
                </a:solidFill>
              </a:defRPr>
            </a:pPr>
            <a:r>
              <a:rPr sz="2000" dirty="0">
                <a:solidFill>
                  <a:srgbClr val="A6A6A6"/>
                </a:solidFill>
              </a:rPr>
              <a:t>[</a:t>
            </a:r>
            <a:r>
              <a:rPr lang="en-US" sz="2000" dirty="0">
                <a:solidFill>
                  <a:srgbClr val="A6A6A6"/>
                </a:solidFill>
              </a:rPr>
              <a:t>COURSE</a:t>
            </a:r>
            <a:r>
              <a:rPr sz="2000" dirty="0">
                <a:solidFill>
                  <a:srgbClr val="A6A6A6"/>
                </a:solidFill>
              </a:rPr>
              <a:t> NAME, COMPANY NAME]</a:t>
            </a:r>
          </a:p>
        </p:txBody>
      </p:sp>
      <p:sp>
        <p:nvSpPr>
          <p:cNvPr id="466" name="Product Management Circle, LLC"/>
          <p:cNvSpPr txBox="1"/>
          <p:nvPr/>
        </p:nvSpPr>
        <p:spPr>
          <a:xfrm>
            <a:off x="2320490" y="12776169"/>
            <a:ext cx="19409513" cy="752040"/>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normAutofit/>
          </a:bodyPr>
          <a:lstStyle>
            <a:lvl1pPr defTabSz="914400">
              <a:lnSpc>
                <a:spcPct val="90000"/>
              </a:lnSpc>
              <a:spcBef>
                <a:spcPts val="1000"/>
              </a:spcBef>
              <a:defRPr sz="1600">
                <a:solidFill>
                  <a:srgbClr val="A6A6A6"/>
                </a:solidFill>
                <a:latin typeface="Helvetica Light"/>
                <a:ea typeface="Helvetica Light"/>
                <a:cs typeface="Helvetica Light"/>
                <a:sym typeface="Helvetica Light"/>
              </a:defRPr>
            </a:lvl1pPr>
          </a:lstStyle>
          <a:p>
            <a:r>
              <a:rPr lang="en-US" dirty="0"/>
              <a:t>Instructional Design Central, LLC</a:t>
            </a:r>
          </a:p>
        </p:txBody>
      </p:sp>
      <p:sp>
        <p:nvSpPr>
          <p:cNvPr id="40" name="Rectangle"/>
          <p:cNvSpPr/>
          <p:nvPr/>
        </p:nvSpPr>
        <p:spPr>
          <a:xfrm>
            <a:off x="2895213" y="8326020"/>
            <a:ext cx="18949466" cy="109727"/>
          </a:xfrm>
          <a:prstGeom prst="rect">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3" name="Rectangle"/>
          <p:cNvSpPr/>
          <p:nvPr/>
        </p:nvSpPr>
        <p:spPr>
          <a:xfrm>
            <a:off x="2895213" y="6845054"/>
            <a:ext cx="17065555" cy="115028"/>
          </a:xfrm>
          <a:prstGeom prst="rect">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4" name="Rectangle"/>
          <p:cNvSpPr/>
          <p:nvPr/>
        </p:nvSpPr>
        <p:spPr>
          <a:xfrm>
            <a:off x="2895213" y="6139115"/>
            <a:ext cx="2340865" cy="687630"/>
          </a:xfrm>
          <a:prstGeom prst="rect">
            <a:avLst/>
          </a:prstGeom>
          <a:solidFill>
            <a:srgbClr val="243646"/>
          </a:solidFill>
          <a:ln w="25400">
            <a:miter lim="400000"/>
          </a:ln>
        </p:spPr>
        <p:txBody>
          <a:bodyPr lIns="109727" tIns="109727" rIns="109727" bIns="109727" anchor="ctr"/>
          <a:lstStyle/>
          <a:p>
            <a:endParaRPr/>
          </a:p>
        </p:txBody>
      </p:sp>
      <p:sp>
        <p:nvSpPr>
          <p:cNvPr id="45" name="Customer"/>
          <p:cNvSpPr txBox="1"/>
          <p:nvPr/>
        </p:nvSpPr>
        <p:spPr>
          <a:xfrm>
            <a:off x="3191020" y="6165771"/>
            <a:ext cx="1749259"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lang="en-US" sz="2800" dirty="0">
                <a:solidFill>
                  <a:schemeClr val="accent4">
                    <a:lumOff val="58054"/>
                  </a:schemeClr>
                </a:solidFill>
              </a:rPr>
              <a:t>Audience</a:t>
            </a:r>
            <a:endParaRPr sz="2800" dirty="0">
              <a:solidFill>
                <a:schemeClr val="accent4">
                  <a:lumOff val="58054"/>
                </a:schemeClr>
              </a:solidFill>
            </a:endParaRPr>
          </a:p>
        </p:txBody>
      </p:sp>
      <p:sp>
        <p:nvSpPr>
          <p:cNvPr id="46" name="Rectangle"/>
          <p:cNvSpPr/>
          <p:nvPr/>
        </p:nvSpPr>
        <p:spPr>
          <a:xfrm>
            <a:off x="8689934" y="6113715"/>
            <a:ext cx="1851277"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7" name="Web"/>
          <p:cNvSpPr txBox="1"/>
          <p:nvPr/>
        </p:nvSpPr>
        <p:spPr>
          <a:xfrm>
            <a:off x="9150627" y="6130937"/>
            <a:ext cx="979818"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sz="2800" dirty="0">
                <a:solidFill>
                  <a:schemeClr val="accent4">
                    <a:lumOff val="58054"/>
                  </a:schemeClr>
                </a:solidFill>
              </a:rPr>
              <a:t>We</a:t>
            </a:r>
            <a:r>
              <a:rPr lang="en-US" sz="2800" dirty="0">
                <a:solidFill>
                  <a:schemeClr val="accent4">
                    <a:lumOff val="58054"/>
                  </a:schemeClr>
                </a:solidFill>
              </a:rPr>
              <a:t>b</a:t>
            </a:r>
            <a:endParaRPr sz="2800" dirty="0">
              <a:solidFill>
                <a:schemeClr val="accent4">
                  <a:lumOff val="58054"/>
                </a:schemeClr>
              </a:solidFill>
            </a:endParaRPr>
          </a:p>
        </p:txBody>
      </p:sp>
      <p:sp>
        <p:nvSpPr>
          <p:cNvPr id="48" name="Rectangle"/>
          <p:cNvSpPr/>
          <p:nvPr/>
        </p:nvSpPr>
        <p:spPr>
          <a:xfrm>
            <a:off x="10573845" y="6113715"/>
            <a:ext cx="1851278"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49" name="Rectangle"/>
          <p:cNvSpPr/>
          <p:nvPr/>
        </p:nvSpPr>
        <p:spPr>
          <a:xfrm>
            <a:off x="12457756" y="6113715"/>
            <a:ext cx="1851277"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0" name="Rectangle"/>
          <p:cNvSpPr/>
          <p:nvPr/>
        </p:nvSpPr>
        <p:spPr>
          <a:xfrm>
            <a:off x="14341670" y="6113715"/>
            <a:ext cx="1851277"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1" name="Rectangle"/>
          <p:cNvSpPr/>
          <p:nvPr/>
        </p:nvSpPr>
        <p:spPr>
          <a:xfrm>
            <a:off x="16225580" y="6113715"/>
            <a:ext cx="1851277"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2" name="Rectangle"/>
          <p:cNvSpPr/>
          <p:nvPr/>
        </p:nvSpPr>
        <p:spPr>
          <a:xfrm>
            <a:off x="18109491" y="6113715"/>
            <a:ext cx="1851277" cy="687630"/>
          </a:xfrm>
          <a:prstGeom prst="rect">
            <a:avLst/>
          </a:prstGeom>
          <a:solidFill>
            <a:srgbClr val="243646"/>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54" name="Mobile"/>
          <p:cNvSpPr txBox="1"/>
          <p:nvPr/>
        </p:nvSpPr>
        <p:spPr>
          <a:xfrm>
            <a:off x="10893491" y="6130937"/>
            <a:ext cx="1345185" cy="7020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sz="2800">
                <a:solidFill>
                  <a:schemeClr val="accent4">
                    <a:lumOff val="58054"/>
                  </a:schemeClr>
                </a:solidFill>
              </a:rPr>
              <a:t>Mobile</a:t>
            </a:r>
          </a:p>
        </p:txBody>
      </p:sp>
      <p:sp>
        <p:nvSpPr>
          <p:cNvPr id="55" name="Social"/>
          <p:cNvSpPr txBox="1"/>
          <p:nvPr/>
        </p:nvSpPr>
        <p:spPr>
          <a:xfrm>
            <a:off x="12766803" y="6130937"/>
            <a:ext cx="1167385" cy="7020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sz="2800">
                <a:solidFill>
                  <a:schemeClr val="accent4">
                    <a:lumOff val="58054"/>
                  </a:schemeClr>
                </a:solidFill>
              </a:rPr>
              <a:t>Social</a:t>
            </a:r>
          </a:p>
        </p:txBody>
      </p:sp>
      <p:sp>
        <p:nvSpPr>
          <p:cNvPr id="56" name="Print"/>
          <p:cNvSpPr txBox="1"/>
          <p:nvPr/>
        </p:nvSpPr>
        <p:spPr>
          <a:xfrm>
            <a:off x="14794998" y="6130937"/>
            <a:ext cx="955448" cy="7020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sz="2800">
                <a:solidFill>
                  <a:schemeClr val="accent4">
                    <a:lumOff val="58054"/>
                  </a:schemeClr>
                </a:solidFill>
              </a:rPr>
              <a:t>Print</a:t>
            </a:r>
          </a:p>
        </p:txBody>
      </p:sp>
      <p:sp>
        <p:nvSpPr>
          <p:cNvPr id="57" name="Mail"/>
          <p:cNvSpPr txBox="1"/>
          <p:nvPr/>
        </p:nvSpPr>
        <p:spPr>
          <a:xfrm>
            <a:off x="16298755" y="6130937"/>
            <a:ext cx="1728420" cy="652484"/>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lang="en-US" sz="2800" dirty="0">
                <a:solidFill>
                  <a:schemeClr val="accent4">
                    <a:lumOff val="58054"/>
                  </a:schemeClr>
                </a:solidFill>
              </a:rPr>
              <a:t>In-Person</a:t>
            </a:r>
            <a:endParaRPr sz="2800" dirty="0">
              <a:solidFill>
                <a:schemeClr val="accent4">
                  <a:lumOff val="58054"/>
                </a:schemeClr>
              </a:solidFill>
            </a:endParaRPr>
          </a:p>
        </p:txBody>
      </p:sp>
      <p:sp>
        <p:nvSpPr>
          <p:cNvPr id="58" name="Video"/>
          <p:cNvSpPr txBox="1"/>
          <p:nvPr/>
        </p:nvSpPr>
        <p:spPr>
          <a:xfrm>
            <a:off x="18445299" y="6130937"/>
            <a:ext cx="1162762" cy="702057"/>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800">
                <a:solidFill>
                  <a:schemeClr val="accent4">
                    <a:lumOff val="58054"/>
                  </a:schemeClr>
                </a:solidFill>
                <a:latin typeface="Avenir Book"/>
                <a:ea typeface="Avenir Book"/>
                <a:cs typeface="Avenir Book"/>
                <a:sym typeface="Avenir Book"/>
              </a:defRPr>
            </a:lvl1pPr>
          </a:lstStyle>
          <a:p>
            <a:pPr>
              <a:defRPr sz="3200">
                <a:solidFill>
                  <a:srgbClr val="44546A"/>
                </a:solidFill>
              </a:defRPr>
            </a:pPr>
            <a:r>
              <a:rPr sz="2800">
                <a:solidFill>
                  <a:schemeClr val="accent4">
                    <a:lumOff val="58054"/>
                  </a:schemeClr>
                </a:solidFill>
              </a:rPr>
              <a:t>Video</a:t>
            </a:r>
          </a:p>
        </p:txBody>
      </p:sp>
      <p:sp>
        <p:nvSpPr>
          <p:cNvPr id="60" name="Circle"/>
          <p:cNvSpPr/>
          <p:nvPr/>
        </p:nvSpPr>
        <p:spPr>
          <a:xfrm>
            <a:off x="9526723" y="7422151"/>
            <a:ext cx="227627" cy="227626"/>
          </a:xfrm>
          <a:prstGeom prst="ellipse">
            <a:avLst/>
          </a:prstGeom>
          <a:solidFill>
            <a:srgbClr val="F86A37"/>
          </a:solidFill>
          <a:ln w="25400">
            <a:miter lim="400000"/>
          </a:ln>
        </p:spPr>
        <p:txBody>
          <a:bodyPr lIns="109727" tIns="109727" rIns="109727" bIns="109727" anchor="ctr"/>
          <a:lstStyle/>
          <a:p>
            <a:endParaRPr/>
          </a:p>
        </p:txBody>
      </p:sp>
      <p:sp>
        <p:nvSpPr>
          <p:cNvPr id="61" name="Circle"/>
          <p:cNvSpPr/>
          <p:nvPr/>
        </p:nvSpPr>
        <p:spPr>
          <a:xfrm>
            <a:off x="15106976" y="7449869"/>
            <a:ext cx="227627" cy="227626"/>
          </a:xfrm>
          <a:prstGeom prst="ellipse">
            <a:avLst/>
          </a:prstGeom>
          <a:solidFill>
            <a:srgbClr val="F86A37"/>
          </a:solidFill>
          <a:ln w="25400">
            <a:miter lim="400000"/>
          </a:ln>
        </p:spPr>
        <p:txBody>
          <a:bodyPr lIns="109727" tIns="109727" rIns="109727" bIns="109727" anchor="ctr"/>
          <a:lstStyle/>
          <a:p>
            <a:endParaRPr/>
          </a:p>
        </p:txBody>
      </p:sp>
      <p:sp>
        <p:nvSpPr>
          <p:cNvPr id="63" name="Circle"/>
          <p:cNvSpPr/>
          <p:nvPr/>
        </p:nvSpPr>
        <p:spPr>
          <a:xfrm>
            <a:off x="13278555" y="7422151"/>
            <a:ext cx="227626" cy="227626"/>
          </a:xfrm>
          <a:prstGeom prst="ellipse">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4" name="Circle"/>
          <p:cNvSpPr/>
          <p:nvPr/>
        </p:nvSpPr>
        <p:spPr>
          <a:xfrm>
            <a:off x="16935400" y="7445656"/>
            <a:ext cx="227626" cy="227626"/>
          </a:xfrm>
          <a:prstGeom prst="ellipse">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5" name="Circle"/>
          <p:cNvSpPr/>
          <p:nvPr/>
        </p:nvSpPr>
        <p:spPr>
          <a:xfrm>
            <a:off x="18851329" y="7422151"/>
            <a:ext cx="227627" cy="227626"/>
          </a:xfrm>
          <a:prstGeom prst="ellipse">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66" name="Oval"/>
          <p:cNvSpPr/>
          <p:nvPr/>
        </p:nvSpPr>
        <p:spPr>
          <a:xfrm>
            <a:off x="3489304" y="7054582"/>
            <a:ext cx="1109883" cy="1103687"/>
          </a:xfrm>
          <a:prstGeom prst="ellipse">
            <a:avLst/>
          </a:prstGeom>
          <a:blipFill>
            <a:blip r:embed="rId2"/>
            <a:stretch>
              <a:fillRect/>
            </a:stretch>
          </a:blipFill>
          <a:ln w="63500">
            <a:solidFill>
              <a:schemeClr val="accent3">
                <a:lumOff val="25098"/>
              </a:schemeClr>
            </a:solidFill>
            <a:miter lim="400000"/>
          </a:ln>
        </p:spPr>
        <p:txBody>
          <a:bodyPr lIns="109727" tIns="109727" rIns="109727" bIns="109727" anchor="ctr"/>
          <a:lstStyle/>
          <a:p>
            <a:endParaRPr/>
          </a:p>
        </p:txBody>
      </p:sp>
      <p:sp>
        <p:nvSpPr>
          <p:cNvPr id="67" name="Oval"/>
          <p:cNvSpPr/>
          <p:nvPr/>
        </p:nvSpPr>
        <p:spPr>
          <a:xfrm>
            <a:off x="3489304" y="8712620"/>
            <a:ext cx="1152684" cy="1192224"/>
          </a:xfrm>
          <a:prstGeom prst="ellipse">
            <a:avLst/>
          </a:prstGeom>
          <a:blipFill>
            <a:blip r:embed="rId3"/>
            <a:stretch>
              <a:fillRect/>
            </a:stretch>
          </a:blipFill>
          <a:ln w="63500">
            <a:solidFill>
              <a:schemeClr val="accent3">
                <a:lumOff val="25098"/>
              </a:schemeClr>
            </a:solidFill>
            <a:miter lim="400000"/>
          </a:ln>
        </p:spPr>
        <p:txBody>
          <a:bodyPr lIns="109727" tIns="109727" rIns="109727" bIns="109727" anchor="ctr"/>
          <a:lstStyle/>
          <a:p>
            <a:endParaRPr/>
          </a:p>
        </p:txBody>
      </p:sp>
      <p:sp>
        <p:nvSpPr>
          <p:cNvPr id="68" name="Circle"/>
          <p:cNvSpPr/>
          <p:nvPr/>
        </p:nvSpPr>
        <p:spPr>
          <a:xfrm>
            <a:off x="9530463" y="9138117"/>
            <a:ext cx="227627" cy="227627"/>
          </a:xfrm>
          <a:prstGeom prst="ellipse">
            <a:avLst/>
          </a:prstGeom>
          <a:solidFill>
            <a:srgbClr val="F86A37"/>
          </a:solidFill>
          <a:ln w="25400">
            <a:miter lim="400000"/>
          </a:ln>
        </p:spPr>
        <p:txBody>
          <a:bodyPr lIns="109727" tIns="109727" rIns="109727" bIns="109727" anchor="ctr"/>
          <a:lstStyle/>
          <a:p>
            <a:endParaRPr/>
          </a:p>
        </p:txBody>
      </p:sp>
      <p:sp>
        <p:nvSpPr>
          <p:cNvPr id="69" name="Circle"/>
          <p:cNvSpPr/>
          <p:nvPr/>
        </p:nvSpPr>
        <p:spPr>
          <a:xfrm>
            <a:off x="15110716" y="9165835"/>
            <a:ext cx="227626" cy="227627"/>
          </a:xfrm>
          <a:prstGeom prst="ellipse">
            <a:avLst/>
          </a:prstGeom>
          <a:solidFill>
            <a:srgbClr val="F86A37"/>
          </a:solidFill>
          <a:ln w="25400">
            <a:miter lim="400000"/>
          </a:ln>
        </p:spPr>
        <p:txBody>
          <a:bodyPr lIns="109727" tIns="109727" rIns="109727" bIns="109727" anchor="ctr"/>
          <a:lstStyle/>
          <a:p>
            <a:endParaRPr/>
          </a:p>
        </p:txBody>
      </p:sp>
      <p:sp>
        <p:nvSpPr>
          <p:cNvPr id="70" name="Circle"/>
          <p:cNvSpPr/>
          <p:nvPr/>
        </p:nvSpPr>
        <p:spPr>
          <a:xfrm>
            <a:off x="13282294" y="9138117"/>
            <a:ext cx="227627" cy="227627"/>
          </a:xfrm>
          <a:prstGeom prst="ellipse">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71" name="Circle"/>
          <p:cNvSpPr/>
          <p:nvPr/>
        </p:nvSpPr>
        <p:spPr>
          <a:xfrm>
            <a:off x="11366364" y="9138117"/>
            <a:ext cx="227627" cy="227627"/>
          </a:xfrm>
          <a:prstGeom prst="ellipse">
            <a:avLst/>
          </a:prstGeom>
          <a:solidFill>
            <a:srgbClr val="F86A37"/>
          </a:solidFill>
          <a:ln w="25400">
            <a:miter lim="400000"/>
          </a:ln>
        </p:spPr>
        <p:txBody>
          <a:bodyPr lIns="109727" tIns="109727" rIns="109727" bIns="109727" anchor="ctr"/>
          <a:lstStyle/>
          <a:p>
            <a:endParaRPr/>
          </a:p>
        </p:txBody>
      </p:sp>
      <p:sp>
        <p:nvSpPr>
          <p:cNvPr id="72" name="Circle"/>
          <p:cNvSpPr/>
          <p:nvPr/>
        </p:nvSpPr>
        <p:spPr>
          <a:xfrm>
            <a:off x="18855069" y="9138117"/>
            <a:ext cx="227626" cy="227627"/>
          </a:xfrm>
          <a:prstGeom prst="ellipse">
            <a:avLst/>
          </a:prstGeom>
          <a:solidFill>
            <a:srgbClr val="F86A37"/>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73" name="Rectangle"/>
          <p:cNvSpPr/>
          <p:nvPr/>
        </p:nvSpPr>
        <p:spPr>
          <a:xfrm>
            <a:off x="2900013" y="10125854"/>
            <a:ext cx="18949466" cy="109726"/>
          </a:xfrm>
          <a:prstGeom prst="rect">
            <a:avLst/>
          </a:prstGeom>
          <a:solidFill>
            <a:srgbClr val="F2F2F2"/>
          </a:solidFill>
          <a:ln w="12700">
            <a:miter lim="400000"/>
          </a:ln>
        </p:spPr>
        <p:txBody>
          <a:bodyPr lIns="109727" tIns="109727" rIns="109727" bIns="109727" anchor="ctr"/>
          <a:lstStyle/>
          <a:p>
            <a:pPr algn="ctr">
              <a:defRPr>
                <a:solidFill>
                  <a:schemeClr val="accent4">
                    <a:lumOff val="58054"/>
                  </a:schemeClr>
                </a:solidFill>
              </a:defRPr>
            </a:pPr>
            <a:endParaRPr/>
          </a:p>
        </p:txBody>
      </p:sp>
      <p:sp>
        <p:nvSpPr>
          <p:cNvPr id="74" name="Customer Segment"/>
          <p:cNvSpPr txBox="1"/>
          <p:nvPr/>
        </p:nvSpPr>
        <p:spPr>
          <a:xfrm rot="16198936">
            <a:off x="1121714" y="8364276"/>
            <a:ext cx="2709458" cy="5755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300">
                <a:solidFill>
                  <a:schemeClr val="accent3">
                    <a:lumOff val="25098"/>
                  </a:schemeClr>
                </a:solidFill>
                <a:latin typeface="+mj-lt"/>
                <a:ea typeface="+mj-ea"/>
                <a:cs typeface="+mj-cs"/>
                <a:sym typeface="Helvetica"/>
              </a:defRPr>
            </a:lvl1pPr>
          </a:lstStyle>
          <a:p>
            <a:r>
              <a:rPr lang="en-US"/>
              <a:t>Audience</a:t>
            </a:r>
            <a:r>
              <a:t> </a:t>
            </a:r>
            <a:r>
              <a:rPr dirty="0"/>
              <a:t>Segment</a:t>
            </a:r>
          </a:p>
        </p:txBody>
      </p:sp>
      <p:sp>
        <p:nvSpPr>
          <p:cNvPr id="75" name="Distribution Channel"/>
          <p:cNvSpPr txBox="1"/>
          <p:nvPr/>
        </p:nvSpPr>
        <p:spPr>
          <a:xfrm>
            <a:off x="13342684" y="4333943"/>
            <a:ext cx="3756219" cy="575540"/>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lvl1pPr algn="ctr">
              <a:defRPr sz="2300">
                <a:solidFill>
                  <a:schemeClr val="accent3">
                    <a:lumOff val="25098"/>
                  </a:schemeClr>
                </a:solidFill>
                <a:latin typeface="+mj-lt"/>
                <a:ea typeface="+mj-ea"/>
                <a:cs typeface="+mj-cs"/>
                <a:sym typeface="Helvetica"/>
              </a:defRPr>
            </a:lvl1pPr>
          </a:lstStyle>
          <a:p>
            <a:r>
              <a:rPr lang="en-US" dirty="0"/>
              <a:t>Training Delivery</a:t>
            </a:r>
            <a:r>
              <a:rPr dirty="0"/>
              <a:t> Channel</a:t>
            </a:r>
            <a:r>
              <a:rPr lang="en-US" dirty="0"/>
              <a:t>s</a:t>
            </a:r>
            <a:endParaRPr dirty="0"/>
          </a:p>
        </p:txBody>
      </p:sp>
      <p:sp>
        <p:nvSpPr>
          <p:cNvPr id="76" name="Shape"/>
          <p:cNvSpPr/>
          <p:nvPr/>
        </p:nvSpPr>
        <p:spPr>
          <a:xfrm>
            <a:off x="14949775" y="5287713"/>
            <a:ext cx="635065" cy="544342"/>
          </a:xfrm>
          <a:custGeom>
            <a:avLst/>
            <a:gdLst/>
            <a:ahLst/>
            <a:cxnLst>
              <a:cxn ang="0">
                <a:pos x="wd2" y="hd2"/>
              </a:cxn>
              <a:cxn ang="5400000">
                <a:pos x="wd2" y="hd2"/>
              </a:cxn>
              <a:cxn ang="10800000">
                <a:pos x="wd2" y="hd2"/>
              </a:cxn>
              <a:cxn ang="16200000">
                <a:pos x="wd2" y="hd2"/>
              </a:cxn>
            </a:cxnLst>
            <a:rect l="0" t="0" r="r" b="b"/>
            <a:pathLst>
              <a:path w="21600" h="21600" extrusionOk="0">
                <a:moveTo>
                  <a:pt x="18035" y="18514"/>
                </a:moveTo>
                <a:cubicBezTo>
                  <a:pt x="15518" y="18735"/>
                  <a:pt x="13212" y="19176"/>
                  <a:pt x="11324" y="20057"/>
                </a:cubicBezTo>
                <a:cubicBezTo>
                  <a:pt x="11324" y="11020"/>
                  <a:pt x="11324" y="11020"/>
                  <a:pt x="11324" y="11020"/>
                </a:cubicBezTo>
                <a:cubicBezTo>
                  <a:pt x="13002" y="9918"/>
                  <a:pt x="15938" y="9257"/>
                  <a:pt x="18035" y="9037"/>
                </a:cubicBezTo>
                <a:lnTo>
                  <a:pt x="18035" y="18514"/>
                </a:lnTo>
                <a:close/>
                <a:moveTo>
                  <a:pt x="10485" y="20057"/>
                </a:moveTo>
                <a:cubicBezTo>
                  <a:pt x="8598" y="19176"/>
                  <a:pt x="6082" y="18735"/>
                  <a:pt x="3775" y="18514"/>
                </a:cubicBezTo>
                <a:cubicBezTo>
                  <a:pt x="3775" y="9037"/>
                  <a:pt x="3775" y="9037"/>
                  <a:pt x="3775" y="9037"/>
                </a:cubicBezTo>
                <a:cubicBezTo>
                  <a:pt x="5872" y="9257"/>
                  <a:pt x="8808" y="9918"/>
                  <a:pt x="10485" y="11020"/>
                </a:cubicBezTo>
                <a:lnTo>
                  <a:pt x="10485" y="20057"/>
                </a:lnTo>
                <a:close/>
                <a:moveTo>
                  <a:pt x="10905" y="9698"/>
                </a:moveTo>
                <a:cubicBezTo>
                  <a:pt x="8808" y="8376"/>
                  <a:pt x="5452" y="7714"/>
                  <a:pt x="2517" y="7714"/>
                </a:cubicBezTo>
                <a:cubicBezTo>
                  <a:pt x="2517" y="19616"/>
                  <a:pt x="2517" y="19616"/>
                  <a:pt x="2517" y="19616"/>
                </a:cubicBezTo>
                <a:cubicBezTo>
                  <a:pt x="5452" y="19837"/>
                  <a:pt x="8179" y="20278"/>
                  <a:pt x="10905" y="21600"/>
                </a:cubicBezTo>
                <a:cubicBezTo>
                  <a:pt x="13421" y="20278"/>
                  <a:pt x="16357" y="19837"/>
                  <a:pt x="19293" y="19616"/>
                </a:cubicBezTo>
                <a:cubicBezTo>
                  <a:pt x="19293" y="7714"/>
                  <a:pt x="19293" y="7714"/>
                  <a:pt x="19293" y="7714"/>
                </a:cubicBezTo>
                <a:cubicBezTo>
                  <a:pt x="16357" y="7714"/>
                  <a:pt x="13002" y="8376"/>
                  <a:pt x="10905" y="9698"/>
                </a:cubicBezTo>
                <a:close/>
                <a:moveTo>
                  <a:pt x="0" y="13004"/>
                </a:moveTo>
                <a:cubicBezTo>
                  <a:pt x="0" y="14327"/>
                  <a:pt x="839" y="14988"/>
                  <a:pt x="1468" y="15649"/>
                </a:cubicBezTo>
                <a:cubicBezTo>
                  <a:pt x="1468" y="10800"/>
                  <a:pt x="1468" y="10800"/>
                  <a:pt x="1468" y="10800"/>
                </a:cubicBezTo>
                <a:cubicBezTo>
                  <a:pt x="839" y="11241"/>
                  <a:pt x="0" y="11902"/>
                  <a:pt x="0" y="13004"/>
                </a:cubicBezTo>
                <a:close/>
                <a:moveTo>
                  <a:pt x="20132" y="11020"/>
                </a:moveTo>
                <a:cubicBezTo>
                  <a:pt x="20132" y="15649"/>
                  <a:pt x="20132" y="15649"/>
                  <a:pt x="20132" y="15649"/>
                </a:cubicBezTo>
                <a:cubicBezTo>
                  <a:pt x="20971" y="15208"/>
                  <a:pt x="21600" y="14547"/>
                  <a:pt x="21600" y="13224"/>
                </a:cubicBezTo>
                <a:cubicBezTo>
                  <a:pt x="21600" y="12122"/>
                  <a:pt x="20971" y="11241"/>
                  <a:pt x="20132" y="11020"/>
                </a:cubicBezTo>
                <a:close/>
                <a:moveTo>
                  <a:pt x="10905" y="0"/>
                </a:moveTo>
                <a:cubicBezTo>
                  <a:pt x="8808" y="0"/>
                  <a:pt x="6920" y="1984"/>
                  <a:pt x="6920" y="4188"/>
                </a:cubicBezTo>
                <a:cubicBezTo>
                  <a:pt x="6920" y="6392"/>
                  <a:pt x="8808" y="8376"/>
                  <a:pt x="10905" y="8376"/>
                </a:cubicBezTo>
                <a:cubicBezTo>
                  <a:pt x="13002" y="8376"/>
                  <a:pt x="14680" y="6392"/>
                  <a:pt x="14680" y="4188"/>
                </a:cubicBezTo>
                <a:cubicBezTo>
                  <a:pt x="14680" y="1984"/>
                  <a:pt x="13002" y="0"/>
                  <a:pt x="10905" y="0"/>
                </a:cubicBezTo>
                <a:close/>
                <a:moveTo>
                  <a:pt x="12373" y="12343"/>
                </a:moveTo>
                <a:cubicBezTo>
                  <a:pt x="13002" y="13224"/>
                  <a:pt x="13002" y="13224"/>
                  <a:pt x="13002" y="13224"/>
                </a:cubicBezTo>
                <a:cubicBezTo>
                  <a:pt x="13212" y="13004"/>
                  <a:pt x="13212" y="13004"/>
                  <a:pt x="13212" y="13004"/>
                </a:cubicBezTo>
                <a:cubicBezTo>
                  <a:pt x="13212" y="11682"/>
                  <a:pt x="13212" y="11682"/>
                  <a:pt x="13212" y="11682"/>
                </a:cubicBezTo>
                <a:cubicBezTo>
                  <a:pt x="13002" y="11682"/>
                  <a:pt x="13002" y="11682"/>
                  <a:pt x="13002" y="11682"/>
                </a:cubicBezTo>
                <a:cubicBezTo>
                  <a:pt x="13002" y="12563"/>
                  <a:pt x="13002" y="12563"/>
                  <a:pt x="13002" y="12563"/>
                </a:cubicBezTo>
                <a:cubicBezTo>
                  <a:pt x="12583" y="11902"/>
                  <a:pt x="12583" y="11902"/>
                  <a:pt x="12583" y="11902"/>
                </a:cubicBezTo>
                <a:cubicBezTo>
                  <a:pt x="12163" y="11902"/>
                  <a:pt x="12163" y="11902"/>
                  <a:pt x="12163" y="11902"/>
                </a:cubicBezTo>
                <a:cubicBezTo>
                  <a:pt x="12163" y="13445"/>
                  <a:pt x="12163" y="13445"/>
                  <a:pt x="12163" y="13445"/>
                </a:cubicBezTo>
                <a:cubicBezTo>
                  <a:pt x="12373" y="13224"/>
                  <a:pt x="12373" y="13224"/>
                  <a:pt x="12373" y="13224"/>
                </a:cubicBezTo>
                <a:lnTo>
                  <a:pt x="12373" y="12343"/>
                </a:lnTo>
                <a:close/>
                <a:moveTo>
                  <a:pt x="16567" y="11902"/>
                </a:moveTo>
                <a:cubicBezTo>
                  <a:pt x="16357" y="11902"/>
                  <a:pt x="16357" y="11902"/>
                  <a:pt x="16148" y="11902"/>
                </a:cubicBezTo>
                <a:cubicBezTo>
                  <a:pt x="16148" y="11902"/>
                  <a:pt x="16148" y="11902"/>
                  <a:pt x="16148" y="11902"/>
                </a:cubicBezTo>
                <a:cubicBezTo>
                  <a:pt x="16148" y="12343"/>
                  <a:pt x="16148" y="12343"/>
                  <a:pt x="16148" y="12343"/>
                </a:cubicBezTo>
                <a:cubicBezTo>
                  <a:pt x="16148" y="12343"/>
                  <a:pt x="16148" y="12343"/>
                  <a:pt x="16148" y="12343"/>
                </a:cubicBezTo>
                <a:cubicBezTo>
                  <a:pt x="16148" y="12343"/>
                  <a:pt x="16357" y="12343"/>
                  <a:pt x="16567" y="12343"/>
                </a:cubicBezTo>
                <a:cubicBezTo>
                  <a:pt x="16986" y="12122"/>
                  <a:pt x="16986" y="11902"/>
                  <a:pt x="16986" y="11682"/>
                </a:cubicBezTo>
                <a:cubicBezTo>
                  <a:pt x="16986" y="11461"/>
                  <a:pt x="16986" y="11461"/>
                  <a:pt x="16777" y="11241"/>
                </a:cubicBezTo>
                <a:cubicBezTo>
                  <a:pt x="16567" y="11241"/>
                  <a:pt x="16567" y="11241"/>
                  <a:pt x="16567" y="11241"/>
                </a:cubicBezTo>
                <a:cubicBezTo>
                  <a:pt x="16567" y="11241"/>
                  <a:pt x="16567" y="11020"/>
                  <a:pt x="16567" y="11020"/>
                </a:cubicBezTo>
                <a:cubicBezTo>
                  <a:pt x="16777" y="11020"/>
                  <a:pt x="16777" y="11020"/>
                  <a:pt x="16986" y="11020"/>
                </a:cubicBezTo>
                <a:cubicBezTo>
                  <a:pt x="16986" y="11020"/>
                  <a:pt x="16986" y="11020"/>
                  <a:pt x="16986" y="11020"/>
                </a:cubicBezTo>
                <a:cubicBezTo>
                  <a:pt x="16986" y="10800"/>
                  <a:pt x="16986" y="10800"/>
                  <a:pt x="16986" y="10800"/>
                </a:cubicBezTo>
                <a:cubicBezTo>
                  <a:pt x="16986" y="10800"/>
                  <a:pt x="16986" y="10800"/>
                  <a:pt x="16986" y="10800"/>
                </a:cubicBezTo>
                <a:cubicBezTo>
                  <a:pt x="16986" y="10800"/>
                  <a:pt x="16777" y="10800"/>
                  <a:pt x="16567" y="10800"/>
                </a:cubicBezTo>
                <a:cubicBezTo>
                  <a:pt x="16357" y="10800"/>
                  <a:pt x="16148" y="11020"/>
                  <a:pt x="16148" y="11241"/>
                </a:cubicBezTo>
                <a:cubicBezTo>
                  <a:pt x="16148" y="11461"/>
                  <a:pt x="16357" y="11682"/>
                  <a:pt x="16567" y="11682"/>
                </a:cubicBezTo>
                <a:cubicBezTo>
                  <a:pt x="16777" y="11682"/>
                  <a:pt x="16777" y="11682"/>
                  <a:pt x="16777" y="11682"/>
                </a:cubicBezTo>
                <a:cubicBezTo>
                  <a:pt x="16777" y="11902"/>
                  <a:pt x="16567" y="11902"/>
                  <a:pt x="16567" y="11902"/>
                </a:cubicBezTo>
                <a:close/>
                <a:moveTo>
                  <a:pt x="14260" y="12563"/>
                </a:moveTo>
                <a:cubicBezTo>
                  <a:pt x="13841" y="12563"/>
                  <a:pt x="13841" y="12563"/>
                  <a:pt x="13841" y="12563"/>
                </a:cubicBezTo>
                <a:cubicBezTo>
                  <a:pt x="13841" y="12343"/>
                  <a:pt x="13841" y="12343"/>
                  <a:pt x="13841" y="12343"/>
                </a:cubicBezTo>
                <a:cubicBezTo>
                  <a:pt x="14260" y="12122"/>
                  <a:pt x="14260" y="12122"/>
                  <a:pt x="14260" y="12122"/>
                </a:cubicBezTo>
                <a:cubicBezTo>
                  <a:pt x="14260" y="11902"/>
                  <a:pt x="14260" y="11902"/>
                  <a:pt x="14260" y="11902"/>
                </a:cubicBezTo>
                <a:cubicBezTo>
                  <a:pt x="13841" y="12122"/>
                  <a:pt x="13841" y="12122"/>
                  <a:pt x="13841" y="12122"/>
                </a:cubicBezTo>
                <a:cubicBezTo>
                  <a:pt x="13841" y="11902"/>
                  <a:pt x="13841" y="11902"/>
                  <a:pt x="13841" y="11902"/>
                </a:cubicBezTo>
                <a:cubicBezTo>
                  <a:pt x="14260" y="11682"/>
                  <a:pt x="14260" y="11682"/>
                  <a:pt x="14260" y="11682"/>
                </a:cubicBezTo>
                <a:cubicBezTo>
                  <a:pt x="14260" y="11461"/>
                  <a:pt x="14260" y="11461"/>
                  <a:pt x="14260" y="11461"/>
                </a:cubicBezTo>
                <a:cubicBezTo>
                  <a:pt x="13421" y="11682"/>
                  <a:pt x="13421" y="11682"/>
                  <a:pt x="13421" y="11682"/>
                </a:cubicBezTo>
                <a:cubicBezTo>
                  <a:pt x="13421" y="13004"/>
                  <a:pt x="13421" y="13004"/>
                  <a:pt x="13421" y="13004"/>
                </a:cubicBezTo>
                <a:cubicBezTo>
                  <a:pt x="14260" y="12784"/>
                  <a:pt x="14260" y="12784"/>
                  <a:pt x="14260" y="12784"/>
                </a:cubicBezTo>
                <a:lnTo>
                  <a:pt x="14260" y="12563"/>
                </a:lnTo>
                <a:close/>
                <a:moveTo>
                  <a:pt x="14680" y="12784"/>
                </a:moveTo>
                <a:cubicBezTo>
                  <a:pt x="14470" y="11461"/>
                  <a:pt x="14470" y="11461"/>
                  <a:pt x="14470" y="11461"/>
                </a:cubicBezTo>
                <a:cubicBezTo>
                  <a:pt x="14680" y="11241"/>
                  <a:pt x="14680" y="11241"/>
                  <a:pt x="14680" y="11241"/>
                </a:cubicBezTo>
                <a:cubicBezTo>
                  <a:pt x="14889" y="12122"/>
                  <a:pt x="14889" y="12122"/>
                  <a:pt x="14889" y="12122"/>
                </a:cubicBezTo>
                <a:cubicBezTo>
                  <a:pt x="15099" y="11241"/>
                  <a:pt x="15099" y="11241"/>
                  <a:pt x="15099" y="11241"/>
                </a:cubicBezTo>
                <a:cubicBezTo>
                  <a:pt x="15518" y="11020"/>
                  <a:pt x="15518" y="11020"/>
                  <a:pt x="15518" y="11020"/>
                </a:cubicBezTo>
                <a:cubicBezTo>
                  <a:pt x="15518" y="12122"/>
                  <a:pt x="15518" y="12122"/>
                  <a:pt x="15518" y="12122"/>
                </a:cubicBezTo>
                <a:cubicBezTo>
                  <a:pt x="15728" y="11020"/>
                  <a:pt x="15728" y="11020"/>
                  <a:pt x="15728" y="11020"/>
                </a:cubicBezTo>
                <a:cubicBezTo>
                  <a:pt x="16148" y="11020"/>
                  <a:pt x="16148" y="11020"/>
                  <a:pt x="16148" y="11020"/>
                </a:cubicBezTo>
                <a:cubicBezTo>
                  <a:pt x="15728" y="12343"/>
                  <a:pt x="15728" y="12343"/>
                  <a:pt x="15728" y="12343"/>
                </a:cubicBezTo>
                <a:cubicBezTo>
                  <a:pt x="15309" y="12563"/>
                  <a:pt x="15309" y="12563"/>
                  <a:pt x="15309" y="12563"/>
                </a:cubicBezTo>
                <a:cubicBezTo>
                  <a:pt x="15309" y="11682"/>
                  <a:pt x="15309" y="11682"/>
                  <a:pt x="15309" y="11682"/>
                </a:cubicBezTo>
                <a:cubicBezTo>
                  <a:pt x="15099" y="12563"/>
                  <a:pt x="15099" y="12563"/>
                  <a:pt x="15099" y="12563"/>
                </a:cubicBezTo>
                <a:lnTo>
                  <a:pt x="14680" y="12784"/>
                </a:lnTo>
                <a:close/>
                <a:moveTo>
                  <a:pt x="9647" y="11682"/>
                </a:moveTo>
                <a:cubicBezTo>
                  <a:pt x="8179" y="11241"/>
                  <a:pt x="6291" y="10580"/>
                  <a:pt x="4614" y="10580"/>
                </a:cubicBezTo>
                <a:cubicBezTo>
                  <a:pt x="4614" y="11241"/>
                  <a:pt x="4614" y="11241"/>
                  <a:pt x="4614" y="11241"/>
                </a:cubicBezTo>
                <a:cubicBezTo>
                  <a:pt x="6291" y="11461"/>
                  <a:pt x="8179" y="11902"/>
                  <a:pt x="9647" y="12563"/>
                </a:cubicBezTo>
                <a:lnTo>
                  <a:pt x="9647" y="11682"/>
                </a:lnTo>
                <a:close/>
                <a:moveTo>
                  <a:pt x="9647" y="13224"/>
                </a:moveTo>
                <a:cubicBezTo>
                  <a:pt x="8179" y="12563"/>
                  <a:pt x="6291" y="12122"/>
                  <a:pt x="4614" y="12122"/>
                </a:cubicBezTo>
                <a:cubicBezTo>
                  <a:pt x="4614" y="12784"/>
                  <a:pt x="4614" y="12784"/>
                  <a:pt x="4614" y="12784"/>
                </a:cubicBezTo>
                <a:cubicBezTo>
                  <a:pt x="6291" y="13004"/>
                  <a:pt x="8179" y="13445"/>
                  <a:pt x="9647" y="14106"/>
                </a:cubicBezTo>
                <a:lnTo>
                  <a:pt x="9647" y="13224"/>
                </a:lnTo>
                <a:close/>
                <a:moveTo>
                  <a:pt x="9647" y="14767"/>
                </a:moveTo>
                <a:cubicBezTo>
                  <a:pt x="8179" y="14327"/>
                  <a:pt x="6291" y="13665"/>
                  <a:pt x="4614" y="13665"/>
                </a:cubicBezTo>
                <a:cubicBezTo>
                  <a:pt x="4614" y="14327"/>
                  <a:pt x="4614" y="14327"/>
                  <a:pt x="4614" y="14327"/>
                </a:cubicBezTo>
                <a:cubicBezTo>
                  <a:pt x="6291" y="14547"/>
                  <a:pt x="8179" y="14988"/>
                  <a:pt x="9647" y="15649"/>
                </a:cubicBezTo>
                <a:lnTo>
                  <a:pt x="9647" y="14767"/>
                </a:lnTo>
                <a:close/>
                <a:moveTo>
                  <a:pt x="9647" y="16310"/>
                </a:moveTo>
                <a:cubicBezTo>
                  <a:pt x="8179" y="15649"/>
                  <a:pt x="6291" y="15208"/>
                  <a:pt x="4614" y="15208"/>
                </a:cubicBezTo>
                <a:cubicBezTo>
                  <a:pt x="4614" y="15869"/>
                  <a:pt x="4614" y="15869"/>
                  <a:pt x="4614" y="15869"/>
                </a:cubicBezTo>
                <a:cubicBezTo>
                  <a:pt x="6291" y="16090"/>
                  <a:pt x="8179" y="16531"/>
                  <a:pt x="9647" y="17192"/>
                </a:cubicBezTo>
                <a:lnTo>
                  <a:pt x="9647" y="16310"/>
                </a:lnTo>
                <a:close/>
                <a:moveTo>
                  <a:pt x="9647" y="17853"/>
                </a:moveTo>
                <a:cubicBezTo>
                  <a:pt x="8179" y="17412"/>
                  <a:pt x="6291" y="16751"/>
                  <a:pt x="4614" y="16751"/>
                </a:cubicBezTo>
                <a:cubicBezTo>
                  <a:pt x="4614" y="17412"/>
                  <a:pt x="4614" y="17412"/>
                  <a:pt x="4614" y="17412"/>
                </a:cubicBezTo>
                <a:cubicBezTo>
                  <a:pt x="6291" y="17633"/>
                  <a:pt x="8179" y="18073"/>
                  <a:pt x="9647" y="18735"/>
                </a:cubicBezTo>
                <a:lnTo>
                  <a:pt x="9647" y="17853"/>
                </a:lnTo>
                <a:close/>
                <a:moveTo>
                  <a:pt x="16986" y="16751"/>
                </a:moveTo>
                <a:cubicBezTo>
                  <a:pt x="15309" y="16751"/>
                  <a:pt x="13421" y="17412"/>
                  <a:pt x="12163" y="17853"/>
                </a:cubicBezTo>
                <a:cubicBezTo>
                  <a:pt x="12163" y="18735"/>
                  <a:pt x="12163" y="18735"/>
                  <a:pt x="12163" y="18735"/>
                </a:cubicBezTo>
                <a:cubicBezTo>
                  <a:pt x="13421" y="18073"/>
                  <a:pt x="15518" y="17633"/>
                  <a:pt x="16986" y="17412"/>
                </a:cubicBezTo>
                <a:lnTo>
                  <a:pt x="16986" y="16751"/>
                </a:lnTo>
                <a:close/>
                <a:moveTo>
                  <a:pt x="16986" y="15208"/>
                </a:moveTo>
                <a:cubicBezTo>
                  <a:pt x="15309" y="15208"/>
                  <a:pt x="13421" y="15649"/>
                  <a:pt x="12163" y="16310"/>
                </a:cubicBezTo>
                <a:cubicBezTo>
                  <a:pt x="12163" y="17192"/>
                  <a:pt x="12163" y="17192"/>
                  <a:pt x="12163" y="17192"/>
                </a:cubicBezTo>
                <a:cubicBezTo>
                  <a:pt x="13421" y="16531"/>
                  <a:pt x="15518" y="16090"/>
                  <a:pt x="16986" y="15869"/>
                </a:cubicBezTo>
                <a:lnTo>
                  <a:pt x="16986" y="15208"/>
                </a:lnTo>
                <a:close/>
                <a:moveTo>
                  <a:pt x="16986" y="13665"/>
                </a:moveTo>
                <a:cubicBezTo>
                  <a:pt x="15309" y="13665"/>
                  <a:pt x="13421" y="14327"/>
                  <a:pt x="12163" y="14767"/>
                </a:cubicBezTo>
                <a:cubicBezTo>
                  <a:pt x="12163" y="15649"/>
                  <a:pt x="12163" y="15649"/>
                  <a:pt x="12163" y="15649"/>
                </a:cubicBezTo>
                <a:cubicBezTo>
                  <a:pt x="13421" y="14988"/>
                  <a:pt x="15518" y="14547"/>
                  <a:pt x="16986" y="14327"/>
                </a:cubicBezTo>
                <a:lnTo>
                  <a:pt x="16986" y="13665"/>
                </a:lnTo>
                <a:close/>
              </a:path>
            </a:pathLst>
          </a:custGeom>
          <a:solidFill>
            <a:schemeClr val="accent3">
              <a:lumOff val="25098"/>
            </a:schemeClr>
          </a:solidFill>
          <a:ln w="12700">
            <a:miter lim="400000"/>
          </a:ln>
        </p:spPr>
        <p:txBody>
          <a:bodyPr lIns="109727" tIns="109727" rIns="109727" bIns="109727"/>
          <a:lstStyle/>
          <a:p>
            <a:endParaRPr/>
          </a:p>
        </p:txBody>
      </p:sp>
      <p:sp>
        <p:nvSpPr>
          <p:cNvPr id="78" name="Shape"/>
          <p:cNvSpPr/>
          <p:nvPr/>
        </p:nvSpPr>
        <p:spPr>
          <a:xfrm>
            <a:off x="9331544" y="5278091"/>
            <a:ext cx="617986" cy="563586"/>
          </a:xfrm>
          <a:custGeom>
            <a:avLst/>
            <a:gdLst/>
            <a:ahLst/>
            <a:cxnLst>
              <a:cxn ang="0">
                <a:pos x="wd2" y="hd2"/>
              </a:cxn>
              <a:cxn ang="5400000">
                <a:pos x="wd2" y="hd2"/>
              </a:cxn>
              <a:cxn ang="10800000">
                <a:pos x="wd2" y="hd2"/>
              </a:cxn>
              <a:cxn ang="16200000">
                <a:pos x="wd2" y="hd2"/>
              </a:cxn>
            </a:cxnLst>
            <a:rect l="0" t="0" r="r" b="b"/>
            <a:pathLst>
              <a:path w="21600" h="21600" extrusionOk="0">
                <a:moveTo>
                  <a:pt x="13841" y="19350"/>
                </a:moveTo>
                <a:cubicBezTo>
                  <a:pt x="16148" y="21600"/>
                  <a:pt x="16148" y="21600"/>
                  <a:pt x="16148" y="21600"/>
                </a:cubicBezTo>
                <a:cubicBezTo>
                  <a:pt x="5662" y="21600"/>
                  <a:pt x="5662" y="21600"/>
                  <a:pt x="5662" y="21600"/>
                </a:cubicBezTo>
                <a:cubicBezTo>
                  <a:pt x="7759" y="19350"/>
                  <a:pt x="7759" y="19350"/>
                  <a:pt x="7759" y="19350"/>
                </a:cubicBezTo>
                <a:lnTo>
                  <a:pt x="13841" y="19350"/>
                </a:lnTo>
                <a:close/>
                <a:moveTo>
                  <a:pt x="19293" y="15300"/>
                </a:moveTo>
                <a:cubicBezTo>
                  <a:pt x="2517" y="15300"/>
                  <a:pt x="2517" y="15300"/>
                  <a:pt x="2517" y="15300"/>
                </a:cubicBezTo>
                <a:cubicBezTo>
                  <a:pt x="2517" y="2475"/>
                  <a:pt x="2517" y="2475"/>
                  <a:pt x="2517" y="2475"/>
                </a:cubicBezTo>
                <a:cubicBezTo>
                  <a:pt x="19293" y="2475"/>
                  <a:pt x="19293" y="2475"/>
                  <a:pt x="19293" y="2475"/>
                </a:cubicBezTo>
                <a:lnTo>
                  <a:pt x="19293" y="15300"/>
                </a:lnTo>
                <a:close/>
                <a:moveTo>
                  <a:pt x="0" y="0"/>
                </a:moveTo>
                <a:cubicBezTo>
                  <a:pt x="0" y="17775"/>
                  <a:pt x="0" y="17775"/>
                  <a:pt x="0" y="17775"/>
                </a:cubicBezTo>
                <a:cubicBezTo>
                  <a:pt x="21600" y="17775"/>
                  <a:pt x="21600" y="17775"/>
                  <a:pt x="21600" y="17775"/>
                </a:cubicBezTo>
                <a:cubicBezTo>
                  <a:pt x="21600" y="0"/>
                  <a:pt x="21600" y="0"/>
                  <a:pt x="21600" y="0"/>
                </a:cubicBezTo>
                <a:lnTo>
                  <a:pt x="0" y="0"/>
                </a:lnTo>
                <a:close/>
                <a:moveTo>
                  <a:pt x="16777" y="11475"/>
                </a:moveTo>
                <a:cubicBezTo>
                  <a:pt x="13631" y="11475"/>
                  <a:pt x="13631" y="11475"/>
                  <a:pt x="13631" y="11475"/>
                </a:cubicBezTo>
                <a:cubicBezTo>
                  <a:pt x="13631" y="10350"/>
                  <a:pt x="13631" y="10350"/>
                  <a:pt x="13631" y="10350"/>
                </a:cubicBezTo>
                <a:cubicBezTo>
                  <a:pt x="16777" y="10350"/>
                  <a:pt x="16777" y="10350"/>
                  <a:pt x="16777" y="10350"/>
                </a:cubicBezTo>
                <a:lnTo>
                  <a:pt x="16777" y="11475"/>
                </a:lnTo>
                <a:close/>
                <a:moveTo>
                  <a:pt x="15309" y="6525"/>
                </a:moveTo>
                <a:cubicBezTo>
                  <a:pt x="14680" y="6525"/>
                  <a:pt x="14050" y="6975"/>
                  <a:pt x="14050" y="7875"/>
                </a:cubicBezTo>
                <a:cubicBezTo>
                  <a:pt x="14050" y="8550"/>
                  <a:pt x="14680" y="9225"/>
                  <a:pt x="15309" y="9225"/>
                </a:cubicBezTo>
                <a:cubicBezTo>
                  <a:pt x="15938" y="9225"/>
                  <a:pt x="16567" y="8550"/>
                  <a:pt x="16567" y="7875"/>
                </a:cubicBezTo>
                <a:cubicBezTo>
                  <a:pt x="16567" y="6975"/>
                  <a:pt x="15938" y="6525"/>
                  <a:pt x="15309" y="6525"/>
                </a:cubicBezTo>
                <a:close/>
                <a:moveTo>
                  <a:pt x="12373" y="11475"/>
                </a:moveTo>
                <a:cubicBezTo>
                  <a:pt x="9227" y="11475"/>
                  <a:pt x="9227" y="11475"/>
                  <a:pt x="9227" y="11475"/>
                </a:cubicBezTo>
                <a:cubicBezTo>
                  <a:pt x="9227" y="10350"/>
                  <a:pt x="9227" y="10350"/>
                  <a:pt x="9227" y="10350"/>
                </a:cubicBezTo>
                <a:cubicBezTo>
                  <a:pt x="12373" y="10350"/>
                  <a:pt x="12373" y="10350"/>
                  <a:pt x="12373" y="10350"/>
                </a:cubicBezTo>
                <a:lnTo>
                  <a:pt x="12373" y="11475"/>
                </a:lnTo>
                <a:close/>
                <a:moveTo>
                  <a:pt x="10905" y="6525"/>
                </a:moveTo>
                <a:cubicBezTo>
                  <a:pt x="10066" y="6525"/>
                  <a:pt x="9437" y="6975"/>
                  <a:pt x="9437" y="7875"/>
                </a:cubicBezTo>
                <a:cubicBezTo>
                  <a:pt x="9437" y="8550"/>
                  <a:pt x="10066" y="9225"/>
                  <a:pt x="10905" y="9225"/>
                </a:cubicBezTo>
                <a:cubicBezTo>
                  <a:pt x="11534" y="9225"/>
                  <a:pt x="12163" y="8550"/>
                  <a:pt x="12163" y="7875"/>
                </a:cubicBezTo>
                <a:cubicBezTo>
                  <a:pt x="12163" y="6975"/>
                  <a:pt x="11534" y="6525"/>
                  <a:pt x="10905" y="6525"/>
                </a:cubicBezTo>
                <a:close/>
                <a:moveTo>
                  <a:pt x="7969" y="10350"/>
                </a:moveTo>
                <a:cubicBezTo>
                  <a:pt x="4823" y="10350"/>
                  <a:pt x="4823" y="10350"/>
                  <a:pt x="4823" y="10350"/>
                </a:cubicBezTo>
                <a:cubicBezTo>
                  <a:pt x="4823" y="11475"/>
                  <a:pt x="4823" y="11475"/>
                  <a:pt x="4823" y="11475"/>
                </a:cubicBezTo>
                <a:cubicBezTo>
                  <a:pt x="7969" y="11475"/>
                  <a:pt x="7969" y="11475"/>
                  <a:pt x="7969" y="11475"/>
                </a:cubicBezTo>
                <a:lnTo>
                  <a:pt x="7969" y="10350"/>
                </a:lnTo>
                <a:close/>
                <a:moveTo>
                  <a:pt x="7759" y="7875"/>
                </a:moveTo>
                <a:cubicBezTo>
                  <a:pt x="7759" y="8550"/>
                  <a:pt x="7130" y="9225"/>
                  <a:pt x="6291" y="9225"/>
                </a:cubicBezTo>
                <a:cubicBezTo>
                  <a:pt x="5662" y="9225"/>
                  <a:pt x="5033" y="8550"/>
                  <a:pt x="5033" y="7875"/>
                </a:cubicBezTo>
                <a:cubicBezTo>
                  <a:pt x="5033" y="6975"/>
                  <a:pt x="5662" y="6525"/>
                  <a:pt x="6291" y="6525"/>
                </a:cubicBezTo>
                <a:cubicBezTo>
                  <a:pt x="7130" y="6525"/>
                  <a:pt x="7759" y="6975"/>
                  <a:pt x="7759" y="7875"/>
                </a:cubicBezTo>
                <a:close/>
              </a:path>
            </a:pathLst>
          </a:custGeom>
          <a:solidFill>
            <a:schemeClr val="accent3">
              <a:lumOff val="25098"/>
            </a:schemeClr>
          </a:solidFill>
          <a:ln w="12700">
            <a:miter lim="400000"/>
          </a:ln>
        </p:spPr>
        <p:txBody>
          <a:bodyPr lIns="109727" tIns="109727" rIns="109727" bIns="109727"/>
          <a:lstStyle/>
          <a:p>
            <a:endParaRPr/>
          </a:p>
        </p:txBody>
      </p:sp>
      <p:sp>
        <p:nvSpPr>
          <p:cNvPr id="79" name="Shape"/>
          <p:cNvSpPr/>
          <p:nvPr/>
        </p:nvSpPr>
        <p:spPr>
          <a:xfrm>
            <a:off x="11370396" y="5228975"/>
            <a:ext cx="258176" cy="564765"/>
          </a:xfrm>
          <a:custGeom>
            <a:avLst/>
            <a:gdLst/>
            <a:ahLst/>
            <a:cxnLst>
              <a:cxn ang="0">
                <a:pos x="wd2" y="hd2"/>
              </a:cxn>
              <a:cxn ang="5400000">
                <a:pos x="wd2" y="hd2"/>
              </a:cxn>
              <a:cxn ang="10800000">
                <a:pos x="wd2" y="hd2"/>
              </a:cxn>
              <a:cxn ang="16200000">
                <a:pos x="wd2" y="hd2"/>
              </a:cxn>
            </a:cxnLst>
            <a:rect l="0" t="0" r="r" b="b"/>
            <a:pathLst>
              <a:path w="21600" h="21600" extrusionOk="0">
                <a:moveTo>
                  <a:pt x="17712" y="12163"/>
                </a:moveTo>
                <a:cubicBezTo>
                  <a:pt x="3456" y="12163"/>
                  <a:pt x="3456" y="12163"/>
                  <a:pt x="3456" y="12163"/>
                </a:cubicBezTo>
                <a:cubicBezTo>
                  <a:pt x="3456" y="5033"/>
                  <a:pt x="3456" y="5033"/>
                  <a:pt x="3456" y="5033"/>
                </a:cubicBezTo>
                <a:cubicBezTo>
                  <a:pt x="17712" y="5033"/>
                  <a:pt x="17712" y="5033"/>
                  <a:pt x="17712" y="5033"/>
                </a:cubicBezTo>
                <a:lnTo>
                  <a:pt x="17712" y="12163"/>
                </a:lnTo>
                <a:close/>
                <a:moveTo>
                  <a:pt x="17712" y="0"/>
                </a:moveTo>
                <a:cubicBezTo>
                  <a:pt x="17712" y="2517"/>
                  <a:pt x="17712" y="2517"/>
                  <a:pt x="17712" y="2517"/>
                </a:cubicBezTo>
                <a:cubicBezTo>
                  <a:pt x="2592" y="2517"/>
                  <a:pt x="2592" y="2517"/>
                  <a:pt x="2592" y="2517"/>
                </a:cubicBezTo>
                <a:cubicBezTo>
                  <a:pt x="1296" y="2517"/>
                  <a:pt x="0" y="2936"/>
                  <a:pt x="0" y="3775"/>
                </a:cubicBezTo>
                <a:cubicBezTo>
                  <a:pt x="0" y="20342"/>
                  <a:pt x="0" y="20342"/>
                  <a:pt x="0" y="20342"/>
                </a:cubicBezTo>
                <a:cubicBezTo>
                  <a:pt x="0" y="21181"/>
                  <a:pt x="1296" y="21600"/>
                  <a:pt x="2592" y="21600"/>
                </a:cubicBezTo>
                <a:cubicBezTo>
                  <a:pt x="19008" y="21600"/>
                  <a:pt x="19008" y="21600"/>
                  <a:pt x="19008" y="21600"/>
                </a:cubicBezTo>
                <a:cubicBezTo>
                  <a:pt x="20304" y="21600"/>
                  <a:pt x="21600" y="21181"/>
                  <a:pt x="21600" y="20342"/>
                </a:cubicBezTo>
                <a:cubicBezTo>
                  <a:pt x="21600" y="0"/>
                  <a:pt x="21600" y="0"/>
                  <a:pt x="21600" y="0"/>
                </a:cubicBezTo>
                <a:lnTo>
                  <a:pt x="17712" y="0"/>
                </a:lnTo>
                <a:close/>
              </a:path>
            </a:pathLst>
          </a:custGeom>
          <a:solidFill>
            <a:schemeClr val="accent3">
              <a:lumOff val="25098"/>
            </a:schemeClr>
          </a:solidFill>
          <a:ln w="12700">
            <a:miter lim="400000"/>
          </a:ln>
        </p:spPr>
        <p:txBody>
          <a:bodyPr lIns="109727" tIns="109727" rIns="109727" bIns="109727"/>
          <a:lstStyle/>
          <a:p>
            <a:endParaRPr/>
          </a:p>
        </p:txBody>
      </p:sp>
      <p:sp>
        <p:nvSpPr>
          <p:cNvPr id="81" name="Shape"/>
          <p:cNvSpPr/>
          <p:nvPr/>
        </p:nvSpPr>
        <p:spPr>
          <a:xfrm>
            <a:off x="13027082" y="5255104"/>
            <a:ext cx="646826" cy="646826"/>
          </a:xfrm>
          <a:custGeom>
            <a:avLst/>
            <a:gdLst/>
            <a:ahLst/>
            <a:cxnLst>
              <a:cxn ang="0">
                <a:pos x="wd2" y="hd2"/>
              </a:cxn>
              <a:cxn ang="5400000">
                <a:pos x="wd2" y="hd2"/>
              </a:cxn>
              <a:cxn ang="10800000">
                <a:pos x="wd2" y="hd2"/>
              </a:cxn>
              <a:cxn ang="16200000">
                <a:pos x="wd2" y="hd2"/>
              </a:cxn>
            </a:cxnLst>
            <a:rect l="0" t="0" r="r" b="b"/>
            <a:pathLst>
              <a:path w="21600" h="21600" extrusionOk="0">
                <a:moveTo>
                  <a:pt x="16148" y="8808"/>
                </a:moveTo>
                <a:cubicBezTo>
                  <a:pt x="16357" y="12373"/>
                  <a:pt x="13841" y="16357"/>
                  <a:pt x="9227" y="16357"/>
                </a:cubicBezTo>
                <a:cubicBezTo>
                  <a:pt x="7759" y="16357"/>
                  <a:pt x="6291" y="15938"/>
                  <a:pt x="5243" y="15099"/>
                </a:cubicBezTo>
                <a:cubicBezTo>
                  <a:pt x="6711" y="15309"/>
                  <a:pt x="7969" y="14889"/>
                  <a:pt x="9017" y="14050"/>
                </a:cubicBezTo>
                <a:cubicBezTo>
                  <a:pt x="7969" y="14050"/>
                  <a:pt x="6920" y="13421"/>
                  <a:pt x="6711" y="12373"/>
                </a:cubicBezTo>
                <a:cubicBezTo>
                  <a:pt x="7130" y="12373"/>
                  <a:pt x="7340" y="12373"/>
                  <a:pt x="7759" y="12373"/>
                </a:cubicBezTo>
                <a:cubicBezTo>
                  <a:pt x="6501" y="12163"/>
                  <a:pt x="5662" y="11115"/>
                  <a:pt x="5872" y="9856"/>
                </a:cubicBezTo>
                <a:cubicBezTo>
                  <a:pt x="6082" y="10066"/>
                  <a:pt x="6501" y="10066"/>
                  <a:pt x="6920" y="10276"/>
                </a:cubicBezTo>
                <a:cubicBezTo>
                  <a:pt x="5872" y="9437"/>
                  <a:pt x="5452" y="7969"/>
                  <a:pt x="6082" y="6920"/>
                </a:cubicBezTo>
                <a:cubicBezTo>
                  <a:pt x="7340" y="8388"/>
                  <a:pt x="9227" y="9437"/>
                  <a:pt x="11324" y="9437"/>
                </a:cubicBezTo>
                <a:cubicBezTo>
                  <a:pt x="10905" y="7969"/>
                  <a:pt x="12163" y="6291"/>
                  <a:pt x="13841" y="6291"/>
                </a:cubicBezTo>
                <a:cubicBezTo>
                  <a:pt x="14470" y="6291"/>
                  <a:pt x="15099" y="6711"/>
                  <a:pt x="15518" y="7130"/>
                </a:cubicBezTo>
                <a:cubicBezTo>
                  <a:pt x="16148" y="7130"/>
                  <a:pt x="16777" y="6920"/>
                  <a:pt x="17196" y="6501"/>
                </a:cubicBezTo>
                <a:cubicBezTo>
                  <a:pt x="16986" y="7130"/>
                  <a:pt x="16567" y="7550"/>
                  <a:pt x="16148" y="7969"/>
                </a:cubicBezTo>
                <a:cubicBezTo>
                  <a:pt x="16567" y="7969"/>
                  <a:pt x="16986" y="7759"/>
                  <a:pt x="17406" y="7550"/>
                </a:cubicBezTo>
                <a:cubicBezTo>
                  <a:pt x="17196" y="7969"/>
                  <a:pt x="16777" y="8598"/>
                  <a:pt x="16148" y="8808"/>
                </a:cubicBezTo>
                <a:close/>
                <a:moveTo>
                  <a:pt x="10905" y="0"/>
                </a:moveTo>
                <a:cubicBezTo>
                  <a:pt x="4823" y="0"/>
                  <a:pt x="0" y="4823"/>
                  <a:pt x="0" y="10695"/>
                </a:cubicBezTo>
                <a:cubicBezTo>
                  <a:pt x="0" y="16777"/>
                  <a:pt x="4823" y="21600"/>
                  <a:pt x="10905" y="21600"/>
                </a:cubicBezTo>
                <a:cubicBezTo>
                  <a:pt x="16777" y="21600"/>
                  <a:pt x="21600" y="16777"/>
                  <a:pt x="21600" y="10695"/>
                </a:cubicBezTo>
                <a:cubicBezTo>
                  <a:pt x="21600" y="4823"/>
                  <a:pt x="16777" y="0"/>
                  <a:pt x="10905" y="0"/>
                </a:cubicBezTo>
                <a:close/>
              </a:path>
            </a:pathLst>
          </a:custGeom>
          <a:solidFill>
            <a:schemeClr val="accent3">
              <a:lumOff val="25098"/>
            </a:schemeClr>
          </a:solidFill>
          <a:ln w="25400">
            <a:miter lim="400000"/>
          </a:ln>
        </p:spPr>
        <p:txBody>
          <a:bodyPr lIns="109727" tIns="109727" rIns="109727" bIns="109727"/>
          <a:lstStyle/>
          <a:p>
            <a:endParaRPr/>
          </a:p>
        </p:txBody>
      </p:sp>
      <p:sp>
        <p:nvSpPr>
          <p:cNvPr id="82" name="Shape"/>
          <p:cNvSpPr/>
          <p:nvPr/>
        </p:nvSpPr>
        <p:spPr>
          <a:xfrm>
            <a:off x="18746074" y="5293469"/>
            <a:ext cx="578111" cy="512044"/>
          </a:xfrm>
          <a:custGeom>
            <a:avLst/>
            <a:gdLst/>
            <a:ahLst/>
            <a:cxnLst>
              <a:cxn ang="0">
                <a:pos x="wd2" y="hd2"/>
              </a:cxn>
              <a:cxn ang="5400000">
                <a:pos x="wd2" y="hd2"/>
              </a:cxn>
              <a:cxn ang="10800000">
                <a:pos x="wd2" y="hd2"/>
              </a:cxn>
              <a:cxn ang="16200000">
                <a:pos x="wd2" y="hd2"/>
              </a:cxn>
            </a:cxnLst>
            <a:rect l="0" t="0" r="r" b="b"/>
            <a:pathLst>
              <a:path w="21600" h="21600" extrusionOk="0">
                <a:moveTo>
                  <a:pt x="9257" y="16723"/>
                </a:moveTo>
                <a:lnTo>
                  <a:pt x="9257" y="9755"/>
                </a:lnTo>
                <a:lnTo>
                  <a:pt x="14194" y="13239"/>
                </a:lnTo>
                <a:lnTo>
                  <a:pt x="9257" y="16723"/>
                </a:lnTo>
                <a:close/>
                <a:moveTo>
                  <a:pt x="3086" y="18813"/>
                </a:moveTo>
                <a:lnTo>
                  <a:pt x="3086" y="6968"/>
                </a:lnTo>
                <a:lnTo>
                  <a:pt x="18514" y="6968"/>
                </a:lnTo>
                <a:lnTo>
                  <a:pt x="18514" y="18813"/>
                </a:lnTo>
                <a:lnTo>
                  <a:pt x="3086" y="18813"/>
                </a:lnTo>
                <a:close/>
                <a:moveTo>
                  <a:pt x="11726" y="4877"/>
                </a:moveTo>
                <a:lnTo>
                  <a:pt x="14811" y="1394"/>
                </a:lnTo>
                <a:lnTo>
                  <a:pt x="14194" y="0"/>
                </a:lnTo>
                <a:lnTo>
                  <a:pt x="11109" y="4181"/>
                </a:lnTo>
                <a:lnTo>
                  <a:pt x="7406" y="0"/>
                </a:lnTo>
                <a:lnTo>
                  <a:pt x="6789" y="1394"/>
                </a:lnTo>
                <a:lnTo>
                  <a:pt x="9874" y="4877"/>
                </a:lnTo>
                <a:lnTo>
                  <a:pt x="0" y="4877"/>
                </a:lnTo>
                <a:lnTo>
                  <a:pt x="0" y="21600"/>
                </a:lnTo>
                <a:lnTo>
                  <a:pt x="21600" y="21600"/>
                </a:lnTo>
                <a:lnTo>
                  <a:pt x="21600" y="4877"/>
                </a:lnTo>
                <a:lnTo>
                  <a:pt x="11726" y="4877"/>
                </a:lnTo>
                <a:close/>
              </a:path>
            </a:pathLst>
          </a:custGeom>
          <a:solidFill>
            <a:schemeClr val="accent3">
              <a:lumOff val="25098"/>
            </a:schemeClr>
          </a:solidFill>
          <a:ln w="12700">
            <a:miter lim="400000"/>
          </a:ln>
        </p:spPr>
        <p:txBody>
          <a:bodyPr lIns="109727" tIns="109727" rIns="109727" bIns="109727"/>
          <a:lstStyle/>
          <a:p>
            <a:endParaRPr/>
          </a:p>
        </p:txBody>
      </p:sp>
      <p:sp>
        <p:nvSpPr>
          <p:cNvPr id="85" name="Shape"/>
          <p:cNvSpPr/>
          <p:nvPr/>
        </p:nvSpPr>
        <p:spPr>
          <a:xfrm>
            <a:off x="16842632" y="5255103"/>
            <a:ext cx="523064" cy="553119"/>
          </a:xfrm>
          <a:custGeom>
            <a:avLst/>
            <a:gdLst/>
            <a:ahLst/>
            <a:cxnLst>
              <a:cxn ang="0">
                <a:pos x="wd2" y="hd2"/>
              </a:cxn>
              <a:cxn ang="5400000">
                <a:pos x="wd2" y="hd2"/>
              </a:cxn>
              <a:cxn ang="10800000">
                <a:pos x="wd2" y="hd2"/>
              </a:cxn>
              <a:cxn ang="16200000">
                <a:pos x="wd2" y="hd2"/>
              </a:cxn>
            </a:cxnLst>
            <a:rect l="0" t="0" r="r" b="b"/>
            <a:pathLst>
              <a:path w="21195" h="21189" extrusionOk="0">
                <a:moveTo>
                  <a:pt x="18517" y="17075"/>
                </a:moveTo>
                <a:cubicBezTo>
                  <a:pt x="15843" y="16458"/>
                  <a:pt x="12551" y="14812"/>
                  <a:pt x="13580" y="12755"/>
                </a:cubicBezTo>
                <a:cubicBezTo>
                  <a:pt x="14197" y="13783"/>
                  <a:pt x="16048" y="14400"/>
                  <a:pt x="17488" y="13578"/>
                </a:cubicBezTo>
                <a:cubicBezTo>
                  <a:pt x="13374" y="12549"/>
                  <a:pt x="19546" y="5143"/>
                  <a:pt x="13991" y="1235"/>
                </a:cubicBezTo>
                <a:cubicBezTo>
                  <a:pt x="12140" y="-411"/>
                  <a:pt x="9260" y="-411"/>
                  <a:pt x="7203" y="1235"/>
                </a:cubicBezTo>
                <a:cubicBezTo>
                  <a:pt x="1648" y="5143"/>
                  <a:pt x="8026" y="12549"/>
                  <a:pt x="3706" y="13578"/>
                </a:cubicBezTo>
                <a:cubicBezTo>
                  <a:pt x="5146" y="14400"/>
                  <a:pt x="7203" y="13783"/>
                  <a:pt x="7820" y="12755"/>
                </a:cubicBezTo>
                <a:cubicBezTo>
                  <a:pt x="8643" y="14812"/>
                  <a:pt x="5557" y="16458"/>
                  <a:pt x="2883" y="17075"/>
                </a:cubicBezTo>
                <a:cubicBezTo>
                  <a:pt x="-203" y="17692"/>
                  <a:pt x="3" y="19749"/>
                  <a:pt x="3" y="21189"/>
                </a:cubicBezTo>
                <a:cubicBezTo>
                  <a:pt x="21191" y="21189"/>
                  <a:pt x="21191" y="21189"/>
                  <a:pt x="21191" y="21189"/>
                </a:cubicBezTo>
                <a:cubicBezTo>
                  <a:pt x="21191" y="19749"/>
                  <a:pt x="21397" y="17692"/>
                  <a:pt x="18517" y="17075"/>
                </a:cubicBezTo>
                <a:close/>
              </a:path>
            </a:pathLst>
          </a:custGeom>
          <a:solidFill>
            <a:srgbClr val="BFBFBF"/>
          </a:solidFill>
          <a:ln w="12700">
            <a:miter lim="400000"/>
          </a:ln>
        </p:spPr>
        <p:txBody>
          <a:bodyPr lIns="109727" tIns="109727" rIns="109727" bIns="109727"/>
          <a:lstStyle/>
          <a:p>
            <a:endParaRPr/>
          </a:p>
        </p:txBody>
      </p:sp>
      <p:pic>
        <p:nvPicPr>
          <p:cNvPr id="53" name="Picture 5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91424" y="11925716"/>
            <a:ext cx="1495244" cy="1509808"/>
          </a:xfrm>
          <a:prstGeom prst="rect">
            <a:avLst/>
          </a:prstGeom>
        </p:spPr>
      </p:pic>
    </p:spTree>
    <p:extLst>
      <p:ext uri="{BB962C8B-B14F-4D97-AF65-F5344CB8AC3E}">
        <p14:creationId xmlns:p14="http://schemas.microsoft.com/office/powerpoint/2010/main" val="1864956608"/>
      </p:ext>
    </p:extLst>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535353"/>
        </a:solidFill>
        <a:effectLst/>
      </p:bgPr>
    </p:bg>
    <p:spTree>
      <p:nvGrpSpPr>
        <p:cNvPr id="1" name=""/>
        <p:cNvGrpSpPr/>
        <p:nvPr/>
      </p:nvGrpSpPr>
      <p:grpSpPr>
        <a:xfrm>
          <a:off x="0" y="0"/>
          <a:ext cx="0" cy="0"/>
          <a:chOff x="0" y="0"/>
          <a:chExt cx="0" cy="0"/>
        </a:xfrm>
      </p:grpSpPr>
      <p:sp>
        <p:nvSpPr>
          <p:cNvPr id="16" name="Shape"/>
          <p:cNvSpPr/>
          <p:nvPr/>
        </p:nvSpPr>
        <p:spPr>
          <a:xfrm rot="10800000" flipH="1">
            <a:off x="0" y="11821116"/>
            <a:ext cx="24384000" cy="189488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0" y="14152"/>
                  <a:pt x="0" y="14152"/>
                  <a:pt x="0" y="14152"/>
                </a:cubicBezTo>
                <a:cubicBezTo>
                  <a:pt x="4065" y="14152"/>
                  <a:pt x="4065" y="14152"/>
                  <a:pt x="4065" y="14152"/>
                </a:cubicBezTo>
                <a:cubicBezTo>
                  <a:pt x="7447" y="14152"/>
                  <a:pt x="8422" y="21600"/>
                  <a:pt x="10829" y="21600"/>
                </a:cubicBezTo>
                <a:cubicBezTo>
                  <a:pt x="13412" y="21600"/>
                  <a:pt x="14748" y="14152"/>
                  <a:pt x="17574" y="14152"/>
                </a:cubicBezTo>
                <a:cubicBezTo>
                  <a:pt x="21600" y="14152"/>
                  <a:pt x="21600" y="14152"/>
                  <a:pt x="21600" y="14152"/>
                </a:cubicBezTo>
                <a:cubicBezTo>
                  <a:pt x="21600" y="0"/>
                  <a:pt x="21600" y="0"/>
                  <a:pt x="21600" y="0"/>
                </a:cubicBezTo>
                <a:lnTo>
                  <a:pt x="0" y="0"/>
                </a:lnTo>
                <a:close/>
              </a:path>
            </a:pathLst>
          </a:custGeom>
          <a:solidFill>
            <a:srgbClr val="243646"/>
          </a:solidFill>
          <a:ln w="25400">
            <a:miter lim="400000"/>
          </a:ln>
        </p:spPr>
        <p:txBody>
          <a:bodyPr lIns="109727" tIns="109727" rIns="109727" bIns="109727"/>
          <a:lstStyle/>
          <a:p>
            <a:endParaRPr/>
          </a:p>
        </p:txBody>
      </p:sp>
      <p:sp>
        <p:nvSpPr>
          <p:cNvPr id="11" name="[Product Name]"/>
          <p:cNvSpPr txBox="1"/>
          <p:nvPr/>
        </p:nvSpPr>
        <p:spPr>
          <a:xfrm>
            <a:off x="8176322" y="6115892"/>
            <a:ext cx="8323174" cy="206825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sz="12000"/>
            </a:pPr>
            <a:r>
              <a:rPr dirty="0">
                <a:solidFill>
                  <a:schemeClr val="accent4">
                    <a:lumOff val="58054"/>
                  </a:schemeClr>
                </a:solidFill>
                <a:latin typeface="PT Sans Narrow" charset="-52"/>
                <a:ea typeface="PT Sans Narrow" charset="-52"/>
                <a:cs typeface="PT Sans Narrow" charset="-52"/>
                <a:sym typeface="Avenir Heavy"/>
              </a:rPr>
              <a:t>[</a:t>
            </a:r>
            <a:r>
              <a:rPr lang="en-US" dirty="0">
                <a:solidFill>
                  <a:schemeClr val="accent4">
                    <a:lumOff val="58054"/>
                  </a:schemeClr>
                </a:solidFill>
                <a:latin typeface="PT Sans Narrow" charset="-52"/>
                <a:ea typeface="PT Sans Narrow" charset="-52"/>
                <a:cs typeface="PT Sans Narrow" charset="-52"/>
                <a:sym typeface="Avenir Heavy"/>
              </a:rPr>
              <a:t>Course</a:t>
            </a:r>
            <a:r>
              <a:rPr dirty="0">
                <a:solidFill>
                  <a:schemeClr val="accent4">
                    <a:lumOff val="58054"/>
                  </a:schemeClr>
                </a:solidFill>
                <a:latin typeface="PT Sans Narrow" charset="-52"/>
                <a:ea typeface="PT Sans Narrow" charset="-52"/>
                <a:cs typeface="PT Sans Narrow" charset="-52"/>
                <a:sym typeface="Avenir Heavy"/>
              </a:rPr>
              <a:t> Name]</a:t>
            </a:r>
            <a:r>
              <a:rPr b="1" dirty="0">
                <a:solidFill>
                  <a:schemeClr val="accent4">
                    <a:lumOff val="58054"/>
                  </a:schemeClr>
                </a:solidFill>
                <a:latin typeface="PT Sans Narrow" charset="-52"/>
                <a:ea typeface="PT Sans Narrow" charset="-52"/>
                <a:cs typeface="PT Sans Narrow" charset="-52"/>
                <a:sym typeface="Helvetica"/>
              </a:rPr>
              <a:t> </a:t>
            </a:r>
          </a:p>
        </p:txBody>
      </p:sp>
      <p:sp>
        <p:nvSpPr>
          <p:cNvPr id="20" name="Circle"/>
          <p:cNvSpPr/>
          <p:nvPr/>
        </p:nvSpPr>
        <p:spPr>
          <a:xfrm>
            <a:off x="10679861" y="2736607"/>
            <a:ext cx="3185469" cy="3185475"/>
          </a:xfrm>
          <a:prstGeom prst="ellipse">
            <a:avLst/>
          </a:prstGeom>
          <a:solidFill>
            <a:schemeClr val="accent3">
              <a:lumOff val="25098"/>
            </a:schemeClr>
          </a:solidFill>
          <a:ln w="127000">
            <a:solidFill>
              <a:srgbClr val="949494"/>
            </a:solidFill>
            <a:miter lim="400000"/>
          </a:ln>
        </p:spPr>
        <p:txBody>
          <a:bodyPr lIns="109727" tIns="109727" rIns="109727" bIns="109727" anchor="ctr"/>
          <a:lstStyle/>
          <a:p>
            <a:pPr algn="ctr">
              <a:defRPr>
                <a:solidFill>
                  <a:schemeClr val="accent4">
                    <a:lumOff val="58054"/>
                  </a:schemeClr>
                </a:solidFill>
              </a:defRPr>
            </a:pPr>
            <a:endParaRPr/>
          </a:p>
        </p:txBody>
      </p:sp>
      <p:sp>
        <p:nvSpPr>
          <p:cNvPr id="21" name="Company…"/>
          <p:cNvSpPr txBox="1"/>
          <p:nvPr/>
        </p:nvSpPr>
        <p:spPr>
          <a:xfrm>
            <a:off x="10851203" y="3876515"/>
            <a:ext cx="2842786" cy="1191093"/>
          </a:xfrm>
          <a:prstGeom prst="rect">
            <a:avLst/>
          </a:prstGeom>
          <a:ln w="25400">
            <a:miter lim="400000"/>
          </a:ln>
          <a:extLst>
            <a:ext uri="{C572A759-6A51-4108-AA02-DFA0A04FC94B}">
              <ma14:wrappingTextBoxFlag xmlns:ma14="http://schemas.microsoft.com/office/mac/drawingml/2011/main" xmlns="" val="1"/>
            </a:ext>
          </a:extLst>
        </p:spPr>
        <p:txBody>
          <a:bodyPr lIns="109727" tIns="109727" rIns="109727" bIns="109727">
            <a:spAutoFit/>
          </a:bodyPr>
          <a:lstStyle/>
          <a:p>
            <a:pPr algn="ctr">
              <a:lnSpc>
                <a:spcPct val="90000"/>
              </a:lnSpc>
              <a:defRPr sz="3500">
                <a:solidFill>
                  <a:schemeClr val="accent4">
                    <a:lumOff val="58054"/>
                  </a:schemeClr>
                </a:solidFill>
                <a:latin typeface="Avenir Heavy"/>
                <a:ea typeface="Avenir Heavy"/>
                <a:cs typeface="Avenir Heavy"/>
                <a:sym typeface="Avenir Heavy"/>
              </a:defRPr>
            </a:pPr>
            <a:r>
              <a:rPr b="1" dirty="0">
                <a:latin typeface="Helvetica Light" charset="0"/>
                <a:ea typeface="Helvetica Light" charset="0"/>
                <a:cs typeface="Helvetica Light" charset="0"/>
              </a:rPr>
              <a:t>Company</a:t>
            </a:r>
          </a:p>
          <a:p>
            <a:pPr algn="ctr">
              <a:lnSpc>
                <a:spcPct val="90000"/>
              </a:lnSpc>
              <a:defRPr sz="3500">
                <a:solidFill>
                  <a:schemeClr val="accent4">
                    <a:lumOff val="58054"/>
                  </a:schemeClr>
                </a:solidFill>
                <a:latin typeface="Avenir Heavy"/>
                <a:ea typeface="Avenir Heavy"/>
                <a:cs typeface="Avenir Heavy"/>
                <a:sym typeface="Avenir Heavy"/>
              </a:defRPr>
            </a:pPr>
            <a:r>
              <a:rPr b="1" dirty="0">
                <a:latin typeface="Helvetica Light" charset="0"/>
                <a:ea typeface="Helvetica Light" charset="0"/>
                <a:cs typeface="Helvetica Light" charset="0"/>
              </a:rPr>
              <a:t>Logo</a:t>
            </a:r>
          </a:p>
        </p:txBody>
      </p:sp>
      <p:sp>
        <p:nvSpPr>
          <p:cNvPr id="22" name="Product Roadmap Kit"/>
          <p:cNvSpPr txBox="1"/>
          <p:nvPr/>
        </p:nvSpPr>
        <p:spPr>
          <a:xfrm>
            <a:off x="9974224" y="8182239"/>
            <a:ext cx="4519248" cy="898706"/>
          </a:xfrm>
          <a:prstGeom prst="rect">
            <a:avLst/>
          </a:prstGeom>
          <a:ln w="25400">
            <a:miter lim="400000"/>
          </a:ln>
          <a:extLst>
            <a:ext uri="{C572A759-6A51-4108-AA02-DFA0A04FC94B}">
              <ma14:wrappingTextBoxFlag xmlns:ma14="http://schemas.microsoft.com/office/mac/drawingml/2011/main" xmlns="" val="1"/>
            </a:ext>
          </a:extLst>
        </p:spPr>
        <p:txBody>
          <a:bodyPr wrap="none" lIns="109727" tIns="109727" rIns="109727" bIns="109727">
            <a:spAutoFit/>
          </a:bodyPr>
          <a:lstStyle/>
          <a:p>
            <a:pPr>
              <a:defRPr>
                <a:latin typeface="Avenir Book"/>
                <a:ea typeface="Avenir Book"/>
                <a:cs typeface="Avenir Book"/>
                <a:sym typeface="Avenir Book"/>
              </a:defRPr>
            </a:pPr>
            <a:r>
              <a:rPr lang="en-US" sz="4400">
                <a:solidFill>
                  <a:schemeClr val="accent4">
                    <a:lumOff val="58054"/>
                  </a:schemeClr>
                </a:solidFill>
                <a:latin typeface="Helvetica Light" charset="0"/>
                <a:ea typeface="Helvetica Light" charset="0"/>
                <a:cs typeface="Helvetica Light" charset="0"/>
              </a:rPr>
              <a:t>Training Strategy</a:t>
            </a:r>
            <a:endParaRPr sz="4400" dirty="0">
              <a:solidFill>
                <a:schemeClr val="accent4">
                  <a:lumOff val="58054"/>
                </a:schemeClr>
              </a:solidFill>
              <a:latin typeface="Helvetica Light" charset="0"/>
              <a:ea typeface="Helvetica Light" charset="0"/>
              <a:cs typeface="Helvetica Light" charset="0"/>
              <a:sym typeface="Avenir Heavy"/>
            </a:endParaRPr>
          </a:p>
        </p:txBody>
      </p:sp>
    </p:spTree>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535353"/>
        </a:solidFill>
        <a:effectLst/>
      </p:bgPr>
    </p:bg>
    <p:spTree>
      <p:nvGrpSpPr>
        <p:cNvPr id="1" name=""/>
        <p:cNvGrpSpPr/>
        <p:nvPr/>
      </p:nvGrpSpPr>
      <p:grpSpPr>
        <a:xfrm>
          <a:off x="0" y="0"/>
          <a:ext cx="0" cy="0"/>
          <a:chOff x="0" y="0"/>
          <a:chExt cx="0" cy="0"/>
        </a:xfrm>
      </p:grpSpPr>
      <p:sp>
        <p:nvSpPr>
          <p:cNvPr id="476" name="Shape"/>
          <p:cNvSpPr/>
          <p:nvPr/>
        </p:nvSpPr>
        <p:spPr>
          <a:xfrm>
            <a:off x="1613766" y="5676020"/>
            <a:ext cx="401891" cy="401891"/>
          </a:xfrm>
          <a:custGeom>
            <a:avLst/>
            <a:gdLst/>
            <a:ahLst/>
            <a:cxnLst>
              <a:cxn ang="0">
                <a:pos x="wd2" y="hd2"/>
              </a:cxn>
              <a:cxn ang="5400000">
                <a:pos x="wd2" y="hd2"/>
              </a:cxn>
              <a:cxn ang="10800000">
                <a:pos x="wd2" y="hd2"/>
              </a:cxn>
              <a:cxn ang="16200000">
                <a:pos x="wd2" y="hd2"/>
              </a:cxn>
            </a:cxnLst>
            <a:rect l="0" t="0" r="r" b="b"/>
            <a:pathLst>
              <a:path w="21600" h="21600" extrusionOk="0">
                <a:moveTo>
                  <a:pt x="10695" y="0"/>
                </a:moveTo>
                <a:cubicBezTo>
                  <a:pt x="4823" y="0"/>
                  <a:pt x="0" y="4823"/>
                  <a:pt x="0" y="10695"/>
                </a:cubicBezTo>
                <a:cubicBezTo>
                  <a:pt x="0" y="16777"/>
                  <a:pt x="4823" y="21600"/>
                  <a:pt x="10695" y="21600"/>
                </a:cubicBezTo>
                <a:cubicBezTo>
                  <a:pt x="16567" y="21600"/>
                  <a:pt x="21600" y="16777"/>
                  <a:pt x="21600" y="10695"/>
                </a:cubicBezTo>
                <a:cubicBezTo>
                  <a:pt x="21600" y="4823"/>
                  <a:pt x="16567" y="0"/>
                  <a:pt x="10695" y="0"/>
                </a:cubicBezTo>
                <a:close/>
                <a:moveTo>
                  <a:pt x="16777" y="4614"/>
                </a:moveTo>
                <a:cubicBezTo>
                  <a:pt x="20342" y="7969"/>
                  <a:pt x="20342" y="13421"/>
                  <a:pt x="16777" y="16986"/>
                </a:cubicBezTo>
                <a:cubicBezTo>
                  <a:pt x="13421" y="20342"/>
                  <a:pt x="7969" y="20342"/>
                  <a:pt x="4614" y="16986"/>
                </a:cubicBezTo>
                <a:cubicBezTo>
                  <a:pt x="1049" y="13421"/>
                  <a:pt x="1049" y="7969"/>
                  <a:pt x="4614" y="4614"/>
                </a:cubicBezTo>
                <a:cubicBezTo>
                  <a:pt x="7969" y="1258"/>
                  <a:pt x="13421" y="1258"/>
                  <a:pt x="16777" y="4614"/>
                </a:cubicBezTo>
                <a:close/>
                <a:moveTo>
                  <a:pt x="5243" y="13421"/>
                </a:moveTo>
                <a:cubicBezTo>
                  <a:pt x="10905" y="6082"/>
                  <a:pt x="10905" y="6082"/>
                  <a:pt x="10905" y="6082"/>
                </a:cubicBezTo>
                <a:cubicBezTo>
                  <a:pt x="16357" y="13421"/>
                  <a:pt x="16357" y="13421"/>
                  <a:pt x="16357" y="13421"/>
                </a:cubicBezTo>
                <a:lnTo>
                  <a:pt x="5243" y="13421"/>
                </a:lnTo>
                <a:close/>
              </a:path>
            </a:pathLst>
          </a:custGeom>
          <a:solidFill>
            <a:schemeClr val="accent4">
              <a:lumOff val="58054"/>
            </a:schemeClr>
          </a:solidFill>
          <a:ln w="12700">
            <a:miter lim="400000"/>
          </a:ln>
        </p:spPr>
        <p:txBody>
          <a:bodyPr lIns="109727" tIns="109727" rIns="109727" bIns="109727"/>
          <a:lstStyle/>
          <a:p>
            <a:endParaRPr/>
          </a:p>
        </p:txBody>
      </p:sp>
      <p:sp>
        <p:nvSpPr>
          <p:cNvPr id="477" name="Shape"/>
          <p:cNvSpPr/>
          <p:nvPr/>
        </p:nvSpPr>
        <p:spPr>
          <a:xfrm>
            <a:off x="1613766" y="6626199"/>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7825" y="5452"/>
                </a:moveTo>
                <a:cubicBezTo>
                  <a:pt x="17825" y="4404"/>
                  <a:pt x="16986" y="3775"/>
                  <a:pt x="16148" y="3775"/>
                </a:cubicBezTo>
                <a:cubicBezTo>
                  <a:pt x="5243" y="3775"/>
                  <a:pt x="5243" y="3775"/>
                  <a:pt x="5243" y="3775"/>
                </a:cubicBezTo>
                <a:cubicBezTo>
                  <a:pt x="4404" y="3775"/>
                  <a:pt x="3565" y="4404"/>
                  <a:pt x="3565" y="5452"/>
                </a:cubicBezTo>
                <a:cubicBezTo>
                  <a:pt x="3565" y="16357"/>
                  <a:pt x="3565" y="16357"/>
                  <a:pt x="3565" y="16357"/>
                </a:cubicBezTo>
                <a:cubicBezTo>
                  <a:pt x="3565" y="17196"/>
                  <a:pt x="4404" y="18035"/>
                  <a:pt x="5243" y="18035"/>
                </a:cubicBezTo>
                <a:cubicBezTo>
                  <a:pt x="16148" y="18035"/>
                  <a:pt x="16148" y="18035"/>
                  <a:pt x="16148" y="18035"/>
                </a:cubicBezTo>
                <a:cubicBezTo>
                  <a:pt x="16986" y="18035"/>
                  <a:pt x="17825" y="17196"/>
                  <a:pt x="17825" y="16357"/>
                </a:cubicBezTo>
                <a:lnTo>
                  <a:pt x="17825" y="5452"/>
                </a:lnTo>
                <a:close/>
                <a:moveTo>
                  <a:pt x="21600" y="2726"/>
                </a:moveTo>
                <a:cubicBezTo>
                  <a:pt x="21600" y="19083"/>
                  <a:pt x="21600" y="19083"/>
                  <a:pt x="21600" y="19083"/>
                </a:cubicBezTo>
                <a:cubicBezTo>
                  <a:pt x="21600" y="20551"/>
                  <a:pt x="20342" y="21600"/>
                  <a:pt x="18874" y="21600"/>
                </a:cubicBezTo>
                <a:cubicBezTo>
                  <a:pt x="2517" y="21600"/>
                  <a:pt x="2517" y="21600"/>
                  <a:pt x="2517" y="21600"/>
                </a:cubicBezTo>
                <a:cubicBezTo>
                  <a:pt x="1049" y="21600"/>
                  <a:pt x="0" y="20551"/>
                  <a:pt x="0" y="19083"/>
                </a:cubicBezTo>
                <a:cubicBezTo>
                  <a:pt x="0" y="2726"/>
                  <a:pt x="0" y="2726"/>
                  <a:pt x="0" y="2726"/>
                </a:cubicBezTo>
                <a:cubicBezTo>
                  <a:pt x="0" y="1258"/>
                  <a:pt x="1049" y="0"/>
                  <a:pt x="2517" y="0"/>
                </a:cubicBezTo>
                <a:cubicBezTo>
                  <a:pt x="18874" y="0"/>
                  <a:pt x="18874" y="0"/>
                  <a:pt x="18874" y="0"/>
                </a:cubicBezTo>
                <a:cubicBezTo>
                  <a:pt x="20342" y="0"/>
                  <a:pt x="21600" y="1258"/>
                  <a:pt x="21600" y="2726"/>
                </a:cubicBezTo>
                <a:close/>
                <a:moveTo>
                  <a:pt x="15099" y="10905"/>
                </a:moveTo>
                <a:cubicBezTo>
                  <a:pt x="15099" y="13212"/>
                  <a:pt x="13212" y="15309"/>
                  <a:pt x="10695" y="15309"/>
                </a:cubicBezTo>
                <a:cubicBezTo>
                  <a:pt x="8179" y="15309"/>
                  <a:pt x="6291" y="13212"/>
                  <a:pt x="6291" y="10905"/>
                </a:cubicBezTo>
                <a:cubicBezTo>
                  <a:pt x="6291" y="10485"/>
                  <a:pt x="6291" y="10066"/>
                  <a:pt x="6501" y="9856"/>
                </a:cubicBezTo>
                <a:cubicBezTo>
                  <a:pt x="5243" y="9856"/>
                  <a:pt x="5243" y="9856"/>
                  <a:pt x="5243" y="9856"/>
                </a:cubicBezTo>
                <a:cubicBezTo>
                  <a:pt x="5243" y="15728"/>
                  <a:pt x="5243" y="15728"/>
                  <a:pt x="5243" y="15728"/>
                </a:cubicBezTo>
                <a:cubicBezTo>
                  <a:pt x="5243" y="16148"/>
                  <a:pt x="5452" y="16357"/>
                  <a:pt x="5662" y="16357"/>
                </a:cubicBezTo>
                <a:cubicBezTo>
                  <a:pt x="15728" y="16357"/>
                  <a:pt x="15728" y="16357"/>
                  <a:pt x="15728" y="16357"/>
                </a:cubicBezTo>
                <a:cubicBezTo>
                  <a:pt x="15938" y="16357"/>
                  <a:pt x="16148" y="16148"/>
                  <a:pt x="16148" y="15728"/>
                </a:cubicBezTo>
                <a:cubicBezTo>
                  <a:pt x="16148" y="9856"/>
                  <a:pt x="16148" y="9856"/>
                  <a:pt x="16148" y="9856"/>
                </a:cubicBezTo>
                <a:cubicBezTo>
                  <a:pt x="14889" y="9856"/>
                  <a:pt x="14889" y="9856"/>
                  <a:pt x="14889" y="9856"/>
                </a:cubicBezTo>
                <a:cubicBezTo>
                  <a:pt x="15099" y="10066"/>
                  <a:pt x="15099" y="10485"/>
                  <a:pt x="15099" y="10905"/>
                </a:cubicBezTo>
                <a:close/>
                <a:moveTo>
                  <a:pt x="15728" y="5452"/>
                </a:moveTo>
                <a:cubicBezTo>
                  <a:pt x="14050" y="5452"/>
                  <a:pt x="14050" y="5452"/>
                  <a:pt x="14050" y="5452"/>
                </a:cubicBezTo>
                <a:cubicBezTo>
                  <a:pt x="13631" y="5452"/>
                  <a:pt x="13421" y="5662"/>
                  <a:pt x="13421" y="5872"/>
                </a:cubicBezTo>
                <a:cubicBezTo>
                  <a:pt x="13421" y="7550"/>
                  <a:pt x="13421" y="7550"/>
                  <a:pt x="13421" y="7550"/>
                </a:cubicBezTo>
                <a:cubicBezTo>
                  <a:pt x="13421" y="7969"/>
                  <a:pt x="13631" y="8179"/>
                  <a:pt x="14050" y="8179"/>
                </a:cubicBezTo>
                <a:cubicBezTo>
                  <a:pt x="15728" y="8179"/>
                  <a:pt x="15728" y="8179"/>
                  <a:pt x="15728" y="8179"/>
                </a:cubicBezTo>
                <a:cubicBezTo>
                  <a:pt x="15938" y="8179"/>
                  <a:pt x="16148" y="7969"/>
                  <a:pt x="16148" y="7550"/>
                </a:cubicBezTo>
                <a:cubicBezTo>
                  <a:pt x="16148" y="5872"/>
                  <a:pt x="16148" y="5872"/>
                  <a:pt x="16148" y="5872"/>
                </a:cubicBezTo>
                <a:cubicBezTo>
                  <a:pt x="16148" y="5662"/>
                  <a:pt x="15938" y="5452"/>
                  <a:pt x="15728" y="5452"/>
                </a:cubicBezTo>
                <a:close/>
                <a:moveTo>
                  <a:pt x="7969" y="10905"/>
                </a:moveTo>
                <a:cubicBezTo>
                  <a:pt x="7969" y="9437"/>
                  <a:pt x="9227" y="8179"/>
                  <a:pt x="10695" y="8179"/>
                </a:cubicBezTo>
                <a:cubicBezTo>
                  <a:pt x="12163" y="8179"/>
                  <a:pt x="13421" y="9437"/>
                  <a:pt x="13421" y="10905"/>
                </a:cubicBezTo>
                <a:cubicBezTo>
                  <a:pt x="13421" y="12373"/>
                  <a:pt x="12163" y="13631"/>
                  <a:pt x="10695" y="13631"/>
                </a:cubicBezTo>
                <a:cubicBezTo>
                  <a:pt x="9227" y="13631"/>
                  <a:pt x="7969" y="12373"/>
                  <a:pt x="7969" y="10905"/>
                </a:cubicBezTo>
                <a:close/>
              </a:path>
            </a:pathLst>
          </a:custGeom>
          <a:solidFill>
            <a:schemeClr val="accent4">
              <a:lumOff val="58054"/>
            </a:schemeClr>
          </a:solidFill>
          <a:ln w="12700">
            <a:miter lim="400000"/>
          </a:ln>
        </p:spPr>
        <p:txBody>
          <a:bodyPr lIns="109727" tIns="109727" rIns="109727" bIns="109727"/>
          <a:lstStyle/>
          <a:p>
            <a:endParaRPr/>
          </a:p>
        </p:txBody>
      </p:sp>
      <p:sp>
        <p:nvSpPr>
          <p:cNvPr id="478" name="Shape"/>
          <p:cNvSpPr/>
          <p:nvPr/>
        </p:nvSpPr>
        <p:spPr>
          <a:xfrm>
            <a:off x="1613766" y="8556310"/>
            <a:ext cx="401891" cy="287065"/>
          </a:xfrm>
          <a:custGeom>
            <a:avLst/>
            <a:gdLst/>
            <a:ahLst/>
            <a:cxnLst>
              <a:cxn ang="0">
                <a:pos x="wd2" y="hd2"/>
              </a:cxn>
              <a:cxn ang="5400000">
                <a:pos x="wd2" y="hd2"/>
              </a:cxn>
              <a:cxn ang="10800000">
                <a:pos x="wd2" y="hd2"/>
              </a:cxn>
              <a:cxn ang="16200000">
                <a:pos x="wd2" y="hd2"/>
              </a:cxn>
            </a:cxnLst>
            <a:rect l="0" t="0" r="r" b="b"/>
            <a:pathLst>
              <a:path w="21600" h="21600" extrusionOk="0">
                <a:moveTo>
                  <a:pt x="0" y="12960"/>
                </a:moveTo>
                <a:cubicBezTo>
                  <a:pt x="6711" y="12960"/>
                  <a:pt x="6711" y="12960"/>
                  <a:pt x="6711" y="12960"/>
                </a:cubicBezTo>
                <a:cubicBezTo>
                  <a:pt x="6711" y="14976"/>
                  <a:pt x="6711" y="14976"/>
                  <a:pt x="6711" y="14976"/>
                </a:cubicBezTo>
                <a:cubicBezTo>
                  <a:pt x="0" y="14976"/>
                  <a:pt x="0" y="14976"/>
                  <a:pt x="0" y="14976"/>
                </a:cubicBezTo>
                <a:lnTo>
                  <a:pt x="0" y="12960"/>
                </a:lnTo>
                <a:close/>
                <a:moveTo>
                  <a:pt x="0" y="16128"/>
                </a:moveTo>
                <a:cubicBezTo>
                  <a:pt x="6711" y="16128"/>
                  <a:pt x="6711" y="16128"/>
                  <a:pt x="6711" y="16128"/>
                </a:cubicBezTo>
                <a:cubicBezTo>
                  <a:pt x="6711" y="18144"/>
                  <a:pt x="6711" y="18144"/>
                  <a:pt x="6711" y="18144"/>
                </a:cubicBezTo>
                <a:cubicBezTo>
                  <a:pt x="0" y="18144"/>
                  <a:pt x="0" y="18144"/>
                  <a:pt x="0" y="18144"/>
                </a:cubicBezTo>
                <a:lnTo>
                  <a:pt x="0" y="16128"/>
                </a:lnTo>
                <a:close/>
                <a:moveTo>
                  <a:pt x="0" y="9504"/>
                </a:moveTo>
                <a:cubicBezTo>
                  <a:pt x="6711" y="9504"/>
                  <a:pt x="6711" y="9504"/>
                  <a:pt x="6711" y="9504"/>
                </a:cubicBezTo>
                <a:cubicBezTo>
                  <a:pt x="6711" y="11808"/>
                  <a:pt x="6711" y="11808"/>
                  <a:pt x="6711" y="11808"/>
                </a:cubicBezTo>
                <a:cubicBezTo>
                  <a:pt x="0" y="11808"/>
                  <a:pt x="0" y="11808"/>
                  <a:pt x="0" y="11808"/>
                </a:cubicBezTo>
                <a:lnTo>
                  <a:pt x="0" y="9504"/>
                </a:lnTo>
                <a:close/>
                <a:moveTo>
                  <a:pt x="0" y="19296"/>
                </a:moveTo>
                <a:cubicBezTo>
                  <a:pt x="6711" y="19296"/>
                  <a:pt x="6711" y="19296"/>
                  <a:pt x="6711" y="19296"/>
                </a:cubicBezTo>
                <a:cubicBezTo>
                  <a:pt x="6711" y="21600"/>
                  <a:pt x="6711" y="21600"/>
                  <a:pt x="6711" y="21600"/>
                </a:cubicBezTo>
                <a:cubicBezTo>
                  <a:pt x="0" y="21600"/>
                  <a:pt x="0" y="21600"/>
                  <a:pt x="0" y="21600"/>
                </a:cubicBezTo>
                <a:lnTo>
                  <a:pt x="0" y="19296"/>
                </a:lnTo>
                <a:close/>
                <a:moveTo>
                  <a:pt x="13841" y="21600"/>
                </a:moveTo>
                <a:cubicBezTo>
                  <a:pt x="7759" y="21600"/>
                  <a:pt x="7759" y="21600"/>
                  <a:pt x="7759" y="21600"/>
                </a:cubicBezTo>
                <a:cubicBezTo>
                  <a:pt x="7759" y="19296"/>
                  <a:pt x="7759" y="19296"/>
                  <a:pt x="7759" y="19296"/>
                </a:cubicBezTo>
                <a:cubicBezTo>
                  <a:pt x="12583" y="19296"/>
                  <a:pt x="12583" y="19296"/>
                  <a:pt x="12583" y="19296"/>
                </a:cubicBezTo>
                <a:cubicBezTo>
                  <a:pt x="13002" y="20160"/>
                  <a:pt x="13421" y="20736"/>
                  <a:pt x="13841" y="21600"/>
                </a:cubicBezTo>
                <a:close/>
                <a:moveTo>
                  <a:pt x="14680" y="2016"/>
                </a:moveTo>
                <a:cubicBezTo>
                  <a:pt x="7759" y="2016"/>
                  <a:pt x="7759" y="2016"/>
                  <a:pt x="7759" y="2016"/>
                </a:cubicBezTo>
                <a:cubicBezTo>
                  <a:pt x="7759" y="0"/>
                  <a:pt x="7759" y="0"/>
                  <a:pt x="7759" y="0"/>
                </a:cubicBezTo>
                <a:cubicBezTo>
                  <a:pt x="14680" y="0"/>
                  <a:pt x="14680" y="0"/>
                  <a:pt x="14680" y="0"/>
                </a:cubicBezTo>
                <a:lnTo>
                  <a:pt x="14680" y="2016"/>
                </a:lnTo>
                <a:close/>
                <a:moveTo>
                  <a:pt x="12373" y="18144"/>
                </a:moveTo>
                <a:cubicBezTo>
                  <a:pt x="7759" y="18144"/>
                  <a:pt x="7759" y="18144"/>
                  <a:pt x="7759" y="18144"/>
                </a:cubicBezTo>
                <a:cubicBezTo>
                  <a:pt x="7759" y="16128"/>
                  <a:pt x="7759" y="16128"/>
                  <a:pt x="7759" y="16128"/>
                </a:cubicBezTo>
                <a:cubicBezTo>
                  <a:pt x="11953" y="16128"/>
                  <a:pt x="11953" y="16128"/>
                  <a:pt x="11953" y="16128"/>
                </a:cubicBezTo>
                <a:cubicBezTo>
                  <a:pt x="11953" y="16704"/>
                  <a:pt x="12163" y="17568"/>
                  <a:pt x="12373" y="18144"/>
                </a:cubicBezTo>
                <a:close/>
                <a:moveTo>
                  <a:pt x="14680" y="8640"/>
                </a:moveTo>
                <a:cubicBezTo>
                  <a:pt x="7759" y="8640"/>
                  <a:pt x="7759" y="8640"/>
                  <a:pt x="7759" y="8640"/>
                </a:cubicBezTo>
                <a:cubicBezTo>
                  <a:pt x="7759" y="6336"/>
                  <a:pt x="7759" y="6336"/>
                  <a:pt x="7759" y="6336"/>
                </a:cubicBezTo>
                <a:cubicBezTo>
                  <a:pt x="14680" y="6336"/>
                  <a:pt x="14680" y="6336"/>
                  <a:pt x="14680" y="6336"/>
                </a:cubicBezTo>
                <a:lnTo>
                  <a:pt x="14680" y="8640"/>
                </a:lnTo>
                <a:close/>
                <a:moveTo>
                  <a:pt x="14680" y="5184"/>
                </a:moveTo>
                <a:cubicBezTo>
                  <a:pt x="7759" y="5184"/>
                  <a:pt x="7759" y="5184"/>
                  <a:pt x="7759" y="5184"/>
                </a:cubicBezTo>
                <a:cubicBezTo>
                  <a:pt x="7759" y="3168"/>
                  <a:pt x="7759" y="3168"/>
                  <a:pt x="7759" y="3168"/>
                </a:cubicBezTo>
                <a:cubicBezTo>
                  <a:pt x="14680" y="3168"/>
                  <a:pt x="14680" y="3168"/>
                  <a:pt x="14680" y="3168"/>
                </a:cubicBezTo>
                <a:lnTo>
                  <a:pt x="14680" y="5184"/>
                </a:lnTo>
                <a:close/>
                <a:moveTo>
                  <a:pt x="13002" y="11808"/>
                </a:moveTo>
                <a:cubicBezTo>
                  <a:pt x="7759" y="11808"/>
                  <a:pt x="7759" y="11808"/>
                  <a:pt x="7759" y="11808"/>
                </a:cubicBezTo>
                <a:cubicBezTo>
                  <a:pt x="7759" y="9504"/>
                  <a:pt x="7759" y="9504"/>
                  <a:pt x="7759" y="9504"/>
                </a:cubicBezTo>
                <a:cubicBezTo>
                  <a:pt x="14680" y="9504"/>
                  <a:pt x="14680" y="9504"/>
                  <a:pt x="14680" y="9504"/>
                </a:cubicBezTo>
                <a:cubicBezTo>
                  <a:pt x="13841" y="10080"/>
                  <a:pt x="13421" y="10944"/>
                  <a:pt x="13002" y="11808"/>
                </a:cubicBezTo>
                <a:close/>
                <a:moveTo>
                  <a:pt x="11953" y="14976"/>
                </a:moveTo>
                <a:cubicBezTo>
                  <a:pt x="7759" y="14976"/>
                  <a:pt x="7759" y="14976"/>
                  <a:pt x="7759" y="14976"/>
                </a:cubicBezTo>
                <a:cubicBezTo>
                  <a:pt x="7759" y="12960"/>
                  <a:pt x="7759" y="12960"/>
                  <a:pt x="7759" y="12960"/>
                </a:cubicBezTo>
                <a:cubicBezTo>
                  <a:pt x="12583" y="12960"/>
                  <a:pt x="12583" y="12960"/>
                  <a:pt x="12583" y="12960"/>
                </a:cubicBezTo>
                <a:cubicBezTo>
                  <a:pt x="12373" y="13536"/>
                  <a:pt x="12163" y="14112"/>
                  <a:pt x="11953" y="14976"/>
                </a:cubicBezTo>
                <a:close/>
                <a:moveTo>
                  <a:pt x="17825" y="18432"/>
                </a:moveTo>
                <a:cubicBezTo>
                  <a:pt x="17825" y="19296"/>
                  <a:pt x="17825" y="19296"/>
                  <a:pt x="17825" y="19296"/>
                </a:cubicBezTo>
                <a:cubicBezTo>
                  <a:pt x="17196" y="19296"/>
                  <a:pt x="17196" y="19296"/>
                  <a:pt x="17196" y="19296"/>
                </a:cubicBezTo>
                <a:cubicBezTo>
                  <a:pt x="17196" y="18720"/>
                  <a:pt x="17196" y="18720"/>
                  <a:pt x="17196" y="18720"/>
                </a:cubicBezTo>
                <a:cubicBezTo>
                  <a:pt x="16777" y="18432"/>
                  <a:pt x="16357" y="18432"/>
                  <a:pt x="15938" y="18144"/>
                </a:cubicBezTo>
                <a:cubicBezTo>
                  <a:pt x="16148" y="16992"/>
                  <a:pt x="16148" y="16992"/>
                  <a:pt x="16148" y="16992"/>
                </a:cubicBezTo>
                <a:cubicBezTo>
                  <a:pt x="16567" y="17280"/>
                  <a:pt x="16986" y="17568"/>
                  <a:pt x="17196" y="17568"/>
                </a:cubicBezTo>
                <a:cubicBezTo>
                  <a:pt x="17406" y="17568"/>
                  <a:pt x="17406" y="17568"/>
                  <a:pt x="17616" y="17280"/>
                </a:cubicBezTo>
                <a:cubicBezTo>
                  <a:pt x="17825" y="17280"/>
                  <a:pt x="18035" y="16992"/>
                  <a:pt x="17616" y="16704"/>
                </a:cubicBezTo>
                <a:cubicBezTo>
                  <a:pt x="17196" y="16416"/>
                  <a:pt x="16148" y="16128"/>
                  <a:pt x="16148" y="14976"/>
                </a:cubicBezTo>
                <a:cubicBezTo>
                  <a:pt x="16148" y="14400"/>
                  <a:pt x="16357" y="13536"/>
                  <a:pt x="17196" y="13248"/>
                </a:cubicBezTo>
                <a:cubicBezTo>
                  <a:pt x="17196" y="12672"/>
                  <a:pt x="17196" y="12672"/>
                  <a:pt x="17196" y="12672"/>
                </a:cubicBezTo>
                <a:cubicBezTo>
                  <a:pt x="17825" y="12672"/>
                  <a:pt x="17825" y="12672"/>
                  <a:pt x="17825" y="12672"/>
                </a:cubicBezTo>
                <a:cubicBezTo>
                  <a:pt x="17825" y="13248"/>
                  <a:pt x="17825" y="13248"/>
                  <a:pt x="17825" y="13248"/>
                </a:cubicBezTo>
                <a:cubicBezTo>
                  <a:pt x="18035" y="13248"/>
                  <a:pt x="18454" y="13248"/>
                  <a:pt x="18664" y="13536"/>
                </a:cubicBezTo>
                <a:cubicBezTo>
                  <a:pt x="18664" y="13824"/>
                  <a:pt x="18454" y="14688"/>
                  <a:pt x="18454" y="14688"/>
                </a:cubicBezTo>
                <a:cubicBezTo>
                  <a:pt x="18245" y="14400"/>
                  <a:pt x="18035" y="14400"/>
                  <a:pt x="17616" y="14400"/>
                </a:cubicBezTo>
                <a:cubicBezTo>
                  <a:pt x="17616" y="14400"/>
                  <a:pt x="17616" y="14400"/>
                  <a:pt x="17616" y="14400"/>
                </a:cubicBezTo>
                <a:cubicBezTo>
                  <a:pt x="16986" y="14400"/>
                  <a:pt x="16986" y="14976"/>
                  <a:pt x="17406" y="14976"/>
                </a:cubicBezTo>
                <a:cubicBezTo>
                  <a:pt x="18035" y="15552"/>
                  <a:pt x="18874" y="15840"/>
                  <a:pt x="18874" y="16992"/>
                </a:cubicBezTo>
                <a:cubicBezTo>
                  <a:pt x="18874" y="17856"/>
                  <a:pt x="18454" y="18432"/>
                  <a:pt x="17825" y="18432"/>
                </a:cubicBezTo>
                <a:cubicBezTo>
                  <a:pt x="17825" y="18432"/>
                  <a:pt x="17825" y="18432"/>
                  <a:pt x="17825" y="18432"/>
                </a:cubicBezTo>
                <a:close/>
                <a:moveTo>
                  <a:pt x="17406" y="10368"/>
                </a:moveTo>
                <a:cubicBezTo>
                  <a:pt x="15099" y="10368"/>
                  <a:pt x="13421" y="12672"/>
                  <a:pt x="13421" y="15840"/>
                </a:cubicBezTo>
                <a:cubicBezTo>
                  <a:pt x="13421" y="19008"/>
                  <a:pt x="15099" y="21600"/>
                  <a:pt x="17406" y="21600"/>
                </a:cubicBezTo>
                <a:cubicBezTo>
                  <a:pt x="19713" y="21600"/>
                  <a:pt x="21600" y="19008"/>
                  <a:pt x="21600" y="15840"/>
                </a:cubicBezTo>
                <a:cubicBezTo>
                  <a:pt x="21600" y="12672"/>
                  <a:pt x="19713" y="10368"/>
                  <a:pt x="17406" y="10368"/>
                </a:cubicBezTo>
                <a:close/>
              </a:path>
            </a:pathLst>
          </a:custGeom>
          <a:solidFill>
            <a:schemeClr val="accent4">
              <a:lumOff val="58054"/>
            </a:schemeClr>
          </a:solidFill>
          <a:ln w="12700">
            <a:miter lim="400000"/>
          </a:ln>
        </p:spPr>
        <p:txBody>
          <a:bodyPr lIns="109727" tIns="109727" rIns="109727" bIns="109727"/>
          <a:lstStyle/>
          <a:p>
            <a:endParaRPr/>
          </a:p>
        </p:txBody>
      </p:sp>
      <p:sp>
        <p:nvSpPr>
          <p:cNvPr id="479" name="Shape"/>
          <p:cNvSpPr/>
          <p:nvPr/>
        </p:nvSpPr>
        <p:spPr>
          <a:xfrm>
            <a:off x="1619509" y="9467239"/>
            <a:ext cx="390407" cy="344473"/>
          </a:xfrm>
          <a:custGeom>
            <a:avLst/>
            <a:gdLst/>
            <a:ahLst/>
            <a:cxnLst>
              <a:cxn ang="0">
                <a:pos x="wd2" y="hd2"/>
              </a:cxn>
              <a:cxn ang="5400000">
                <a:pos x="wd2" y="hd2"/>
              </a:cxn>
              <a:cxn ang="10800000">
                <a:pos x="wd2" y="hd2"/>
              </a:cxn>
              <a:cxn ang="16200000">
                <a:pos x="wd2" y="hd2"/>
              </a:cxn>
            </a:cxnLst>
            <a:rect l="0" t="0" r="r" b="b"/>
            <a:pathLst>
              <a:path w="21600" h="21600" extrusionOk="0">
                <a:moveTo>
                  <a:pt x="5082" y="19701"/>
                </a:moveTo>
                <a:cubicBezTo>
                  <a:pt x="3388" y="21600"/>
                  <a:pt x="3388" y="21600"/>
                  <a:pt x="3388" y="21600"/>
                </a:cubicBezTo>
                <a:cubicBezTo>
                  <a:pt x="2541" y="20651"/>
                  <a:pt x="2541" y="20651"/>
                  <a:pt x="2541" y="20651"/>
                </a:cubicBezTo>
                <a:cubicBezTo>
                  <a:pt x="4235" y="18514"/>
                  <a:pt x="4235" y="18514"/>
                  <a:pt x="4235" y="18514"/>
                </a:cubicBezTo>
                <a:cubicBezTo>
                  <a:pt x="4447" y="18752"/>
                  <a:pt x="4447" y="18989"/>
                  <a:pt x="4659" y="19226"/>
                </a:cubicBezTo>
                <a:cubicBezTo>
                  <a:pt x="4871" y="19226"/>
                  <a:pt x="5082" y="19464"/>
                  <a:pt x="5082" y="19701"/>
                </a:cubicBezTo>
                <a:close/>
                <a:moveTo>
                  <a:pt x="2118" y="13055"/>
                </a:moveTo>
                <a:cubicBezTo>
                  <a:pt x="0" y="13055"/>
                  <a:pt x="0" y="13055"/>
                  <a:pt x="0" y="13055"/>
                </a:cubicBezTo>
                <a:cubicBezTo>
                  <a:pt x="0" y="11631"/>
                  <a:pt x="0" y="11631"/>
                  <a:pt x="0" y="11631"/>
                </a:cubicBezTo>
                <a:cubicBezTo>
                  <a:pt x="2118" y="11631"/>
                  <a:pt x="2118" y="11631"/>
                  <a:pt x="2118" y="11631"/>
                </a:cubicBezTo>
                <a:cubicBezTo>
                  <a:pt x="2118" y="11868"/>
                  <a:pt x="2118" y="12105"/>
                  <a:pt x="2118" y="12343"/>
                </a:cubicBezTo>
                <a:cubicBezTo>
                  <a:pt x="2118" y="12580"/>
                  <a:pt x="2118" y="12818"/>
                  <a:pt x="2118" y="13055"/>
                </a:cubicBezTo>
                <a:close/>
                <a:moveTo>
                  <a:pt x="2541" y="9257"/>
                </a:moveTo>
                <a:cubicBezTo>
                  <a:pt x="424" y="8308"/>
                  <a:pt x="424" y="8308"/>
                  <a:pt x="424" y="8308"/>
                </a:cubicBezTo>
                <a:cubicBezTo>
                  <a:pt x="635" y="7833"/>
                  <a:pt x="847" y="7358"/>
                  <a:pt x="1059" y="6884"/>
                </a:cubicBezTo>
                <a:cubicBezTo>
                  <a:pt x="3176" y="7833"/>
                  <a:pt x="3176" y="7833"/>
                  <a:pt x="3176" y="7833"/>
                </a:cubicBezTo>
                <a:cubicBezTo>
                  <a:pt x="2965" y="8070"/>
                  <a:pt x="2965" y="8308"/>
                  <a:pt x="2753" y="8545"/>
                </a:cubicBezTo>
                <a:cubicBezTo>
                  <a:pt x="2753" y="8782"/>
                  <a:pt x="2541" y="9020"/>
                  <a:pt x="2541" y="9257"/>
                </a:cubicBezTo>
                <a:close/>
                <a:moveTo>
                  <a:pt x="17365" y="18514"/>
                </a:moveTo>
                <a:cubicBezTo>
                  <a:pt x="19059" y="20413"/>
                  <a:pt x="19059" y="20413"/>
                  <a:pt x="19059" y="20413"/>
                </a:cubicBezTo>
                <a:cubicBezTo>
                  <a:pt x="18635" y="20651"/>
                  <a:pt x="18424" y="21125"/>
                  <a:pt x="18000" y="21363"/>
                </a:cubicBezTo>
                <a:cubicBezTo>
                  <a:pt x="16518" y="19701"/>
                  <a:pt x="16518" y="19701"/>
                  <a:pt x="16518" y="19701"/>
                </a:cubicBezTo>
                <a:cubicBezTo>
                  <a:pt x="16518" y="19464"/>
                  <a:pt x="16729" y="19226"/>
                  <a:pt x="16941" y="19226"/>
                </a:cubicBezTo>
                <a:cubicBezTo>
                  <a:pt x="17153" y="18989"/>
                  <a:pt x="17153" y="18752"/>
                  <a:pt x="17365" y="18514"/>
                </a:cubicBezTo>
                <a:close/>
                <a:moveTo>
                  <a:pt x="21600" y="13055"/>
                </a:moveTo>
                <a:cubicBezTo>
                  <a:pt x="19482" y="13055"/>
                  <a:pt x="19482" y="13055"/>
                  <a:pt x="19482" y="13055"/>
                </a:cubicBezTo>
                <a:cubicBezTo>
                  <a:pt x="19482" y="12818"/>
                  <a:pt x="19482" y="12580"/>
                  <a:pt x="19482" y="12343"/>
                </a:cubicBezTo>
                <a:cubicBezTo>
                  <a:pt x="19482" y="12105"/>
                  <a:pt x="19482" y="11868"/>
                  <a:pt x="19482" y="11631"/>
                </a:cubicBezTo>
                <a:cubicBezTo>
                  <a:pt x="21600" y="11631"/>
                  <a:pt x="21600" y="11631"/>
                  <a:pt x="21600" y="11631"/>
                </a:cubicBezTo>
                <a:lnTo>
                  <a:pt x="21600" y="13055"/>
                </a:lnTo>
                <a:close/>
                <a:moveTo>
                  <a:pt x="19059" y="15429"/>
                </a:moveTo>
                <a:cubicBezTo>
                  <a:pt x="21176" y="16378"/>
                  <a:pt x="21176" y="16378"/>
                  <a:pt x="21176" y="16378"/>
                </a:cubicBezTo>
                <a:cubicBezTo>
                  <a:pt x="20965" y="16853"/>
                  <a:pt x="20753" y="17327"/>
                  <a:pt x="20541" y="17802"/>
                </a:cubicBezTo>
                <a:cubicBezTo>
                  <a:pt x="18424" y="16615"/>
                  <a:pt x="18424" y="16615"/>
                  <a:pt x="18424" y="16615"/>
                </a:cubicBezTo>
                <a:cubicBezTo>
                  <a:pt x="18635" y="16378"/>
                  <a:pt x="18635" y="16141"/>
                  <a:pt x="18847" y="15903"/>
                </a:cubicBezTo>
                <a:cubicBezTo>
                  <a:pt x="18847" y="15666"/>
                  <a:pt x="19059" y="15666"/>
                  <a:pt x="19059" y="15429"/>
                </a:cubicBezTo>
                <a:close/>
                <a:moveTo>
                  <a:pt x="2965" y="16615"/>
                </a:moveTo>
                <a:cubicBezTo>
                  <a:pt x="1059" y="17565"/>
                  <a:pt x="1059" y="17565"/>
                  <a:pt x="1059" y="17565"/>
                </a:cubicBezTo>
                <a:cubicBezTo>
                  <a:pt x="847" y="17090"/>
                  <a:pt x="635" y="16615"/>
                  <a:pt x="424" y="16141"/>
                </a:cubicBezTo>
                <a:cubicBezTo>
                  <a:pt x="2541" y="15191"/>
                  <a:pt x="2541" y="15191"/>
                  <a:pt x="2541" y="15191"/>
                </a:cubicBezTo>
                <a:cubicBezTo>
                  <a:pt x="2541" y="15429"/>
                  <a:pt x="2753" y="15666"/>
                  <a:pt x="2753" y="15903"/>
                </a:cubicBezTo>
                <a:cubicBezTo>
                  <a:pt x="2965" y="16141"/>
                  <a:pt x="2965" y="16378"/>
                  <a:pt x="2965" y="16615"/>
                </a:cubicBezTo>
                <a:close/>
                <a:moveTo>
                  <a:pt x="4235" y="5934"/>
                </a:moveTo>
                <a:cubicBezTo>
                  <a:pt x="2541" y="4273"/>
                  <a:pt x="2541" y="4273"/>
                  <a:pt x="2541" y="4273"/>
                </a:cubicBezTo>
                <a:cubicBezTo>
                  <a:pt x="2965" y="3798"/>
                  <a:pt x="3176" y="3560"/>
                  <a:pt x="3600" y="3086"/>
                </a:cubicBezTo>
                <a:cubicBezTo>
                  <a:pt x="5082" y="4985"/>
                  <a:pt x="5082" y="4985"/>
                  <a:pt x="5082" y="4985"/>
                </a:cubicBezTo>
                <a:cubicBezTo>
                  <a:pt x="5082" y="4985"/>
                  <a:pt x="4871" y="5222"/>
                  <a:pt x="4659" y="5459"/>
                </a:cubicBezTo>
                <a:cubicBezTo>
                  <a:pt x="4447" y="5697"/>
                  <a:pt x="4447" y="5697"/>
                  <a:pt x="4235" y="5934"/>
                </a:cubicBezTo>
                <a:close/>
                <a:moveTo>
                  <a:pt x="16518" y="4985"/>
                </a:moveTo>
                <a:cubicBezTo>
                  <a:pt x="18000" y="3086"/>
                  <a:pt x="18000" y="3086"/>
                  <a:pt x="18000" y="3086"/>
                </a:cubicBezTo>
                <a:cubicBezTo>
                  <a:pt x="18424" y="3560"/>
                  <a:pt x="18635" y="3798"/>
                  <a:pt x="19059" y="4273"/>
                </a:cubicBezTo>
                <a:cubicBezTo>
                  <a:pt x="17365" y="5934"/>
                  <a:pt x="17365" y="5934"/>
                  <a:pt x="17365" y="5934"/>
                </a:cubicBezTo>
                <a:cubicBezTo>
                  <a:pt x="17153" y="5697"/>
                  <a:pt x="17153" y="5697"/>
                  <a:pt x="16941" y="5459"/>
                </a:cubicBezTo>
                <a:cubicBezTo>
                  <a:pt x="16729" y="5222"/>
                  <a:pt x="16518" y="4985"/>
                  <a:pt x="16518" y="4985"/>
                </a:cubicBezTo>
                <a:close/>
                <a:moveTo>
                  <a:pt x="18635" y="7833"/>
                </a:moveTo>
                <a:cubicBezTo>
                  <a:pt x="20541" y="6884"/>
                  <a:pt x="20541" y="6884"/>
                  <a:pt x="20541" y="6884"/>
                </a:cubicBezTo>
                <a:cubicBezTo>
                  <a:pt x="20753" y="7358"/>
                  <a:pt x="20965" y="7833"/>
                  <a:pt x="21176" y="8308"/>
                </a:cubicBezTo>
                <a:cubicBezTo>
                  <a:pt x="19059" y="9257"/>
                  <a:pt x="19059" y="9257"/>
                  <a:pt x="19059" y="9257"/>
                </a:cubicBezTo>
                <a:cubicBezTo>
                  <a:pt x="19059" y="9020"/>
                  <a:pt x="18847" y="8782"/>
                  <a:pt x="18847" y="8545"/>
                </a:cubicBezTo>
                <a:cubicBezTo>
                  <a:pt x="18847" y="8308"/>
                  <a:pt x="18635" y="8070"/>
                  <a:pt x="18635" y="7833"/>
                </a:cubicBezTo>
                <a:close/>
                <a:moveTo>
                  <a:pt x="13553" y="3086"/>
                </a:moveTo>
                <a:cubicBezTo>
                  <a:pt x="14400" y="712"/>
                  <a:pt x="14400" y="712"/>
                  <a:pt x="14400" y="712"/>
                </a:cubicBezTo>
                <a:cubicBezTo>
                  <a:pt x="14824" y="949"/>
                  <a:pt x="15247" y="1187"/>
                  <a:pt x="15671" y="1424"/>
                </a:cubicBezTo>
                <a:cubicBezTo>
                  <a:pt x="14824" y="3560"/>
                  <a:pt x="14824" y="3560"/>
                  <a:pt x="14824" y="3560"/>
                </a:cubicBezTo>
                <a:cubicBezTo>
                  <a:pt x="14612" y="3560"/>
                  <a:pt x="14400" y="3323"/>
                  <a:pt x="13976" y="3323"/>
                </a:cubicBezTo>
                <a:cubicBezTo>
                  <a:pt x="13976" y="3086"/>
                  <a:pt x="13765" y="3086"/>
                  <a:pt x="13553" y="3086"/>
                </a:cubicBezTo>
                <a:close/>
                <a:moveTo>
                  <a:pt x="6988" y="3560"/>
                </a:moveTo>
                <a:cubicBezTo>
                  <a:pt x="5929" y="1187"/>
                  <a:pt x="5929" y="1187"/>
                  <a:pt x="5929" y="1187"/>
                </a:cubicBezTo>
                <a:cubicBezTo>
                  <a:pt x="6353" y="1187"/>
                  <a:pt x="6776" y="949"/>
                  <a:pt x="7200" y="712"/>
                </a:cubicBezTo>
                <a:cubicBezTo>
                  <a:pt x="8047" y="3086"/>
                  <a:pt x="8047" y="3086"/>
                  <a:pt x="8047" y="3086"/>
                </a:cubicBezTo>
                <a:cubicBezTo>
                  <a:pt x="7835" y="3086"/>
                  <a:pt x="7624" y="3086"/>
                  <a:pt x="7624" y="3323"/>
                </a:cubicBezTo>
                <a:cubicBezTo>
                  <a:pt x="7412" y="3323"/>
                  <a:pt x="7200" y="3560"/>
                  <a:pt x="6988" y="3560"/>
                </a:cubicBezTo>
                <a:close/>
                <a:moveTo>
                  <a:pt x="10165" y="2611"/>
                </a:moveTo>
                <a:cubicBezTo>
                  <a:pt x="10165" y="0"/>
                  <a:pt x="10165" y="0"/>
                  <a:pt x="10165" y="0"/>
                </a:cubicBezTo>
                <a:cubicBezTo>
                  <a:pt x="11435" y="0"/>
                  <a:pt x="11435" y="0"/>
                  <a:pt x="11435" y="0"/>
                </a:cubicBezTo>
                <a:cubicBezTo>
                  <a:pt x="11435" y="2611"/>
                  <a:pt x="11435" y="2611"/>
                  <a:pt x="11435" y="2611"/>
                </a:cubicBezTo>
                <a:cubicBezTo>
                  <a:pt x="11224" y="2611"/>
                  <a:pt x="11012" y="2611"/>
                  <a:pt x="10800" y="2611"/>
                </a:cubicBezTo>
                <a:cubicBezTo>
                  <a:pt x="10588" y="2611"/>
                  <a:pt x="10376" y="2611"/>
                  <a:pt x="10165" y="2611"/>
                </a:cubicBezTo>
                <a:close/>
                <a:moveTo>
                  <a:pt x="8682" y="11393"/>
                </a:moveTo>
                <a:cubicBezTo>
                  <a:pt x="6565" y="9020"/>
                  <a:pt x="6565" y="9020"/>
                  <a:pt x="6565" y="9020"/>
                </a:cubicBezTo>
                <a:cubicBezTo>
                  <a:pt x="7835" y="7596"/>
                  <a:pt x="7835" y="7596"/>
                  <a:pt x="7835" y="7596"/>
                </a:cubicBezTo>
                <a:cubicBezTo>
                  <a:pt x="10165" y="9969"/>
                  <a:pt x="10165" y="9969"/>
                  <a:pt x="10165" y="9969"/>
                </a:cubicBezTo>
                <a:lnTo>
                  <a:pt x="8682" y="11393"/>
                </a:lnTo>
                <a:close/>
                <a:moveTo>
                  <a:pt x="15882" y="6646"/>
                </a:moveTo>
                <a:cubicBezTo>
                  <a:pt x="13129" y="3560"/>
                  <a:pt x="8471" y="3560"/>
                  <a:pt x="5718" y="6646"/>
                </a:cubicBezTo>
                <a:cubicBezTo>
                  <a:pt x="2965" y="9732"/>
                  <a:pt x="2965" y="14716"/>
                  <a:pt x="5718" y="17802"/>
                </a:cubicBezTo>
                <a:cubicBezTo>
                  <a:pt x="8471" y="20888"/>
                  <a:pt x="13129" y="20888"/>
                  <a:pt x="15882" y="17802"/>
                </a:cubicBezTo>
                <a:cubicBezTo>
                  <a:pt x="18635" y="14716"/>
                  <a:pt x="18635" y="9732"/>
                  <a:pt x="15882" y="6646"/>
                </a:cubicBezTo>
                <a:close/>
              </a:path>
            </a:pathLst>
          </a:custGeom>
          <a:solidFill>
            <a:schemeClr val="accent4">
              <a:lumOff val="58054"/>
            </a:schemeClr>
          </a:solidFill>
          <a:ln w="12700">
            <a:miter lim="400000"/>
          </a:ln>
        </p:spPr>
        <p:txBody>
          <a:bodyPr lIns="109727" tIns="109727" rIns="109727" bIns="109727"/>
          <a:lstStyle/>
          <a:p>
            <a:endParaRPr/>
          </a:p>
        </p:txBody>
      </p:sp>
      <p:sp>
        <p:nvSpPr>
          <p:cNvPr id="480" name="Shape"/>
          <p:cNvSpPr/>
          <p:nvPr/>
        </p:nvSpPr>
        <p:spPr>
          <a:xfrm>
            <a:off x="1613766" y="10450637"/>
            <a:ext cx="401891" cy="332994"/>
          </a:xfrm>
          <a:custGeom>
            <a:avLst/>
            <a:gdLst/>
            <a:ahLst/>
            <a:cxnLst>
              <a:cxn ang="0">
                <a:pos x="wd2" y="hd2"/>
              </a:cxn>
              <a:cxn ang="5400000">
                <a:pos x="wd2" y="hd2"/>
              </a:cxn>
              <a:cxn ang="10800000">
                <a:pos x="wd2" y="hd2"/>
              </a:cxn>
              <a:cxn ang="16200000">
                <a:pos x="wd2" y="hd2"/>
              </a:cxn>
            </a:cxnLst>
            <a:rect l="0" t="0" r="r" b="b"/>
            <a:pathLst>
              <a:path w="21600" h="21600" extrusionOk="0">
                <a:moveTo>
                  <a:pt x="15938" y="18869"/>
                </a:moveTo>
                <a:cubicBezTo>
                  <a:pt x="13631" y="18869"/>
                  <a:pt x="13631" y="18869"/>
                  <a:pt x="13631" y="18869"/>
                </a:cubicBezTo>
                <a:cubicBezTo>
                  <a:pt x="13631" y="21600"/>
                  <a:pt x="13631" y="21600"/>
                  <a:pt x="13631" y="21600"/>
                </a:cubicBezTo>
                <a:cubicBezTo>
                  <a:pt x="18035" y="21600"/>
                  <a:pt x="18035" y="21600"/>
                  <a:pt x="18035" y="21600"/>
                </a:cubicBezTo>
                <a:cubicBezTo>
                  <a:pt x="18035" y="13903"/>
                  <a:pt x="18035" y="13903"/>
                  <a:pt x="18035" y="13903"/>
                </a:cubicBezTo>
                <a:cubicBezTo>
                  <a:pt x="15938" y="16386"/>
                  <a:pt x="15938" y="16386"/>
                  <a:pt x="15938" y="16386"/>
                </a:cubicBezTo>
                <a:lnTo>
                  <a:pt x="15938" y="18869"/>
                </a:lnTo>
                <a:close/>
                <a:moveTo>
                  <a:pt x="4194" y="18869"/>
                </a:moveTo>
                <a:cubicBezTo>
                  <a:pt x="2097" y="18869"/>
                  <a:pt x="2097" y="18869"/>
                  <a:pt x="2097" y="18869"/>
                </a:cubicBezTo>
                <a:cubicBezTo>
                  <a:pt x="2097" y="14897"/>
                  <a:pt x="2097" y="14897"/>
                  <a:pt x="2097" y="14897"/>
                </a:cubicBezTo>
                <a:cubicBezTo>
                  <a:pt x="0" y="14897"/>
                  <a:pt x="0" y="14897"/>
                  <a:pt x="0" y="14897"/>
                </a:cubicBezTo>
                <a:cubicBezTo>
                  <a:pt x="0" y="21600"/>
                  <a:pt x="0" y="21600"/>
                  <a:pt x="0" y="21600"/>
                </a:cubicBezTo>
                <a:cubicBezTo>
                  <a:pt x="4194" y="21600"/>
                  <a:pt x="4194" y="21600"/>
                  <a:pt x="4194" y="21600"/>
                </a:cubicBezTo>
                <a:lnTo>
                  <a:pt x="4194" y="18869"/>
                </a:lnTo>
                <a:close/>
                <a:moveTo>
                  <a:pt x="15728" y="10428"/>
                </a:moveTo>
                <a:cubicBezTo>
                  <a:pt x="15728" y="13407"/>
                  <a:pt x="15728" y="13407"/>
                  <a:pt x="15728" y="13407"/>
                </a:cubicBezTo>
                <a:cubicBezTo>
                  <a:pt x="21600" y="6703"/>
                  <a:pt x="21600" y="6703"/>
                  <a:pt x="21600" y="6703"/>
                </a:cubicBezTo>
                <a:cubicBezTo>
                  <a:pt x="15728" y="0"/>
                  <a:pt x="15728" y="0"/>
                  <a:pt x="15728" y="0"/>
                </a:cubicBezTo>
                <a:cubicBezTo>
                  <a:pt x="15728" y="2979"/>
                  <a:pt x="15728" y="2979"/>
                  <a:pt x="15728" y="2979"/>
                </a:cubicBezTo>
                <a:cubicBezTo>
                  <a:pt x="15728" y="2979"/>
                  <a:pt x="6291" y="5462"/>
                  <a:pt x="4404" y="15145"/>
                </a:cubicBezTo>
                <a:cubicBezTo>
                  <a:pt x="8388" y="10179"/>
                  <a:pt x="15728" y="10428"/>
                  <a:pt x="15728" y="10428"/>
                </a:cubicBezTo>
                <a:close/>
                <a:moveTo>
                  <a:pt x="11534" y="21600"/>
                </a:moveTo>
                <a:cubicBezTo>
                  <a:pt x="11534" y="18869"/>
                  <a:pt x="11534" y="18869"/>
                  <a:pt x="11534" y="18869"/>
                </a:cubicBezTo>
                <a:cubicBezTo>
                  <a:pt x="6291" y="18869"/>
                  <a:pt x="6291" y="18869"/>
                  <a:pt x="6291" y="18869"/>
                </a:cubicBezTo>
                <a:cubicBezTo>
                  <a:pt x="6291" y="21600"/>
                  <a:pt x="6291" y="21600"/>
                  <a:pt x="6291" y="21600"/>
                </a:cubicBezTo>
                <a:lnTo>
                  <a:pt x="11534" y="21600"/>
                </a:lnTo>
                <a:close/>
                <a:moveTo>
                  <a:pt x="0" y="12414"/>
                </a:moveTo>
                <a:cubicBezTo>
                  <a:pt x="0" y="5959"/>
                  <a:pt x="0" y="5959"/>
                  <a:pt x="0" y="5959"/>
                </a:cubicBezTo>
                <a:cubicBezTo>
                  <a:pt x="7130" y="5959"/>
                  <a:pt x="7130" y="5959"/>
                  <a:pt x="7130" y="5959"/>
                </a:cubicBezTo>
                <a:cubicBezTo>
                  <a:pt x="6291" y="6703"/>
                  <a:pt x="5662" y="7448"/>
                  <a:pt x="5033" y="8441"/>
                </a:cubicBezTo>
                <a:cubicBezTo>
                  <a:pt x="2097" y="8441"/>
                  <a:pt x="2097" y="8441"/>
                  <a:pt x="2097" y="8441"/>
                </a:cubicBezTo>
                <a:cubicBezTo>
                  <a:pt x="2097" y="12414"/>
                  <a:pt x="2097" y="12414"/>
                  <a:pt x="2097" y="12414"/>
                </a:cubicBezTo>
                <a:lnTo>
                  <a:pt x="0" y="12414"/>
                </a:lnTo>
                <a:close/>
              </a:path>
            </a:pathLst>
          </a:custGeom>
          <a:solidFill>
            <a:schemeClr val="accent4">
              <a:lumOff val="58054"/>
            </a:schemeClr>
          </a:solidFill>
          <a:ln w="12700">
            <a:miter lim="400000"/>
          </a:ln>
        </p:spPr>
        <p:txBody>
          <a:bodyPr lIns="109727" tIns="109727" rIns="109727" bIns="109727"/>
          <a:lstStyle/>
          <a:p>
            <a:endParaRPr/>
          </a:p>
        </p:txBody>
      </p:sp>
      <p:sp>
        <p:nvSpPr>
          <p:cNvPr id="481" name="Shape"/>
          <p:cNvSpPr/>
          <p:nvPr/>
        </p:nvSpPr>
        <p:spPr>
          <a:xfrm>
            <a:off x="4455681" y="10490827"/>
            <a:ext cx="390406" cy="252618"/>
          </a:xfrm>
          <a:custGeom>
            <a:avLst/>
            <a:gdLst/>
            <a:ahLst/>
            <a:cxnLst>
              <a:cxn ang="0">
                <a:pos x="wd2" y="hd2"/>
              </a:cxn>
              <a:cxn ang="5400000">
                <a:pos x="wd2" y="hd2"/>
              </a:cxn>
              <a:cxn ang="10800000">
                <a:pos x="wd2" y="hd2"/>
              </a:cxn>
              <a:cxn ang="16200000">
                <a:pos x="wd2" y="hd2"/>
              </a:cxn>
            </a:cxnLst>
            <a:rect l="0" t="0" r="r" b="b"/>
            <a:pathLst>
              <a:path w="21600" h="21600" extrusionOk="0">
                <a:moveTo>
                  <a:pt x="12494" y="12573"/>
                </a:moveTo>
                <a:cubicBezTo>
                  <a:pt x="12494" y="13540"/>
                  <a:pt x="12494" y="13540"/>
                  <a:pt x="12494" y="13540"/>
                </a:cubicBezTo>
                <a:cubicBezTo>
                  <a:pt x="10800" y="13540"/>
                  <a:pt x="10800" y="13540"/>
                  <a:pt x="10800" y="13540"/>
                </a:cubicBezTo>
                <a:cubicBezTo>
                  <a:pt x="10800" y="10961"/>
                  <a:pt x="10800" y="10961"/>
                  <a:pt x="10800" y="10961"/>
                </a:cubicBezTo>
                <a:cubicBezTo>
                  <a:pt x="11435" y="10961"/>
                  <a:pt x="11435" y="10961"/>
                  <a:pt x="11435" y="10961"/>
                </a:cubicBezTo>
                <a:cubicBezTo>
                  <a:pt x="11435" y="12573"/>
                  <a:pt x="11435" y="12573"/>
                  <a:pt x="11435" y="12573"/>
                </a:cubicBezTo>
                <a:cubicBezTo>
                  <a:pt x="12494" y="12573"/>
                  <a:pt x="12494" y="12573"/>
                  <a:pt x="12494" y="12573"/>
                </a:cubicBezTo>
                <a:close/>
                <a:moveTo>
                  <a:pt x="11224" y="17087"/>
                </a:moveTo>
                <a:cubicBezTo>
                  <a:pt x="9741" y="17087"/>
                  <a:pt x="8471" y="15152"/>
                  <a:pt x="8259" y="12896"/>
                </a:cubicBezTo>
                <a:cubicBezTo>
                  <a:pt x="9106" y="12896"/>
                  <a:pt x="9106" y="12896"/>
                  <a:pt x="9106" y="12896"/>
                </a:cubicBezTo>
                <a:cubicBezTo>
                  <a:pt x="9318" y="14507"/>
                  <a:pt x="10165" y="15797"/>
                  <a:pt x="11224" y="15797"/>
                </a:cubicBezTo>
                <a:cubicBezTo>
                  <a:pt x="12494" y="15797"/>
                  <a:pt x="13341" y="14185"/>
                  <a:pt x="13341" y="12573"/>
                </a:cubicBezTo>
                <a:cubicBezTo>
                  <a:pt x="13341" y="10639"/>
                  <a:pt x="12494" y="9349"/>
                  <a:pt x="11224" y="9349"/>
                </a:cubicBezTo>
                <a:cubicBezTo>
                  <a:pt x="10800" y="9349"/>
                  <a:pt x="10165" y="9672"/>
                  <a:pt x="9953" y="9994"/>
                </a:cubicBezTo>
                <a:cubicBezTo>
                  <a:pt x="10376" y="10961"/>
                  <a:pt x="10376" y="10961"/>
                  <a:pt x="10376" y="10961"/>
                </a:cubicBezTo>
                <a:cubicBezTo>
                  <a:pt x="8259" y="11606"/>
                  <a:pt x="8259" y="11606"/>
                  <a:pt x="8259" y="11606"/>
                </a:cubicBezTo>
                <a:cubicBezTo>
                  <a:pt x="8682" y="8382"/>
                  <a:pt x="8682" y="8382"/>
                  <a:pt x="8682" y="8382"/>
                </a:cubicBezTo>
                <a:cubicBezTo>
                  <a:pt x="9318" y="9027"/>
                  <a:pt x="9318" y="9027"/>
                  <a:pt x="9318" y="9027"/>
                </a:cubicBezTo>
                <a:cubicBezTo>
                  <a:pt x="9741" y="8382"/>
                  <a:pt x="10588" y="8060"/>
                  <a:pt x="11224" y="8060"/>
                </a:cubicBezTo>
                <a:cubicBezTo>
                  <a:pt x="12918" y="8060"/>
                  <a:pt x="14188" y="9994"/>
                  <a:pt x="14188" y="12573"/>
                </a:cubicBezTo>
                <a:cubicBezTo>
                  <a:pt x="14188" y="15152"/>
                  <a:pt x="12918" y="17087"/>
                  <a:pt x="11224" y="17087"/>
                </a:cubicBezTo>
                <a:close/>
                <a:moveTo>
                  <a:pt x="16729" y="18376"/>
                </a:moveTo>
                <a:cubicBezTo>
                  <a:pt x="4871" y="18376"/>
                  <a:pt x="4871" y="18376"/>
                  <a:pt x="4871" y="18376"/>
                </a:cubicBezTo>
                <a:cubicBezTo>
                  <a:pt x="3388" y="18376"/>
                  <a:pt x="2118" y="16764"/>
                  <a:pt x="2118" y="14185"/>
                </a:cubicBezTo>
                <a:cubicBezTo>
                  <a:pt x="2118" y="11606"/>
                  <a:pt x="3600" y="9349"/>
                  <a:pt x="5294" y="9994"/>
                </a:cubicBezTo>
                <a:cubicBezTo>
                  <a:pt x="4659" y="6770"/>
                  <a:pt x="7624" y="4836"/>
                  <a:pt x="8682" y="7415"/>
                </a:cubicBezTo>
                <a:cubicBezTo>
                  <a:pt x="9106" y="6125"/>
                  <a:pt x="10165" y="3224"/>
                  <a:pt x="12706" y="3224"/>
                </a:cubicBezTo>
                <a:cubicBezTo>
                  <a:pt x="14824" y="3224"/>
                  <a:pt x="16941" y="5158"/>
                  <a:pt x="16941" y="9994"/>
                </a:cubicBezTo>
                <a:cubicBezTo>
                  <a:pt x="18212" y="9994"/>
                  <a:pt x="19482" y="11606"/>
                  <a:pt x="19482" y="14185"/>
                </a:cubicBezTo>
                <a:cubicBezTo>
                  <a:pt x="19482" y="16764"/>
                  <a:pt x="18212" y="18376"/>
                  <a:pt x="16729" y="18376"/>
                </a:cubicBezTo>
                <a:close/>
                <a:moveTo>
                  <a:pt x="18847" y="7737"/>
                </a:moveTo>
                <a:cubicBezTo>
                  <a:pt x="18424" y="3224"/>
                  <a:pt x="15882" y="0"/>
                  <a:pt x="12706" y="0"/>
                </a:cubicBezTo>
                <a:cubicBezTo>
                  <a:pt x="11012" y="0"/>
                  <a:pt x="9106" y="1290"/>
                  <a:pt x="8047" y="3224"/>
                </a:cubicBezTo>
                <a:cubicBezTo>
                  <a:pt x="6141" y="2579"/>
                  <a:pt x="4024" y="4191"/>
                  <a:pt x="3388" y="7093"/>
                </a:cubicBezTo>
                <a:cubicBezTo>
                  <a:pt x="1482" y="8060"/>
                  <a:pt x="0" y="10961"/>
                  <a:pt x="0" y="14185"/>
                </a:cubicBezTo>
                <a:cubicBezTo>
                  <a:pt x="0" y="18376"/>
                  <a:pt x="2118" y="21600"/>
                  <a:pt x="4871" y="21600"/>
                </a:cubicBezTo>
                <a:cubicBezTo>
                  <a:pt x="16729" y="21600"/>
                  <a:pt x="16729" y="21600"/>
                  <a:pt x="16729" y="21600"/>
                </a:cubicBezTo>
                <a:cubicBezTo>
                  <a:pt x="19482" y="21600"/>
                  <a:pt x="21600" y="18376"/>
                  <a:pt x="21600" y="14185"/>
                </a:cubicBezTo>
                <a:cubicBezTo>
                  <a:pt x="21600" y="11284"/>
                  <a:pt x="20541" y="8704"/>
                  <a:pt x="18847" y="7737"/>
                </a:cubicBezTo>
                <a:close/>
              </a:path>
            </a:pathLst>
          </a:custGeom>
          <a:solidFill>
            <a:schemeClr val="accent4">
              <a:lumOff val="58054"/>
            </a:schemeClr>
          </a:solidFill>
          <a:ln w="12700">
            <a:miter lim="400000"/>
          </a:ln>
        </p:spPr>
        <p:txBody>
          <a:bodyPr lIns="109727" tIns="109727" rIns="109727" bIns="109727"/>
          <a:lstStyle/>
          <a:p>
            <a:endParaRPr/>
          </a:p>
        </p:txBody>
      </p:sp>
      <p:sp>
        <p:nvSpPr>
          <p:cNvPr id="482" name="Shape"/>
          <p:cNvSpPr/>
          <p:nvPr/>
        </p:nvSpPr>
        <p:spPr>
          <a:xfrm>
            <a:off x="1613766" y="12394159"/>
            <a:ext cx="401891" cy="310033"/>
          </a:xfrm>
          <a:custGeom>
            <a:avLst/>
            <a:gdLst/>
            <a:ahLst/>
            <a:cxnLst>
              <a:cxn ang="0">
                <a:pos x="wd2" y="hd2"/>
              </a:cxn>
              <a:cxn ang="5400000">
                <a:pos x="wd2" y="hd2"/>
              </a:cxn>
              <a:cxn ang="10800000">
                <a:pos x="wd2" y="hd2"/>
              </a:cxn>
              <a:cxn ang="16200000">
                <a:pos x="wd2" y="hd2"/>
              </a:cxn>
            </a:cxnLst>
            <a:rect l="0" t="0" r="r" b="b"/>
            <a:pathLst>
              <a:path w="21600" h="21600" extrusionOk="0">
                <a:moveTo>
                  <a:pt x="16663" y="18400"/>
                </a:moveTo>
                <a:lnTo>
                  <a:pt x="18514" y="18400"/>
                </a:lnTo>
                <a:lnTo>
                  <a:pt x="17897" y="16000"/>
                </a:lnTo>
                <a:lnTo>
                  <a:pt x="16663" y="18400"/>
                </a:lnTo>
                <a:close/>
                <a:moveTo>
                  <a:pt x="16663" y="13600"/>
                </a:moveTo>
                <a:lnTo>
                  <a:pt x="18514" y="13600"/>
                </a:lnTo>
                <a:lnTo>
                  <a:pt x="20366" y="21600"/>
                </a:lnTo>
                <a:lnTo>
                  <a:pt x="19131" y="21600"/>
                </a:lnTo>
                <a:lnTo>
                  <a:pt x="18514" y="20000"/>
                </a:lnTo>
                <a:lnTo>
                  <a:pt x="16663" y="20000"/>
                </a:lnTo>
                <a:lnTo>
                  <a:pt x="16046" y="21600"/>
                </a:lnTo>
                <a:lnTo>
                  <a:pt x="14811" y="21600"/>
                </a:lnTo>
                <a:lnTo>
                  <a:pt x="16663" y="13600"/>
                </a:lnTo>
                <a:close/>
                <a:moveTo>
                  <a:pt x="21600" y="9600"/>
                </a:moveTo>
                <a:lnTo>
                  <a:pt x="21600" y="12000"/>
                </a:lnTo>
                <a:lnTo>
                  <a:pt x="14194" y="12000"/>
                </a:lnTo>
                <a:lnTo>
                  <a:pt x="14194" y="9600"/>
                </a:lnTo>
                <a:lnTo>
                  <a:pt x="18514" y="1600"/>
                </a:lnTo>
                <a:lnTo>
                  <a:pt x="14194" y="1600"/>
                </a:lnTo>
                <a:lnTo>
                  <a:pt x="14194" y="0"/>
                </a:lnTo>
                <a:lnTo>
                  <a:pt x="20983" y="0"/>
                </a:lnTo>
                <a:lnTo>
                  <a:pt x="20983" y="1600"/>
                </a:lnTo>
                <a:lnTo>
                  <a:pt x="16663" y="9600"/>
                </a:lnTo>
                <a:lnTo>
                  <a:pt x="21600" y="9600"/>
                </a:lnTo>
                <a:close/>
                <a:moveTo>
                  <a:pt x="4937" y="0"/>
                </a:moveTo>
                <a:lnTo>
                  <a:pt x="0" y="8800"/>
                </a:lnTo>
                <a:lnTo>
                  <a:pt x="3086" y="8800"/>
                </a:lnTo>
                <a:lnTo>
                  <a:pt x="3086" y="21600"/>
                </a:lnTo>
                <a:lnTo>
                  <a:pt x="6789" y="21600"/>
                </a:lnTo>
                <a:lnTo>
                  <a:pt x="6789" y="8800"/>
                </a:lnTo>
                <a:lnTo>
                  <a:pt x="10491" y="8800"/>
                </a:lnTo>
                <a:lnTo>
                  <a:pt x="4937" y="0"/>
                </a:lnTo>
                <a:close/>
              </a:path>
            </a:pathLst>
          </a:custGeom>
          <a:solidFill>
            <a:schemeClr val="accent4">
              <a:lumOff val="58054"/>
            </a:schemeClr>
          </a:solidFill>
          <a:ln w="12700">
            <a:miter lim="400000"/>
          </a:ln>
        </p:spPr>
        <p:txBody>
          <a:bodyPr lIns="109727" tIns="109727" rIns="109727" bIns="109727"/>
          <a:lstStyle/>
          <a:p>
            <a:endParaRPr/>
          </a:p>
        </p:txBody>
      </p:sp>
      <p:sp>
        <p:nvSpPr>
          <p:cNvPr id="483" name="Shape"/>
          <p:cNvSpPr/>
          <p:nvPr/>
        </p:nvSpPr>
        <p:spPr>
          <a:xfrm>
            <a:off x="2589779" y="5681763"/>
            <a:ext cx="401890" cy="390406"/>
          </a:xfrm>
          <a:custGeom>
            <a:avLst/>
            <a:gdLst/>
            <a:ahLst/>
            <a:cxnLst>
              <a:cxn ang="0">
                <a:pos x="wd2" y="hd2"/>
              </a:cxn>
              <a:cxn ang="5400000">
                <a:pos x="wd2" y="hd2"/>
              </a:cxn>
              <a:cxn ang="10800000">
                <a:pos x="wd2" y="hd2"/>
              </a:cxn>
              <a:cxn ang="16200000">
                <a:pos x="wd2" y="hd2"/>
              </a:cxn>
            </a:cxnLst>
            <a:rect l="0" t="0" r="r" b="b"/>
            <a:pathLst>
              <a:path w="21600" h="21600" extrusionOk="0">
                <a:moveTo>
                  <a:pt x="19503" y="19461"/>
                </a:moveTo>
                <a:cubicBezTo>
                  <a:pt x="2097" y="19461"/>
                  <a:pt x="2097" y="19461"/>
                  <a:pt x="2097" y="19461"/>
                </a:cubicBezTo>
                <a:cubicBezTo>
                  <a:pt x="2097" y="7485"/>
                  <a:pt x="2097" y="7485"/>
                  <a:pt x="2097" y="7485"/>
                </a:cubicBezTo>
                <a:cubicBezTo>
                  <a:pt x="19503" y="7485"/>
                  <a:pt x="19503" y="7485"/>
                  <a:pt x="19503" y="7485"/>
                </a:cubicBezTo>
                <a:lnTo>
                  <a:pt x="19503" y="19461"/>
                </a:lnTo>
                <a:close/>
                <a:moveTo>
                  <a:pt x="19503" y="2352"/>
                </a:moveTo>
                <a:cubicBezTo>
                  <a:pt x="19503" y="3422"/>
                  <a:pt x="19503" y="3422"/>
                  <a:pt x="19503" y="3422"/>
                </a:cubicBezTo>
                <a:cubicBezTo>
                  <a:pt x="19503" y="4491"/>
                  <a:pt x="18454" y="5560"/>
                  <a:pt x="17406" y="5560"/>
                </a:cubicBezTo>
                <a:cubicBezTo>
                  <a:pt x="16148" y="5560"/>
                  <a:pt x="15309" y="4491"/>
                  <a:pt x="15309" y="3422"/>
                </a:cubicBezTo>
                <a:cubicBezTo>
                  <a:pt x="15309" y="2352"/>
                  <a:pt x="15309" y="2352"/>
                  <a:pt x="15309" y="2352"/>
                </a:cubicBezTo>
                <a:cubicBezTo>
                  <a:pt x="6501" y="2352"/>
                  <a:pt x="6501" y="2352"/>
                  <a:pt x="6501" y="2352"/>
                </a:cubicBezTo>
                <a:cubicBezTo>
                  <a:pt x="6501" y="3422"/>
                  <a:pt x="6501" y="3422"/>
                  <a:pt x="6501" y="3422"/>
                </a:cubicBezTo>
                <a:cubicBezTo>
                  <a:pt x="6501" y="4491"/>
                  <a:pt x="5662" y="5560"/>
                  <a:pt x="4404" y="5560"/>
                </a:cubicBezTo>
                <a:cubicBezTo>
                  <a:pt x="3355" y="5560"/>
                  <a:pt x="2307" y="4491"/>
                  <a:pt x="2307" y="3422"/>
                </a:cubicBezTo>
                <a:cubicBezTo>
                  <a:pt x="2307" y="2352"/>
                  <a:pt x="2307" y="2352"/>
                  <a:pt x="2307" y="2352"/>
                </a:cubicBezTo>
                <a:cubicBezTo>
                  <a:pt x="0" y="2352"/>
                  <a:pt x="0" y="2352"/>
                  <a:pt x="0" y="2352"/>
                </a:cubicBezTo>
                <a:cubicBezTo>
                  <a:pt x="0" y="21600"/>
                  <a:pt x="0" y="21600"/>
                  <a:pt x="0" y="21600"/>
                </a:cubicBezTo>
                <a:cubicBezTo>
                  <a:pt x="21600" y="21600"/>
                  <a:pt x="21600" y="21600"/>
                  <a:pt x="21600" y="21600"/>
                </a:cubicBezTo>
                <a:cubicBezTo>
                  <a:pt x="21600" y="2352"/>
                  <a:pt x="21600" y="2352"/>
                  <a:pt x="21600" y="2352"/>
                </a:cubicBezTo>
                <a:lnTo>
                  <a:pt x="19503" y="2352"/>
                </a:lnTo>
                <a:close/>
                <a:moveTo>
                  <a:pt x="5452" y="855"/>
                </a:moveTo>
                <a:cubicBezTo>
                  <a:pt x="5452" y="428"/>
                  <a:pt x="5033" y="0"/>
                  <a:pt x="4404" y="0"/>
                </a:cubicBezTo>
                <a:cubicBezTo>
                  <a:pt x="3984" y="0"/>
                  <a:pt x="3565" y="428"/>
                  <a:pt x="3565" y="855"/>
                </a:cubicBezTo>
                <a:cubicBezTo>
                  <a:pt x="3565" y="3422"/>
                  <a:pt x="3565" y="3422"/>
                  <a:pt x="3565" y="3422"/>
                </a:cubicBezTo>
                <a:cubicBezTo>
                  <a:pt x="3565" y="3850"/>
                  <a:pt x="3984" y="4277"/>
                  <a:pt x="4404" y="4277"/>
                </a:cubicBezTo>
                <a:cubicBezTo>
                  <a:pt x="5033" y="4277"/>
                  <a:pt x="5452" y="3850"/>
                  <a:pt x="5452" y="3422"/>
                </a:cubicBezTo>
                <a:lnTo>
                  <a:pt x="5452" y="855"/>
                </a:lnTo>
                <a:close/>
                <a:moveTo>
                  <a:pt x="18245" y="3422"/>
                </a:moveTo>
                <a:cubicBezTo>
                  <a:pt x="18245" y="3850"/>
                  <a:pt x="17825" y="4277"/>
                  <a:pt x="17406" y="4277"/>
                </a:cubicBezTo>
                <a:cubicBezTo>
                  <a:pt x="16777" y="4277"/>
                  <a:pt x="16357" y="3850"/>
                  <a:pt x="16357" y="3422"/>
                </a:cubicBezTo>
                <a:cubicBezTo>
                  <a:pt x="16357" y="855"/>
                  <a:pt x="16357" y="855"/>
                  <a:pt x="16357" y="855"/>
                </a:cubicBezTo>
                <a:cubicBezTo>
                  <a:pt x="16357" y="428"/>
                  <a:pt x="16777" y="0"/>
                  <a:pt x="17406" y="0"/>
                </a:cubicBezTo>
                <a:cubicBezTo>
                  <a:pt x="17825" y="0"/>
                  <a:pt x="18245" y="428"/>
                  <a:pt x="18245" y="855"/>
                </a:cubicBezTo>
                <a:lnTo>
                  <a:pt x="18245" y="3422"/>
                </a:lnTo>
                <a:close/>
                <a:moveTo>
                  <a:pt x="17196" y="14329"/>
                </a:moveTo>
                <a:cubicBezTo>
                  <a:pt x="14050" y="14329"/>
                  <a:pt x="14050" y="14329"/>
                  <a:pt x="14050" y="14329"/>
                </a:cubicBezTo>
                <a:cubicBezTo>
                  <a:pt x="14050" y="17537"/>
                  <a:pt x="14050" y="17537"/>
                  <a:pt x="14050" y="17537"/>
                </a:cubicBezTo>
                <a:cubicBezTo>
                  <a:pt x="17196" y="17537"/>
                  <a:pt x="17196" y="17537"/>
                  <a:pt x="17196" y="17537"/>
                </a:cubicBezTo>
                <a:lnTo>
                  <a:pt x="17196" y="14329"/>
                </a:lnTo>
                <a:close/>
                <a:moveTo>
                  <a:pt x="12373" y="14329"/>
                </a:moveTo>
                <a:cubicBezTo>
                  <a:pt x="9437" y="14329"/>
                  <a:pt x="9437" y="14329"/>
                  <a:pt x="9437" y="14329"/>
                </a:cubicBezTo>
                <a:cubicBezTo>
                  <a:pt x="9437" y="17537"/>
                  <a:pt x="9437" y="17537"/>
                  <a:pt x="9437" y="17537"/>
                </a:cubicBezTo>
                <a:cubicBezTo>
                  <a:pt x="12373" y="17537"/>
                  <a:pt x="12373" y="17537"/>
                  <a:pt x="12373" y="17537"/>
                </a:cubicBezTo>
                <a:lnTo>
                  <a:pt x="12373" y="14329"/>
                </a:lnTo>
                <a:close/>
                <a:moveTo>
                  <a:pt x="7759" y="14329"/>
                </a:moveTo>
                <a:cubicBezTo>
                  <a:pt x="4614" y="14329"/>
                  <a:pt x="4614" y="14329"/>
                  <a:pt x="4614" y="14329"/>
                </a:cubicBezTo>
                <a:cubicBezTo>
                  <a:pt x="4614" y="17537"/>
                  <a:pt x="4614" y="17537"/>
                  <a:pt x="4614" y="17537"/>
                </a:cubicBezTo>
                <a:cubicBezTo>
                  <a:pt x="7759" y="17537"/>
                  <a:pt x="7759" y="17537"/>
                  <a:pt x="7759" y="17537"/>
                </a:cubicBezTo>
                <a:lnTo>
                  <a:pt x="7759" y="14329"/>
                </a:lnTo>
                <a:close/>
                <a:moveTo>
                  <a:pt x="17196" y="9838"/>
                </a:moveTo>
                <a:cubicBezTo>
                  <a:pt x="14050" y="9838"/>
                  <a:pt x="14050" y="9838"/>
                  <a:pt x="14050" y="9838"/>
                </a:cubicBezTo>
                <a:cubicBezTo>
                  <a:pt x="14050" y="12832"/>
                  <a:pt x="14050" y="12832"/>
                  <a:pt x="14050" y="12832"/>
                </a:cubicBezTo>
                <a:cubicBezTo>
                  <a:pt x="17196" y="12832"/>
                  <a:pt x="17196" y="12832"/>
                  <a:pt x="17196" y="12832"/>
                </a:cubicBezTo>
                <a:lnTo>
                  <a:pt x="17196" y="9838"/>
                </a:lnTo>
                <a:close/>
                <a:moveTo>
                  <a:pt x="12373" y="9838"/>
                </a:moveTo>
                <a:cubicBezTo>
                  <a:pt x="9437" y="9838"/>
                  <a:pt x="9437" y="9838"/>
                  <a:pt x="9437" y="9838"/>
                </a:cubicBezTo>
                <a:cubicBezTo>
                  <a:pt x="9437" y="12832"/>
                  <a:pt x="9437" y="12832"/>
                  <a:pt x="9437" y="12832"/>
                </a:cubicBezTo>
                <a:cubicBezTo>
                  <a:pt x="12373" y="12832"/>
                  <a:pt x="12373" y="12832"/>
                  <a:pt x="12373" y="12832"/>
                </a:cubicBezTo>
                <a:lnTo>
                  <a:pt x="12373" y="9838"/>
                </a:lnTo>
                <a:close/>
                <a:moveTo>
                  <a:pt x="7759" y="12832"/>
                </a:moveTo>
                <a:cubicBezTo>
                  <a:pt x="4614" y="12832"/>
                  <a:pt x="4614" y="12832"/>
                  <a:pt x="4614" y="12832"/>
                </a:cubicBezTo>
                <a:cubicBezTo>
                  <a:pt x="4614" y="9838"/>
                  <a:pt x="4614" y="9838"/>
                  <a:pt x="4614" y="9838"/>
                </a:cubicBezTo>
                <a:cubicBezTo>
                  <a:pt x="7759" y="9838"/>
                  <a:pt x="7759" y="9838"/>
                  <a:pt x="7759" y="9838"/>
                </a:cubicBezTo>
                <a:lnTo>
                  <a:pt x="7759" y="12832"/>
                </a:lnTo>
                <a:close/>
              </a:path>
            </a:pathLst>
          </a:custGeom>
          <a:solidFill>
            <a:schemeClr val="accent4">
              <a:lumOff val="58054"/>
            </a:schemeClr>
          </a:solidFill>
          <a:ln w="12700">
            <a:miter lim="400000"/>
          </a:ln>
        </p:spPr>
        <p:txBody>
          <a:bodyPr lIns="109727" tIns="109727" rIns="109727" bIns="109727"/>
          <a:lstStyle/>
          <a:p>
            <a:endParaRPr/>
          </a:p>
        </p:txBody>
      </p:sp>
      <p:sp>
        <p:nvSpPr>
          <p:cNvPr id="484" name="Shape"/>
          <p:cNvSpPr/>
          <p:nvPr/>
        </p:nvSpPr>
        <p:spPr>
          <a:xfrm>
            <a:off x="2589779" y="6689355"/>
            <a:ext cx="401890" cy="264102"/>
          </a:xfrm>
          <a:custGeom>
            <a:avLst/>
            <a:gdLst/>
            <a:ahLst/>
            <a:cxnLst>
              <a:cxn ang="0">
                <a:pos x="wd2" y="hd2"/>
              </a:cxn>
              <a:cxn ang="5400000">
                <a:pos x="wd2" y="hd2"/>
              </a:cxn>
              <a:cxn ang="10800000">
                <a:pos x="wd2" y="hd2"/>
              </a:cxn>
              <a:cxn ang="16200000">
                <a:pos x="wd2" y="hd2"/>
              </a:cxn>
            </a:cxnLst>
            <a:rect l="0" t="0" r="r" b="b"/>
            <a:pathLst>
              <a:path w="21600" h="21600" extrusionOk="0">
                <a:moveTo>
                  <a:pt x="7340" y="15565"/>
                </a:moveTo>
                <a:cubicBezTo>
                  <a:pt x="9227" y="15565"/>
                  <a:pt x="9227" y="15565"/>
                  <a:pt x="9227" y="15565"/>
                </a:cubicBezTo>
                <a:cubicBezTo>
                  <a:pt x="9227" y="21600"/>
                  <a:pt x="9227" y="21600"/>
                  <a:pt x="9227" y="21600"/>
                </a:cubicBezTo>
                <a:cubicBezTo>
                  <a:pt x="13421" y="21600"/>
                  <a:pt x="13421" y="21600"/>
                  <a:pt x="13421" y="21600"/>
                </a:cubicBezTo>
                <a:cubicBezTo>
                  <a:pt x="13421" y="15565"/>
                  <a:pt x="13421" y="15565"/>
                  <a:pt x="13421" y="15565"/>
                </a:cubicBezTo>
                <a:cubicBezTo>
                  <a:pt x="15099" y="15565"/>
                  <a:pt x="15099" y="15565"/>
                  <a:pt x="15099" y="15565"/>
                </a:cubicBezTo>
                <a:cubicBezTo>
                  <a:pt x="11324" y="9529"/>
                  <a:pt x="11324" y="9529"/>
                  <a:pt x="11324" y="9529"/>
                </a:cubicBezTo>
                <a:lnTo>
                  <a:pt x="7340" y="15565"/>
                </a:lnTo>
                <a:close/>
                <a:moveTo>
                  <a:pt x="21600" y="14294"/>
                </a:moveTo>
                <a:cubicBezTo>
                  <a:pt x="21600" y="18106"/>
                  <a:pt x="19503" y="21600"/>
                  <a:pt x="16777" y="21600"/>
                </a:cubicBezTo>
                <a:cubicBezTo>
                  <a:pt x="14889" y="21600"/>
                  <a:pt x="14889" y="21600"/>
                  <a:pt x="14889" y="21600"/>
                </a:cubicBezTo>
                <a:cubicBezTo>
                  <a:pt x="14889" y="18424"/>
                  <a:pt x="14889" y="18424"/>
                  <a:pt x="14889" y="18424"/>
                </a:cubicBezTo>
                <a:cubicBezTo>
                  <a:pt x="16777" y="18424"/>
                  <a:pt x="16777" y="18424"/>
                  <a:pt x="16777" y="18424"/>
                </a:cubicBezTo>
                <a:cubicBezTo>
                  <a:pt x="18245" y="18424"/>
                  <a:pt x="19503" y="16518"/>
                  <a:pt x="19503" y="14294"/>
                </a:cubicBezTo>
                <a:cubicBezTo>
                  <a:pt x="19503" y="11435"/>
                  <a:pt x="18245" y="9847"/>
                  <a:pt x="16986" y="9847"/>
                </a:cubicBezTo>
                <a:cubicBezTo>
                  <a:pt x="16986" y="5400"/>
                  <a:pt x="14889" y="3176"/>
                  <a:pt x="12792" y="3176"/>
                </a:cubicBezTo>
                <a:cubicBezTo>
                  <a:pt x="10276" y="3176"/>
                  <a:pt x="9017" y="6353"/>
                  <a:pt x="8808" y="7306"/>
                </a:cubicBezTo>
                <a:cubicBezTo>
                  <a:pt x="7759" y="5082"/>
                  <a:pt x="4823" y="6671"/>
                  <a:pt x="5452" y="9847"/>
                </a:cubicBezTo>
                <a:cubicBezTo>
                  <a:pt x="3565" y="9529"/>
                  <a:pt x="2097" y="11435"/>
                  <a:pt x="2097" y="14294"/>
                </a:cubicBezTo>
                <a:cubicBezTo>
                  <a:pt x="2097" y="16518"/>
                  <a:pt x="3355" y="18424"/>
                  <a:pt x="5033" y="18424"/>
                </a:cubicBezTo>
                <a:cubicBezTo>
                  <a:pt x="7550" y="18424"/>
                  <a:pt x="7550" y="18424"/>
                  <a:pt x="7550" y="18424"/>
                </a:cubicBezTo>
                <a:cubicBezTo>
                  <a:pt x="7550" y="21600"/>
                  <a:pt x="7550" y="21600"/>
                  <a:pt x="7550" y="21600"/>
                </a:cubicBezTo>
                <a:cubicBezTo>
                  <a:pt x="5033" y="21600"/>
                  <a:pt x="5033" y="21600"/>
                  <a:pt x="5033" y="21600"/>
                </a:cubicBezTo>
                <a:cubicBezTo>
                  <a:pt x="2307" y="21600"/>
                  <a:pt x="0" y="18106"/>
                  <a:pt x="0" y="14294"/>
                </a:cubicBezTo>
                <a:cubicBezTo>
                  <a:pt x="0" y="10800"/>
                  <a:pt x="1468" y="7941"/>
                  <a:pt x="3565" y="7306"/>
                </a:cubicBezTo>
                <a:cubicBezTo>
                  <a:pt x="4194" y="4129"/>
                  <a:pt x="6082" y="2541"/>
                  <a:pt x="8179" y="3176"/>
                </a:cubicBezTo>
                <a:cubicBezTo>
                  <a:pt x="9227" y="1271"/>
                  <a:pt x="10905" y="0"/>
                  <a:pt x="12792" y="0"/>
                </a:cubicBezTo>
                <a:cubicBezTo>
                  <a:pt x="15728" y="0"/>
                  <a:pt x="18454" y="3176"/>
                  <a:pt x="18874" y="7624"/>
                </a:cubicBezTo>
                <a:cubicBezTo>
                  <a:pt x="20551" y="8894"/>
                  <a:pt x="21600" y="11435"/>
                  <a:pt x="21600" y="14294"/>
                </a:cubicBezTo>
                <a:close/>
              </a:path>
            </a:pathLst>
          </a:custGeom>
          <a:solidFill>
            <a:schemeClr val="accent4">
              <a:lumOff val="58054"/>
            </a:schemeClr>
          </a:solidFill>
          <a:ln w="12700">
            <a:miter lim="400000"/>
          </a:ln>
        </p:spPr>
        <p:txBody>
          <a:bodyPr lIns="109727" tIns="109727" rIns="109727" bIns="109727"/>
          <a:lstStyle/>
          <a:p>
            <a:endParaRPr/>
          </a:p>
        </p:txBody>
      </p:sp>
      <p:sp>
        <p:nvSpPr>
          <p:cNvPr id="485" name="Shape"/>
          <p:cNvSpPr/>
          <p:nvPr/>
        </p:nvSpPr>
        <p:spPr>
          <a:xfrm>
            <a:off x="2589779" y="7586877"/>
            <a:ext cx="401890" cy="344474"/>
          </a:xfrm>
          <a:custGeom>
            <a:avLst/>
            <a:gdLst/>
            <a:ahLst/>
            <a:cxnLst>
              <a:cxn ang="0">
                <a:pos x="wd2" y="hd2"/>
              </a:cxn>
              <a:cxn ang="5400000">
                <a:pos x="wd2" y="hd2"/>
              </a:cxn>
              <a:cxn ang="10800000">
                <a:pos x="wd2" y="hd2"/>
              </a:cxn>
              <a:cxn ang="16200000">
                <a:pos x="wd2" y="hd2"/>
              </a:cxn>
            </a:cxnLst>
            <a:rect l="0" t="0" r="r" b="b"/>
            <a:pathLst>
              <a:path w="21600" h="21600" extrusionOk="0">
                <a:moveTo>
                  <a:pt x="14680" y="16503"/>
                </a:moveTo>
                <a:cubicBezTo>
                  <a:pt x="14470" y="16746"/>
                  <a:pt x="14470" y="16746"/>
                  <a:pt x="14470" y="16746"/>
                </a:cubicBezTo>
                <a:cubicBezTo>
                  <a:pt x="13002" y="15775"/>
                  <a:pt x="12163" y="15533"/>
                  <a:pt x="10905" y="15533"/>
                </a:cubicBezTo>
                <a:cubicBezTo>
                  <a:pt x="9437" y="15533"/>
                  <a:pt x="8598" y="15775"/>
                  <a:pt x="7340" y="16746"/>
                </a:cubicBezTo>
                <a:cubicBezTo>
                  <a:pt x="6920" y="16503"/>
                  <a:pt x="6920" y="16503"/>
                  <a:pt x="6920" y="16503"/>
                </a:cubicBezTo>
                <a:cubicBezTo>
                  <a:pt x="7759" y="15290"/>
                  <a:pt x="9227" y="13834"/>
                  <a:pt x="10905" y="13834"/>
                </a:cubicBezTo>
                <a:cubicBezTo>
                  <a:pt x="12583" y="13834"/>
                  <a:pt x="14050" y="15290"/>
                  <a:pt x="14680" y="16503"/>
                </a:cubicBezTo>
                <a:close/>
                <a:moveTo>
                  <a:pt x="13002" y="9708"/>
                </a:moveTo>
                <a:cubicBezTo>
                  <a:pt x="12373" y="9708"/>
                  <a:pt x="11953" y="10436"/>
                  <a:pt x="11953" y="11164"/>
                </a:cubicBezTo>
                <a:cubicBezTo>
                  <a:pt x="11953" y="11892"/>
                  <a:pt x="12373" y="12378"/>
                  <a:pt x="13002" y="12378"/>
                </a:cubicBezTo>
                <a:cubicBezTo>
                  <a:pt x="13631" y="12378"/>
                  <a:pt x="14260" y="11892"/>
                  <a:pt x="14260" y="11164"/>
                </a:cubicBezTo>
                <a:cubicBezTo>
                  <a:pt x="14260" y="10436"/>
                  <a:pt x="13631" y="9708"/>
                  <a:pt x="13002" y="9708"/>
                </a:cubicBezTo>
                <a:close/>
                <a:moveTo>
                  <a:pt x="8598" y="9708"/>
                </a:moveTo>
                <a:cubicBezTo>
                  <a:pt x="7969" y="9708"/>
                  <a:pt x="7550" y="10436"/>
                  <a:pt x="7550" y="11164"/>
                </a:cubicBezTo>
                <a:cubicBezTo>
                  <a:pt x="7550" y="11892"/>
                  <a:pt x="7969" y="12378"/>
                  <a:pt x="8598" y="12378"/>
                </a:cubicBezTo>
                <a:cubicBezTo>
                  <a:pt x="9227" y="12378"/>
                  <a:pt x="9856" y="11892"/>
                  <a:pt x="9856" y="11164"/>
                </a:cubicBezTo>
                <a:cubicBezTo>
                  <a:pt x="9856" y="10436"/>
                  <a:pt x="9227" y="9708"/>
                  <a:pt x="8598" y="9708"/>
                </a:cubicBezTo>
                <a:close/>
                <a:moveTo>
                  <a:pt x="3146" y="19173"/>
                </a:moveTo>
                <a:cubicBezTo>
                  <a:pt x="3146" y="7038"/>
                  <a:pt x="3146" y="7038"/>
                  <a:pt x="3146" y="7038"/>
                </a:cubicBezTo>
                <a:cubicBezTo>
                  <a:pt x="18454" y="7038"/>
                  <a:pt x="18454" y="7038"/>
                  <a:pt x="18454" y="7038"/>
                </a:cubicBezTo>
                <a:cubicBezTo>
                  <a:pt x="18454" y="19173"/>
                  <a:pt x="18454" y="19173"/>
                  <a:pt x="18454" y="19173"/>
                </a:cubicBezTo>
                <a:lnTo>
                  <a:pt x="3146" y="19173"/>
                </a:lnTo>
                <a:close/>
                <a:moveTo>
                  <a:pt x="11744" y="4611"/>
                </a:moveTo>
                <a:cubicBezTo>
                  <a:pt x="15099" y="728"/>
                  <a:pt x="15099" y="728"/>
                  <a:pt x="15099" y="728"/>
                </a:cubicBezTo>
                <a:cubicBezTo>
                  <a:pt x="14260" y="0"/>
                  <a:pt x="14260" y="0"/>
                  <a:pt x="14260" y="0"/>
                </a:cubicBezTo>
                <a:cubicBezTo>
                  <a:pt x="10905" y="3883"/>
                  <a:pt x="10905" y="3883"/>
                  <a:pt x="10905" y="3883"/>
                </a:cubicBezTo>
                <a:cubicBezTo>
                  <a:pt x="7340" y="0"/>
                  <a:pt x="7340" y="0"/>
                  <a:pt x="7340" y="0"/>
                </a:cubicBezTo>
                <a:cubicBezTo>
                  <a:pt x="6501" y="728"/>
                  <a:pt x="6501" y="728"/>
                  <a:pt x="6501" y="728"/>
                </a:cubicBezTo>
                <a:cubicBezTo>
                  <a:pt x="10066" y="4611"/>
                  <a:pt x="10066" y="4611"/>
                  <a:pt x="10066" y="4611"/>
                </a:cubicBezTo>
                <a:cubicBezTo>
                  <a:pt x="0" y="4611"/>
                  <a:pt x="0" y="4611"/>
                  <a:pt x="0" y="4611"/>
                </a:cubicBezTo>
                <a:cubicBezTo>
                  <a:pt x="0" y="21600"/>
                  <a:pt x="0" y="21600"/>
                  <a:pt x="0" y="21600"/>
                </a:cubicBezTo>
                <a:cubicBezTo>
                  <a:pt x="21600" y="21600"/>
                  <a:pt x="21600" y="21600"/>
                  <a:pt x="21600" y="21600"/>
                </a:cubicBezTo>
                <a:cubicBezTo>
                  <a:pt x="21600" y="4611"/>
                  <a:pt x="21600" y="4611"/>
                  <a:pt x="21600" y="4611"/>
                </a:cubicBezTo>
                <a:cubicBezTo>
                  <a:pt x="11744" y="4611"/>
                  <a:pt x="11744" y="4611"/>
                  <a:pt x="11744" y="4611"/>
                </a:cubicBezTo>
                <a:close/>
              </a:path>
            </a:pathLst>
          </a:custGeom>
          <a:solidFill>
            <a:schemeClr val="accent4">
              <a:lumOff val="58054"/>
            </a:schemeClr>
          </a:solidFill>
          <a:ln w="12700">
            <a:miter lim="400000"/>
          </a:ln>
        </p:spPr>
        <p:txBody>
          <a:bodyPr lIns="109727" tIns="109727" rIns="109727" bIns="109727"/>
          <a:lstStyle/>
          <a:p>
            <a:endParaRPr/>
          </a:p>
        </p:txBody>
      </p:sp>
      <p:sp>
        <p:nvSpPr>
          <p:cNvPr id="486" name="Shape"/>
          <p:cNvSpPr/>
          <p:nvPr/>
        </p:nvSpPr>
        <p:spPr>
          <a:xfrm>
            <a:off x="2593842" y="8531588"/>
            <a:ext cx="390806" cy="369199"/>
          </a:xfrm>
          <a:custGeom>
            <a:avLst/>
            <a:gdLst/>
            <a:ahLst/>
            <a:cxnLst>
              <a:cxn ang="0">
                <a:pos x="wd2" y="hd2"/>
              </a:cxn>
              <a:cxn ang="5400000">
                <a:pos x="wd2" y="hd2"/>
              </a:cxn>
              <a:cxn ang="10800000">
                <a:pos x="wd2" y="hd2"/>
              </a:cxn>
              <a:cxn ang="16200000">
                <a:pos x="wd2" y="hd2"/>
              </a:cxn>
            </a:cxnLst>
            <a:rect l="0" t="0" r="r" b="b"/>
            <a:pathLst>
              <a:path w="18850" h="19843" extrusionOk="0">
                <a:moveTo>
                  <a:pt x="18649" y="4266"/>
                </a:moveTo>
                <a:cubicBezTo>
                  <a:pt x="17733" y="-511"/>
                  <a:pt x="11510" y="-1757"/>
                  <a:pt x="9496" y="3020"/>
                </a:cubicBezTo>
                <a:cubicBezTo>
                  <a:pt x="7299" y="-1757"/>
                  <a:pt x="1259" y="-511"/>
                  <a:pt x="160" y="4266"/>
                </a:cubicBezTo>
                <a:cubicBezTo>
                  <a:pt x="-1304" y="11951"/>
                  <a:pt x="7665" y="15481"/>
                  <a:pt x="9496" y="19843"/>
                </a:cubicBezTo>
                <a:cubicBezTo>
                  <a:pt x="11327" y="15481"/>
                  <a:pt x="20296" y="11951"/>
                  <a:pt x="18649" y="4266"/>
                </a:cubicBezTo>
                <a:close/>
              </a:path>
            </a:pathLst>
          </a:custGeom>
          <a:solidFill>
            <a:schemeClr val="accent4">
              <a:lumOff val="58054"/>
            </a:schemeClr>
          </a:solidFill>
          <a:ln w="12700">
            <a:miter lim="400000"/>
          </a:ln>
        </p:spPr>
        <p:txBody>
          <a:bodyPr lIns="109727" tIns="109727" rIns="109727" bIns="109727"/>
          <a:lstStyle/>
          <a:p>
            <a:endParaRPr/>
          </a:p>
        </p:txBody>
      </p:sp>
      <p:sp>
        <p:nvSpPr>
          <p:cNvPr id="487" name="Shape"/>
          <p:cNvSpPr/>
          <p:nvPr/>
        </p:nvSpPr>
        <p:spPr>
          <a:xfrm>
            <a:off x="2589779" y="10479346"/>
            <a:ext cx="401890" cy="275579"/>
          </a:xfrm>
          <a:custGeom>
            <a:avLst/>
            <a:gdLst/>
            <a:ahLst/>
            <a:cxnLst>
              <a:cxn ang="0">
                <a:pos x="wd2" y="hd2"/>
              </a:cxn>
              <a:cxn ang="5400000">
                <a:pos x="wd2" y="hd2"/>
              </a:cxn>
              <a:cxn ang="10800000">
                <a:pos x="wd2" y="hd2"/>
              </a:cxn>
              <a:cxn ang="16200000">
                <a:pos x="wd2" y="hd2"/>
              </a:cxn>
            </a:cxnLst>
            <a:rect l="0" t="0" r="r" b="b"/>
            <a:pathLst>
              <a:path w="21600" h="21600" extrusionOk="0">
                <a:moveTo>
                  <a:pt x="11109" y="0"/>
                </a:moveTo>
                <a:lnTo>
                  <a:pt x="11109" y="21600"/>
                </a:lnTo>
                <a:lnTo>
                  <a:pt x="21600" y="9900"/>
                </a:lnTo>
                <a:lnTo>
                  <a:pt x="11109" y="0"/>
                </a:lnTo>
                <a:close/>
                <a:moveTo>
                  <a:pt x="11109" y="9900"/>
                </a:moveTo>
                <a:lnTo>
                  <a:pt x="0" y="21600"/>
                </a:lnTo>
                <a:lnTo>
                  <a:pt x="0" y="0"/>
                </a:lnTo>
                <a:lnTo>
                  <a:pt x="11109" y="9900"/>
                </a:lnTo>
                <a:close/>
              </a:path>
            </a:pathLst>
          </a:custGeom>
          <a:solidFill>
            <a:schemeClr val="accent4">
              <a:lumOff val="58054"/>
            </a:schemeClr>
          </a:solidFill>
          <a:ln w="12700">
            <a:miter lim="400000"/>
          </a:ln>
        </p:spPr>
        <p:txBody>
          <a:bodyPr lIns="109727" tIns="109727" rIns="109727" bIns="109727"/>
          <a:lstStyle/>
          <a:p>
            <a:endParaRPr/>
          </a:p>
        </p:txBody>
      </p:sp>
      <p:sp>
        <p:nvSpPr>
          <p:cNvPr id="488" name="Shape"/>
          <p:cNvSpPr/>
          <p:nvPr/>
        </p:nvSpPr>
        <p:spPr>
          <a:xfrm>
            <a:off x="15005054" y="5681763"/>
            <a:ext cx="394349" cy="390406"/>
          </a:xfrm>
          <a:custGeom>
            <a:avLst/>
            <a:gdLst/>
            <a:ahLst/>
            <a:cxnLst>
              <a:cxn ang="0">
                <a:pos x="wd2" y="hd2"/>
              </a:cxn>
              <a:cxn ang="5400000">
                <a:pos x="wd2" y="hd2"/>
              </a:cxn>
              <a:cxn ang="10800000">
                <a:pos x="wd2" y="hd2"/>
              </a:cxn>
              <a:cxn ang="16200000">
                <a:pos x="wd2" y="hd2"/>
              </a:cxn>
            </a:cxnLst>
            <a:rect l="0" t="0" r="r" b="b"/>
            <a:pathLst>
              <a:path w="21195" h="21600" extrusionOk="0">
                <a:moveTo>
                  <a:pt x="10700" y="12071"/>
                </a:moveTo>
                <a:cubicBezTo>
                  <a:pt x="10288" y="12071"/>
                  <a:pt x="9877" y="11859"/>
                  <a:pt x="9877" y="11435"/>
                </a:cubicBezTo>
                <a:cubicBezTo>
                  <a:pt x="9671" y="11012"/>
                  <a:pt x="10083" y="10588"/>
                  <a:pt x="10288" y="10588"/>
                </a:cubicBezTo>
                <a:cubicBezTo>
                  <a:pt x="11934" y="10165"/>
                  <a:pt x="11934" y="10165"/>
                  <a:pt x="11934" y="10165"/>
                </a:cubicBezTo>
                <a:cubicBezTo>
                  <a:pt x="12140" y="11647"/>
                  <a:pt x="12140" y="11647"/>
                  <a:pt x="12140" y="11647"/>
                </a:cubicBezTo>
                <a:lnTo>
                  <a:pt x="10700" y="12071"/>
                </a:lnTo>
                <a:close/>
                <a:moveTo>
                  <a:pt x="18517" y="16306"/>
                </a:moveTo>
                <a:cubicBezTo>
                  <a:pt x="15431" y="15671"/>
                  <a:pt x="12551" y="15035"/>
                  <a:pt x="13991" y="12282"/>
                </a:cubicBezTo>
                <a:cubicBezTo>
                  <a:pt x="14403" y="11647"/>
                  <a:pt x="14608" y="11012"/>
                  <a:pt x="14814" y="10376"/>
                </a:cubicBezTo>
                <a:cubicBezTo>
                  <a:pt x="13991" y="10800"/>
                  <a:pt x="13168" y="11224"/>
                  <a:pt x="12757" y="11224"/>
                </a:cubicBezTo>
                <a:cubicBezTo>
                  <a:pt x="12551" y="10376"/>
                  <a:pt x="12551" y="10376"/>
                  <a:pt x="12551" y="10376"/>
                </a:cubicBezTo>
                <a:cubicBezTo>
                  <a:pt x="13580" y="9953"/>
                  <a:pt x="14608" y="9529"/>
                  <a:pt x="15431" y="8682"/>
                </a:cubicBezTo>
                <a:cubicBezTo>
                  <a:pt x="17077" y="2965"/>
                  <a:pt x="14403" y="0"/>
                  <a:pt x="10700" y="0"/>
                </a:cubicBezTo>
                <a:cubicBezTo>
                  <a:pt x="6174" y="0"/>
                  <a:pt x="3088" y="4447"/>
                  <a:pt x="7408" y="12282"/>
                </a:cubicBezTo>
                <a:cubicBezTo>
                  <a:pt x="8848" y="15035"/>
                  <a:pt x="5763" y="15671"/>
                  <a:pt x="2883" y="16306"/>
                </a:cubicBezTo>
                <a:cubicBezTo>
                  <a:pt x="-203" y="16941"/>
                  <a:pt x="3" y="18635"/>
                  <a:pt x="3" y="21600"/>
                </a:cubicBezTo>
                <a:cubicBezTo>
                  <a:pt x="21191" y="21600"/>
                  <a:pt x="21191" y="21600"/>
                  <a:pt x="21191" y="21600"/>
                </a:cubicBezTo>
                <a:cubicBezTo>
                  <a:pt x="21191" y="18635"/>
                  <a:pt x="21397" y="16941"/>
                  <a:pt x="18517" y="16306"/>
                </a:cubicBezTo>
                <a:close/>
              </a:path>
            </a:pathLst>
          </a:custGeom>
          <a:solidFill>
            <a:schemeClr val="accent4">
              <a:lumOff val="58054"/>
            </a:schemeClr>
          </a:solidFill>
          <a:ln w="12700">
            <a:miter lim="400000"/>
          </a:ln>
        </p:spPr>
        <p:txBody>
          <a:bodyPr lIns="109727" tIns="109727" rIns="109727" bIns="109727"/>
          <a:lstStyle/>
          <a:p>
            <a:endParaRPr/>
          </a:p>
        </p:txBody>
      </p:sp>
      <p:sp>
        <p:nvSpPr>
          <p:cNvPr id="489" name="Shape"/>
          <p:cNvSpPr/>
          <p:nvPr/>
        </p:nvSpPr>
        <p:spPr>
          <a:xfrm>
            <a:off x="2589779" y="11398764"/>
            <a:ext cx="401890" cy="401891"/>
          </a:xfrm>
          <a:custGeom>
            <a:avLst/>
            <a:gdLst/>
            <a:ahLst/>
            <a:cxnLst>
              <a:cxn ang="0">
                <a:pos x="wd2" y="hd2"/>
              </a:cxn>
              <a:cxn ang="5400000">
                <a:pos x="wd2" y="hd2"/>
              </a:cxn>
              <a:cxn ang="10800000">
                <a:pos x="wd2" y="hd2"/>
              </a:cxn>
              <a:cxn ang="16200000">
                <a:pos x="wd2" y="hd2"/>
              </a:cxn>
            </a:cxnLst>
            <a:rect l="0" t="0" r="r" b="b"/>
            <a:pathLst>
              <a:path w="21600" h="21600" extrusionOk="0">
                <a:moveTo>
                  <a:pt x="9257" y="21600"/>
                </a:moveTo>
                <a:lnTo>
                  <a:pt x="0" y="21600"/>
                </a:lnTo>
                <a:lnTo>
                  <a:pt x="0" y="12343"/>
                </a:lnTo>
                <a:lnTo>
                  <a:pt x="9257" y="12343"/>
                </a:lnTo>
                <a:lnTo>
                  <a:pt x="9257" y="21600"/>
                </a:lnTo>
                <a:close/>
                <a:moveTo>
                  <a:pt x="9257" y="9257"/>
                </a:moveTo>
                <a:lnTo>
                  <a:pt x="0" y="9257"/>
                </a:lnTo>
                <a:lnTo>
                  <a:pt x="0" y="0"/>
                </a:lnTo>
                <a:lnTo>
                  <a:pt x="9257" y="0"/>
                </a:lnTo>
                <a:lnTo>
                  <a:pt x="9257" y="9257"/>
                </a:lnTo>
                <a:close/>
                <a:moveTo>
                  <a:pt x="12343" y="9257"/>
                </a:moveTo>
                <a:lnTo>
                  <a:pt x="21600" y="9257"/>
                </a:lnTo>
                <a:lnTo>
                  <a:pt x="21600" y="6171"/>
                </a:lnTo>
                <a:lnTo>
                  <a:pt x="12343" y="6171"/>
                </a:lnTo>
                <a:lnTo>
                  <a:pt x="12343" y="9257"/>
                </a:lnTo>
                <a:close/>
                <a:moveTo>
                  <a:pt x="12343" y="21600"/>
                </a:moveTo>
                <a:lnTo>
                  <a:pt x="21600" y="21600"/>
                </a:lnTo>
                <a:lnTo>
                  <a:pt x="21600" y="18514"/>
                </a:lnTo>
                <a:lnTo>
                  <a:pt x="12343" y="18514"/>
                </a:lnTo>
                <a:lnTo>
                  <a:pt x="12343" y="21600"/>
                </a:lnTo>
                <a:close/>
                <a:moveTo>
                  <a:pt x="12343" y="0"/>
                </a:moveTo>
                <a:lnTo>
                  <a:pt x="12343" y="3086"/>
                </a:lnTo>
                <a:lnTo>
                  <a:pt x="21600" y="3086"/>
                </a:lnTo>
                <a:lnTo>
                  <a:pt x="21600" y="0"/>
                </a:lnTo>
                <a:lnTo>
                  <a:pt x="12343" y="0"/>
                </a:lnTo>
                <a:close/>
                <a:moveTo>
                  <a:pt x="12343" y="15429"/>
                </a:moveTo>
                <a:lnTo>
                  <a:pt x="21600" y="15429"/>
                </a:lnTo>
                <a:lnTo>
                  <a:pt x="21600" y="12343"/>
                </a:lnTo>
                <a:lnTo>
                  <a:pt x="12343" y="12343"/>
                </a:lnTo>
                <a:lnTo>
                  <a:pt x="12343" y="15429"/>
                </a:lnTo>
                <a:close/>
              </a:path>
            </a:pathLst>
          </a:custGeom>
          <a:solidFill>
            <a:schemeClr val="accent4">
              <a:lumOff val="58054"/>
            </a:schemeClr>
          </a:solidFill>
          <a:ln w="12700">
            <a:miter lim="400000"/>
          </a:ln>
        </p:spPr>
        <p:txBody>
          <a:bodyPr lIns="109727" tIns="109727" rIns="109727" bIns="109727"/>
          <a:lstStyle/>
          <a:p>
            <a:endParaRPr/>
          </a:p>
        </p:txBody>
      </p:sp>
      <p:sp>
        <p:nvSpPr>
          <p:cNvPr id="490" name="Shape"/>
          <p:cNvSpPr/>
          <p:nvPr/>
        </p:nvSpPr>
        <p:spPr>
          <a:xfrm>
            <a:off x="3505662" y="5698983"/>
            <a:ext cx="401890" cy="355962"/>
          </a:xfrm>
          <a:custGeom>
            <a:avLst/>
            <a:gdLst/>
            <a:ahLst/>
            <a:cxnLst>
              <a:cxn ang="0">
                <a:pos x="wd2" y="hd2"/>
              </a:cxn>
              <a:cxn ang="5400000">
                <a:pos x="wd2" y="hd2"/>
              </a:cxn>
              <a:cxn ang="10800000">
                <a:pos x="wd2" y="hd2"/>
              </a:cxn>
              <a:cxn ang="16200000">
                <a:pos x="wd2" y="hd2"/>
              </a:cxn>
            </a:cxnLst>
            <a:rect l="0" t="0" r="r" b="b"/>
            <a:pathLst>
              <a:path w="21600" h="21600" extrusionOk="0">
                <a:moveTo>
                  <a:pt x="0" y="14557"/>
                </a:moveTo>
                <a:cubicBezTo>
                  <a:pt x="0" y="13383"/>
                  <a:pt x="839" y="12443"/>
                  <a:pt x="1887" y="12443"/>
                </a:cubicBezTo>
                <a:cubicBezTo>
                  <a:pt x="4404" y="12443"/>
                  <a:pt x="4404" y="12443"/>
                  <a:pt x="4404" y="12443"/>
                </a:cubicBezTo>
                <a:cubicBezTo>
                  <a:pt x="4404" y="21600"/>
                  <a:pt x="4404" y="21600"/>
                  <a:pt x="4404" y="21600"/>
                </a:cubicBezTo>
                <a:cubicBezTo>
                  <a:pt x="1887" y="21600"/>
                  <a:pt x="1887" y="21600"/>
                  <a:pt x="1887" y="21600"/>
                </a:cubicBezTo>
                <a:cubicBezTo>
                  <a:pt x="839" y="21600"/>
                  <a:pt x="0" y="20661"/>
                  <a:pt x="0" y="19487"/>
                </a:cubicBezTo>
                <a:lnTo>
                  <a:pt x="0" y="14557"/>
                </a:lnTo>
                <a:close/>
                <a:moveTo>
                  <a:pt x="21600" y="14557"/>
                </a:moveTo>
                <a:cubicBezTo>
                  <a:pt x="21600" y="13383"/>
                  <a:pt x="20761" y="12443"/>
                  <a:pt x="19713" y="12443"/>
                </a:cubicBezTo>
                <a:cubicBezTo>
                  <a:pt x="17196" y="12443"/>
                  <a:pt x="17196" y="12443"/>
                  <a:pt x="17196" y="12443"/>
                </a:cubicBezTo>
                <a:cubicBezTo>
                  <a:pt x="17196" y="21600"/>
                  <a:pt x="17196" y="21600"/>
                  <a:pt x="17196" y="21600"/>
                </a:cubicBezTo>
                <a:cubicBezTo>
                  <a:pt x="19713" y="21600"/>
                  <a:pt x="19713" y="21600"/>
                  <a:pt x="19713" y="21600"/>
                </a:cubicBezTo>
                <a:cubicBezTo>
                  <a:pt x="20761" y="21600"/>
                  <a:pt x="21600" y="20661"/>
                  <a:pt x="21600" y="19487"/>
                </a:cubicBezTo>
                <a:lnTo>
                  <a:pt x="21600" y="14557"/>
                </a:lnTo>
                <a:close/>
                <a:moveTo>
                  <a:pt x="1468" y="10800"/>
                </a:moveTo>
                <a:cubicBezTo>
                  <a:pt x="1678" y="4696"/>
                  <a:pt x="5452" y="0"/>
                  <a:pt x="10695" y="0"/>
                </a:cubicBezTo>
                <a:cubicBezTo>
                  <a:pt x="16148" y="0"/>
                  <a:pt x="19922" y="4696"/>
                  <a:pt x="20132" y="10800"/>
                </a:cubicBezTo>
                <a:cubicBezTo>
                  <a:pt x="18454" y="10800"/>
                  <a:pt x="18454" y="10800"/>
                  <a:pt x="18454" y="10800"/>
                </a:cubicBezTo>
                <a:cubicBezTo>
                  <a:pt x="18245" y="5870"/>
                  <a:pt x="14889" y="3052"/>
                  <a:pt x="10695" y="3052"/>
                </a:cubicBezTo>
                <a:cubicBezTo>
                  <a:pt x="6711" y="3052"/>
                  <a:pt x="3355" y="5870"/>
                  <a:pt x="2936" y="10800"/>
                </a:cubicBezTo>
                <a:lnTo>
                  <a:pt x="1468" y="10800"/>
                </a:lnTo>
                <a:close/>
              </a:path>
            </a:pathLst>
          </a:custGeom>
          <a:solidFill>
            <a:schemeClr val="accent4">
              <a:lumOff val="58054"/>
            </a:schemeClr>
          </a:solidFill>
          <a:ln w="12700">
            <a:miter lim="400000"/>
          </a:ln>
        </p:spPr>
        <p:txBody>
          <a:bodyPr lIns="109727" tIns="109727" rIns="109727" bIns="109727"/>
          <a:lstStyle/>
          <a:p>
            <a:endParaRPr/>
          </a:p>
        </p:txBody>
      </p:sp>
      <p:sp>
        <p:nvSpPr>
          <p:cNvPr id="491" name="Shape"/>
          <p:cNvSpPr/>
          <p:nvPr/>
        </p:nvSpPr>
        <p:spPr>
          <a:xfrm>
            <a:off x="3505662" y="6626199"/>
            <a:ext cx="401890" cy="390407"/>
          </a:xfrm>
          <a:custGeom>
            <a:avLst/>
            <a:gdLst/>
            <a:ahLst/>
            <a:cxnLst>
              <a:cxn ang="0">
                <a:pos x="wd2" y="hd2"/>
              </a:cxn>
              <a:cxn ang="5400000">
                <a:pos x="wd2" y="hd2"/>
              </a:cxn>
              <a:cxn ang="10800000">
                <a:pos x="wd2" y="hd2"/>
              </a:cxn>
              <a:cxn ang="16200000">
                <a:pos x="wd2" y="hd2"/>
              </a:cxn>
            </a:cxnLst>
            <a:rect l="0" t="0" r="r" b="b"/>
            <a:pathLst>
              <a:path w="21600" h="21600" extrusionOk="0">
                <a:moveTo>
                  <a:pt x="10695" y="0"/>
                </a:moveTo>
                <a:cubicBezTo>
                  <a:pt x="16777" y="0"/>
                  <a:pt x="21600" y="4823"/>
                  <a:pt x="21600" y="10905"/>
                </a:cubicBezTo>
                <a:cubicBezTo>
                  <a:pt x="21600" y="16777"/>
                  <a:pt x="16777" y="21600"/>
                  <a:pt x="10695" y="21600"/>
                </a:cubicBezTo>
                <a:cubicBezTo>
                  <a:pt x="4823" y="21600"/>
                  <a:pt x="0" y="16777"/>
                  <a:pt x="0" y="10905"/>
                </a:cubicBezTo>
                <a:cubicBezTo>
                  <a:pt x="0" y="4823"/>
                  <a:pt x="4823" y="0"/>
                  <a:pt x="10695" y="0"/>
                </a:cubicBezTo>
                <a:close/>
                <a:moveTo>
                  <a:pt x="10695" y="2097"/>
                </a:moveTo>
                <a:cubicBezTo>
                  <a:pt x="5872" y="2097"/>
                  <a:pt x="2097" y="6082"/>
                  <a:pt x="2097" y="10905"/>
                </a:cubicBezTo>
                <a:cubicBezTo>
                  <a:pt x="2097" y="15728"/>
                  <a:pt x="5872" y="19503"/>
                  <a:pt x="10695" y="19503"/>
                </a:cubicBezTo>
                <a:cubicBezTo>
                  <a:pt x="15518" y="19503"/>
                  <a:pt x="19503" y="15728"/>
                  <a:pt x="19503" y="10905"/>
                </a:cubicBezTo>
                <a:cubicBezTo>
                  <a:pt x="19503" y="6082"/>
                  <a:pt x="15518" y="2097"/>
                  <a:pt x="10695" y="2097"/>
                </a:cubicBezTo>
                <a:close/>
                <a:moveTo>
                  <a:pt x="4404" y="10905"/>
                </a:moveTo>
                <a:cubicBezTo>
                  <a:pt x="10485" y="6711"/>
                  <a:pt x="10485" y="6711"/>
                  <a:pt x="10485" y="6711"/>
                </a:cubicBezTo>
                <a:cubicBezTo>
                  <a:pt x="10485" y="8598"/>
                  <a:pt x="10485" y="8598"/>
                  <a:pt x="10485" y="8598"/>
                </a:cubicBezTo>
                <a:cubicBezTo>
                  <a:pt x="8808" y="9647"/>
                  <a:pt x="7130" y="10905"/>
                  <a:pt x="7130" y="10905"/>
                </a:cubicBezTo>
                <a:cubicBezTo>
                  <a:pt x="7130" y="10905"/>
                  <a:pt x="8808" y="11953"/>
                  <a:pt x="10485" y="13212"/>
                </a:cubicBezTo>
                <a:cubicBezTo>
                  <a:pt x="10485" y="15099"/>
                  <a:pt x="10485" y="15099"/>
                  <a:pt x="10485" y="15099"/>
                </a:cubicBezTo>
                <a:cubicBezTo>
                  <a:pt x="4404" y="10905"/>
                  <a:pt x="4404" y="10905"/>
                  <a:pt x="4404" y="10905"/>
                </a:cubicBezTo>
                <a:close/>
                <a:moveTo>
                  <a:pt x="9227" y="10905"/>
                </a:moveTo>
                <a:cubicBezTo>
                  <a:pt x="15309" y="6711"/>
                  <a:pt x="15309" y="6711"/>
                  <a:pt x="15309" y="6711"/>
                </a:cubicBezTo>
                <a:cubicBezTo>
                  <a:pt x="15309" y="15099"/>
                  <a:pt x="15309" y="15099"/>
                  <a:pt x="15309" y="15099"/>
                </a:cubicBezTo>
                <a:lnTo>
                  <a:pt x="9227" y="10905"/>
                </a:lnTo>
                <a:close/>
              </a:path>
            </a:pathLst>
          </a:custGeom>
          <a:solidFill>
            <a:schemeClr val="accent4">
              <a:lumOff val="58054"/>
            </a:schemeClr>
          </a:solidFill>
          <a:ln w="12700">
            <a:miter lim="400000"/>
          </a:ln>
        </p:spPr>
        <p:txBody>
          <a:bodyPr lIns="109727" tIns="109727" rIns="109727" bIns="109727"/>
          <a:lstStyle/>
          <a:p>
            <a:endParaRPr/>
          </a:p>
        </p:txBody>
      </p:sp>
      <p:sp>
        <p:nvSpPr>
          <p:cNvPr id="492" name="Shape"/>
          <p:cNvSpPr/>
          <p:nvPr/>
        </p:nvSpPr>
        <p:spPr>
          <a:xfrm>
            <a:off x="3574554" y="7563910"/>
            <a:ext cx="264102" cy="390407"/>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3218" y="16777"/>
                  <a:pt x="13218" y="16777"/>
                  <a:pt x="13218" y="16777"/>
                </a:cubicBezTo>
                <a:cubicBezTo>
                  <a:pt x="5158" y="21600"/>
                  <a:pt x="5158" y="21600"/>
                  <a:pt x="5158" y="21600"/>
                </a:cubicBezTo>
                <a:cubicBezTo>
                  <a:pt x="5158" y="21600"/>
                  <a:pt x="5158" y="8598"/>
                  <a:pt x="5158" y="5662"/>
                </a:cubicBezTo>
                <a:cubicBezTo>
                  <a:pt x="5158" y="2517"/>
                  <a:pt x="3546" y="839"/>
                  <a:pt x="0" y="0"/>
                </a:cubicBezTo>
                <a:cubicBezTo>
                  <a:pt x="1290" y="0"/>
                  <a:pt x="9994" y="0"/>
                  <a:pt x="12573" y="0"/>
                </a:cubicBezTo>
                <a:cubicBezTo>
                  <a:pt x="18376" y="0"/>
                  <a:pt x="21600" y="2307"/>
                  <a:pt x="21600" y="5452"/>
                </a:cubicBezTo>
                <a:cubicBezTo>
                  <a:pt x="21600" y="7130"/>
                  <a:pt x="21600" y="21600"/>
                  <a:pt x="21600" y="21600"/>
                </a:cubicBezTo>
                <a:close/>
              </a:path>
            </a:pathLst>
          </a:custGeom>
          <a:solidFill>
            <a:schemeClr val="accent4">
              <a:lumOff val="58054"/>
            </a:schemeClr>
          </a:solidFill>
          <a:ln w="12700">
            <a:miter lim="400000"/>
          </a:ln>
        </p:spPr>
        <p:txBody>
          <a:bodyPr lIns="109727" tIns="109727" rIns="109727" bIns="109727"/>
          <a:lstStyle/>
          <a:p>
            <a:endParaRPr/>
          </a:p>
        </p:txBody>
      </p:sp>
      <p:sp>
        <p:nvSpPr>
          <p:cNvPr id="493" name="Shape"/>
          <p:cNvSpPr/>
          <p:nvPr/>
        </p:nvSpPr>
        <p:spPr>
          <a:xfrm>
            <a:off x="3528625" y="8498897"/>
            <a:ext cx="355962" cy="401891"/>
          </a:xfrm>
          <a:custGeom>
            <a:avLst/>
            <a:gdLst/>
            <a:ahLst/>
            <a:cxnLst>
              <a:cxn ang="0">
                <a:pos x="wd2" y="hd2"/>
              </a:cxn>
              <a:cxn ang="5400000">
                <a:pos x="wd2" y="hd2"/>
              </a:cxn>
              <a:cxn ang="10800000">
                <a:pos x="wd2" y="hd2"/>
              </a:cxn>
              <a:cxn ang="16200000">
                <a:pos x="wd2" y="hd2"/>
              </a:cxn>
            </a:cxnLst>
            <a:rect l="0" t="0" r="r" b="b"/>
            <a:pathLst>
              <a:path w="21600" h="21600" extrusionOk="0">
                <a:moveTo>
                  <a:pt x="15329" y="16663"/>
                </a:moveTo>
                <a:lnTo>
                  <a:pt x="15329" y="14811"/>
                </a:lnTo>
                <a:lnTo>
                  <a:pt x="15329" y="16663"/>
                </a:lnTo>
                <a:close/>
                <a:moveTo>
                  <a:pt x="16026" y="16046"/>
                </a:moveTo>
                <a:lnTo>
                  <a:pt x="16026" y="14194"/>
                </a:lnTo>
                <a:lnTo>
                  <a:pt x="16026" y="16046"/>
                </a:lnTo>
                <a:close/>
                <a:moveTo>
                  <a:pt x="17419" y="15429"/>
                </a:moveTo>
                <a:lnTo>
                  <a:pt x="17419" y="13577"/>
                </a:lnTo>
                <a:lnTo>
                  <a:pt x="17419" y="15429"/>
                </a:lnTo>
                <a:close/>
                <a:moveTo>
                  <a:pt x="16723" y="15429"/>
                </a:moveTo>
                <a:lnTo>
                  <a:pt x="16723" y="16046"/>
                </a:lnTo>
                <a:lnTo>
                  <a:pt x="16723" y="15429"/>
                </a:lnTo>
                <a:close/>
                <a:moveTo>
                  <a:pt x="18116" y="14811"/>
                </a:moveTo>
                <a:lnTo>
                  <a:pt x="18116" y="13577"/>
                </a:lnTo>
                <a:lnTo>
                  <a:pt x="18116" y="14811"/>
                </a:lnTo>
                <a:close/>
                <a:moveTo>
                  <a:pt x="14632" y="16663"/>
                </a:moveTo>
                <a:lnTo>
                  <a:pt x="14632" y="15429"/>
                </a:lnTo>
                <a:lnTo>
                  <a:pt x="14632" y="16663"/>
                </a:lnTo>
                <a:close/>
                <a:moveTo>
                  <a:pt x="20206" y="15429"/>
                </a:moveTo>
                <a:lnTo>
                  <a:pt x="12542" y="19131"/>
                </a:lnTo>
                <a:lnTo>
                  <a:pt x="12542" y="11726"/>
                </a:lnTo>
                <a:lnTo>
                  <a:pt x="20206" y="8023"/>
                </a:lnTo>
                <a:lnTo>
                  <a:pt x="20206" y="15429"/>
                </a:lnTo>
                <a:close/>
                <a:moveTo>
                  <a:pt x="11845" y="10491"/>
                </a:moveTo>
                <a:lnTo>
                  <a:pt x="2787" y="5554"/>
                </a:lnTo>
                <a:lnTo>
                  <a:pt x="5574" y="4320"/>
                </a:lnTo>
                <a:lnTo>
                  <a:pt x="14632" y="8640"/>
                </a:lnTo>
                <a:lnTo>
                  <a:pt x="11845" y="10491"/>
                </a:lnTo>
                <a:close/>
                <a:moveTo>
                  <a:pt x="11148" y="19131"/>
                </a:moveTo>
                <a:lnTo>
                  <a:pt x="2090" y="14194"/>
                </a:lnTo>
                <a:lnTo>
                  <a:pt x="2090" y="6789"/>
                </a:lnTo>
                <a:lnTo>
                  <a:pt x="11148" y="11726"/>
                </a:lnTo>
                <a:lnTo>
                  <a:pt x="11148" y="19131"/>
                </a:lnTo>
                <a:close/>
                <a:moveTo>
                  <a:pt x="19510" y="6789"/>
                </a:moveTo>
                <a:lnTo>
                  <a:pt x="16026" y="8023"/>
                </a:lnTo>
                <a:lnTo>
                  <a:pt x="6968" y="3086"/>
                </a:lnTo>
                <a:lnTo>
                  <a:pt x="9755" y="1851"/>
                </a:lnTo>
                <a:lnTo>
                  <a:pt x="19510" y="6789"/>
                </a:lnTo>
                <a:close/>
                <a:moveTo>
                  <a:pt x="9755" y="0"/>
                </a:moveTo>
                <a:lnTo>
                  <a:pt x="0" y="4937"/>
                </a:lnTo>
                <a:lnTo>
                  <a:pt x="0" y="15429"/>
                </a:lnTo>
                <a:lnTo>
                  <a:pt x="11845" y="21600"/>
                </a:lnTo>
                <a:lnTo>
                  <a:pt x="21600" y="16663"/>
                </a:lnTo>
                <a:lnTo>
                  <a:pt x="21600" y="6171"/>
                </a:lnTo>
                <a:lnTo>
                  <a:pt x="9755" y="0"/>
                </a:lnTo>
                <a:close/>
              </a:path>
            </a:pathLst>
          </a:custGeom>
          <a:solidFill>
            <a:schemeClr val="accent4">
              <a:lumOff val="58054"/>
            </a:schemeClr>
          </a:solidFill>
          <a:ln w="12700">
            <a:miter lim="400000"/>
          </a:ln>
        </p:spPr>
        <p:txBody>
          <a:bodyPr lIns="109727" tIns="109727" rIns="109727" bIns="109727"/>
          <a:lstStyle/>
          <a:p>
            <a:endParaRPr/>
          </a:p>
        </p:txBody>
      </p:sp>
      <p:sp>
        <p:nvSpPr>
          <p:cNvPr id="494" name="Shape"/>
          <p:cNvSpPr/>
          <p:nvPr/>
        </p:nvSpPr>
        <p:spPr>
          <a:xfrm>
            <a:off x="3505662" y="10450637"/>
            <a:ext cx="401890" cy="332994"/>
          </a:xfrm>
          <a:custGeom>
            <a:avLst/>
            <a:gdLst/>
            <a:ahLst/>
            <a:cxnLst>
              <a:cxn ang="0">
                <a:pos x="wd2" y="hd2"/>
              </a:cxn>
              <a:cxn ang="5400000">
                <a:pos x="wd2" y="hd2"/>
              </a:cxn>
              <a:cxn ang="10800000">
                <a:pos x="wd2" y="hd2"/>
              </a:cxn>
              <a:cxn ang="16200000">
                <a:pos x="wd2" y="hd2"/>
              </a:cxn>
            </a:cxnLst>
            <a:rect l="0" t="0" r="r" b="b"/>
            <a:pathLst>
              <a:path w="21600" h="21600" extrusionOk="0">
                <a:moveTo>
                  <a:pt x="21600" y="1543"/>
                </a:moveTo>
                <a:cubicBezTo>
                  <a:pt x="21600" y="1543"/>
                  <a:pt x="20551" y="2571"/>
                  <a:pt x="19293" y="2571"/>
                </a:cubicBezTo>
                <a:cubicBezTo>
                  <a:pt x="16986" y="2571"/>
                  <a:pt x="16986" y="257"/>
                  <a:pt x="14470" y="257"/>
                </a:cubicBezTo>
                <a:cubicBezTo>
                  <a:pt x="13212" y="257"/>
                  <a:pt x="11953" y="1029"/>
                  <a:pt x="11324" y="1543"/>
                </a:cubicBezTo>
                <a:cubicBezTo>
                  <a:pt x="11324" y="2057"/>
                  <a:pt x="11324" y="11057"/>
                  <a:pt x="11324" y="11057"/>
                </a:cubicBezTo>
                <a:cubicBezTo>
                  <a:pt x="12163" y="10286"/>
                  <a:pt x="13212" y="9771"/>
                  <a:pt x="14470" y="9771"/>
                </a:cubicBezTo>
                <a:cubicBezTo>
                  <a:pt x="16986" y="9771"/>
                  <a:pt x="17196" y="11829"/>
                  <a:pt x="19293" y="11829"/>
                </a:cubicBezTo>
                <a:cubicBezTo>
                  <a:pt x="20551" y="11829"/>
                  <a:pt x="21600" y="10800"/>
                  <a:pt x="21600" y="10800"/>
                </a:cubicBezTo>
                <a:lnTo>
                  <a:pt x="21600" y="1543"/>
                </a:lnTo>
                <a:close/>
                <a:moveTo>
                  <a:pt x="10276" y="18257"/>
                </a:moveTo>
                <a:cubicBezTo>
                  <a:pt x="8808" y="18257"/>
                  <a:pt x="8808" y="18257"/>
                  <a:pt x="8808" y="18257"/>
                </a:cubicBezTo>
                <a:cubicBezTo>
                  <a:pt x="8808" y="0"/>
                  <a:pt x="8808" y="0"/>
                  <a:pt x="8808" y="0"/>
                </a:cubicBezTo>
                <a:cubicBezTo>
                  <a:pt x="10276" y="0"/>
                  <a:pt x="10276" y="0"/>
                  <a:pt x="10276" y="0"/>
                </a:cubicBezTo>
                <a:lnTo>
                  <a:pt x="10276" y="18257"/>
                </a:lnTo>
                <a:close/>
                <a:moveTo>
                  <a:pt x="13421" y="18257"/>
                </a:moveTo>
                <a:cubicBezTo>
                  <a:pt x="15728" y="18257"/>
                  <a:pt x="15728" y="18257"/>
                  <a:pt x="15728" y="18257"/>
                </a:cubicBezTo>
                <a:cubicBezTo>
                  <a:pt x="16357" y="20057"/>
                  <a:pt x="16357" y="20057"/>
                  <a:pt x="16357" y="20057"/>
                </a:cubicBezTo>
                <a:cubicBezTo>
                  <a:pt x="14050" y="20057"/>
                  <a:pt x="14050" y="20057"/>
                  <a:pt x="14050" y="20057"/>
                </a:cubicBezTo>
                <a:lnTo>
                  <a:pt x="13421" y="18257"/>
                </a:lnTo>
                <a:close/>
                <a:moveTo>
                  <a:pt x="5033" y="20057"/>
                </a:moveTo>
                <a:cubicBezTo>
                  <a:pt x="2097" y="20057"/>
                  <a:pt x="2097" y="20057"/>
                  <a:pt x="2097" y="20057"/>
                </a:cubicBezTo>
                <a:cubicBezTo>
                  <a:pt x="3775" y="16200"/>
                  <a:pt x="3775" y="16200"/>
                  <a:pt x="3775" y="16200"/>
                </a:cubicBezTo>
                <a:cubicBezTo>
                  <a:pt x="4404" y="18257"/>
                  <a:pt x="4404" y="18257"/>
                  <a:pt x="4404" y="18257"/>
                </a:cubicBezTo>
                <a:cubicBezTo>
                  <a:pt x="5662" y="18257"/>
                  <a:pt x="5662" y="18257"/>
                  <a:pt x="5662" y="18257"/>
                </a:cubicBezTo>
                <a:lnTo>
                  <a:pt x="5033" y="20057"/>
                </a:lnTo>
                <a:close/>
                <a:moveTo>
                  <a:pt x="15518" y="14143"/>
                </a:moveTo>
                <a:cubicBezTo>
                  <a:pt x="11534" y="14143"/>
                  <a:pt x="11534" y="14143"/>
                  <a:pt x="11534" y="14143"/>
                </a:cubicBezTo>
                <a:cubicBezTo>
                  <a:pt x="11534" y="15943"/>
                  <a:pt x="11534" y="15943"/>
                  <a:pt x="11534" y="15943"/>
                </a:cubicBezTo>
                <a:cubicBezTo>
                  <a:pt x="14680" y="15943"/>
                  <a:pt x="14680" y="15943"/>
                  <a:pt x="14680" y="15943"/>
                </a:cubicBezTo>
                <a:cubicBezTo>
                  <a:pt x="15309" y="17229"/>
                  <a:pt x="15309" y="17229"/>
                  <a:pt x="15309" y="17229"/>
                </a:cubicBezTo>
                <a:cubicBezTo>
                  <a:pt x="11534" y="17229"/>
                  <a:pt x="11534" y="17229"/>
                  <a:pt x="11534" y="17229"/>
                </a:cubicBezTo>
                <a:cubicBezTo>
                  <a:pt x="11534" y="18257"/>
                  <a:pt x="11534" y="18257"/>
                  <a:pt x="11534" y="18257"/>
                </a:cubicBezTo>
                <a:cubicBezTo>
                  <a:pt x="12583" y="18257"/>
                  <a:pt x="12583" y="18257"/>
                  <a:pt x="12583" y="18257"/>
                </a:cubicBezTo>
                <a:cubicBezTo>
                  <a:pt x="13212" y="20057"/>
                  <a:pt x="13212" y="20057"/>
                  <a:pt x="13212" y="20057"/>
                </a:cubicBezTo>
                <a:cubicBezTo>
                  <a:pt x="5872" y="20057"/>
                  <a:pt x="5872" y="20057"/>
                  <a:pt x="5872" y="20057"/>
                </a:cubicBezTo>
                <a:cubicBezTo>
                  <a:pt x="6501" y="18257"/>
                  <a:pt x="6501" y="18257"/>
                  <a:pt x="6501" y="18257"/>
                </a:cubicBezTo>
                <a:cubicBezTo>
                  <a:pt x="7550" y="18257"/>
                  <a:pt x="7550" y="18257"/>
                  <a:pt x="7550" y="18257"/>
                </a:cubicBezTo>
                <a:cubicBezTo>
                  <a:pt x="7550" y="17229"/>
                  <a:pt x="7550" y="17229"/>
                  <a:pt x="7550" y="17229"/>
                </a:cubicBezTo>
                <a:cubicBezTo>
                  <a:pt x="4823" y="17229"/>
                  <a:pt x="4823" y="17229"/>
                  <a:pt x="4823" y="17229"/>
                </a:cubicBezTo>
                <a:cubicBezTo>
                  <a:pt x="4194" y="15943"/>
                  <a:pt x="4194" y="15943"/>
                  <a:pt x="4194" y="15943"/>
                </a:cubicBezTo>
                <a:cubicBezTo>
                  <a:pt x="7550" y="15943"/>
                  <a:pt x="7550" y="15943"/>
                  <a:pt x="7550" y="15943"/>
                </a:cubicBezTo>
                <a:cubicBezTo>
                  <a:pt x="7550" y="14143"/>
                  <a:pt x="7550" y="14143"/>
                  <a:pt x="7550" y="14143"/>
                </a:cubicBezTo>
                <a:cubicBezTo>
                  <a:pt x="2936" y="14143"/>
                  <a:pt x="2936" y="14143"/>
                  <a:pt x="2936" y="14143"/>
                </a:cubicBezTo>
                <a:cubicBezTo>
                  <a:pt x="0" y="21600"/>
                  <a:pt x="0" y="21600"/>
                  <a:pt x="0" y="21600"/>
                </a:cubicBezTo>
                <a:cubicBezTo>
                  <a:pt x="18664" y="21600"/>
                  <a:pt x="18664" y="21600"/>
                  <a:pt x="18664" y="21600"/>
                </a:cubicBezTo>
                <a:lnTo>
                  <a:pt x="15518" y="14143"/>
                </a:lnTo>
                <a:close/>
              </a:path>
            </a:pathLst>
          </a:custGeom>
          <a:solidFill>
            <a:schemeClr val="accent4">
              <a:lumOff val="58054"/>
            </a:schemeClr>
          </a:solidFill>
          <a:ln w="12700">
            <a:miter lim="400000"/>
          </a:ln>
        </p:spPr>
        <p:txBody>
          <a:bodyPr lIns="109727" tIns="109727" rIns="109727" bIns="109727"/>
          <a:lstStyle/>
          <a:p>
            <a:endParaRPr/>
          </a:p>
        </p:txBody>
      </p:sp>
      <p:sp>
        <p:nvSpPr>
          <p:cNvPr id="495" name="Shape"/>
          <p:cNvSpPr/>
          <p:nvPr/>
        </p:nvSpPr>
        <p:spPr>
          <a:xfrm>
            <a:off x="6534011" y="10421933"/>
            <a:ext cx="321510" cy="390407"/>
          </a:xfrm>
          <a:custGeom>
            <a:avLst/>
            <a:gdLst/>
            <a:ahLst/>
            <a:cxnLst>
              <a:cxn ang="0">
                <a:pos x="wd2" y="hd2"/>
              </a:cxn>
              <a:cxn ang="5400000">
                <a:pos x="wd2" y="hd2"/>
              </a:cxn>
              <a:cxn ang="10800000">
                <a:pos x="wd2" y="hd2"/>
              </a:cxn>
              <a:cxn ang="16200000">
                <a:pos x="wd2" y="hd2"/>
              </a:cxn>
            </a:cxnLst>
            <a:rect l="0" t="0" r="r" b="b"/>
            <a:pathLst>
              <a:path w="21600" h="21600" extrusionOk="0">
                <a:moveTo>
                  <a:pt x="18998" y="6920"/>
                </a:moveTo>
                <a:cubicBezTo>
                  <a:pt x="16916" y="7550"/>
                  <a:pt x="13793" y="7969"/>
                  <a:pt x="10670" y="7969"/>
                </a:cubicBezTo>
                <a:cubicBezTo>
                  <a:pt x="7547" y="7969"/>
                  <a:pt x="4684" y="7550"/>
                  <a:pt x="2342" y="6920"/>
                </a:cubicBezTo>
                <a:cubicBezTo>
                  <a:pt x="1561" y="6501"/>
                  <a:pt x="520" y="6291"/>
                  <a:pt x="0" y="5872"/>
                </a:cubicBezTo>
                <a:cubicBezTo>
                  <a:pt x="0" y="8179"/>
                  <a:pt x="0" y="8179"/>
                  <a:pt x="0" y="8179"/>
                </a:cubicBezTo>
                <a:cubicBezTo>
                  <a:pt x="0" y="10066"/>
                  <a:pt x="4684" y="11324"/>
                  <a:pt x="10670" y="11324"/>
                </a:cubicBezTo>
                <a:cubicBezTo>
                  <a:pt x="16655" y="11324"/>
                  <a:pt x="21600" y="10066"/>
                  <a:pt x="21600" y="8179"/>
                </a:cubicBezTo>
                <a:cubicBezTo>
                  <a:pt x="21600" y="5872"/>
                  <a:pt x="21600" y="5872"/>
                  <a:pt x="21600" y="5872"/>
                </a:cubicBezTo>
                <a:cubicBezTo>
                  <a:pt x="20819" y="6291"/>
                  <a:pt x="20039" y="6501"/>
                  <a:pt x="18998" y="6920"/>
                </a:cubicBezTo>
                <a:close/>
                <a:moveTo>
                  <a:pt x="10670" y="0"/>
                </a:moveTo>
                <a:cubicBezTo>
                  <a:pt x="4684" y="0"/>
                  <a:pt x="0" y="1468"/>
                  <a:pt x="0" y="3146"/>
                </a:cubicBezTo>
                <a:cubicBezTo>
                  <a:pt x="0" y="4823"/>
                  <a:pt x="4684" y="6291"/>
                  <a:pt x="10670" y="6291"/>
                </a:cubicBezTo>
                <a:cubicBezTo>
                  <a:pt x="16655" y="6291"/>
                  <a:pt x="21600" y="4823"/>
                  <a:pt x="21600" y="3146"/>
                </a:cubicBezTo>
                <a:cubicBezTo>
                  <a:pt x="21600" y="1468"/>
                  <a:pt x="16655" y="0"/>
                  <a:pt x="10670" y="0"/>
                </a:cubicBezTo>
                <a:close/>
                <a:moveTo>
                  <a:pt x="18998" y="11953"/>
                </a:moveTo>
                <a:cubicBezTo>
                  <a:pt x="16916" y="12583"/>
                  <a:pt x="13793" y="13002"/>
                  <a:pt x="10670" y="13002"/>
                </a:cubicBezTo>
                <a:cubicBezTo>
                  <a:pt x="7547" y="13002"/>
                  <a:pt x="4684" y="12583"/>
                  <a:pt x="2342" y="11953"/>
                </a:cubicBezTo>
                <a:cubicBezTo>
                  <a:pt x="1561" y="11744"/>
                  <a:pt x="520" y="11324"/>
                  <a:pt x="0" y="10905"/>
                </a:cubicBezTo>
                <a:cubicBezTo>
                  <a:pt x="0" y="13421"/>
                  <a:pt x="0" y="13421"/>
                  <a:pt x="0" y="13421"/>
                </a:cubicBezTo>
                <a:cubicBezTo>
                  <a:pt x="0" y="15099"/>
                  <a:pt x="4684" y="16567"/>
                  <a:pt x="10670" y="16567"/>
                </a:cubicBezTo>
                <a:cubicBezTo>
                  <a:pt x="16655" y="16567"/>
                  <a:pt x="21600" y="15099"/>
                  <a:pt x="21600" y="13421"/>
                </a:cubicBezTo>
                <a:cubicBezTo>
                  <a:pt x="21600" y="10905"/>
                  <a:pt x="21600" y="10905"/>
                  <a:pt x="21600" y="10905"/>
                </a:cubicBezTo>
                <a:cubicBezTo>
                  <a:pt x="20819" y="11324"/>
                  <a:pt x="20039" y="11744"/>
                  <a:pt x="18998" y="11953"/>
                </a:cubicBezTo>
                <a:close/>
                <a:moveTo>
                  <a:pt x="21600" y="15938"/>
                </a:moveTo>
                <a:cubicBezTo>
                  <a:pt x="21600" y="18454"/>
                  <a:pt x="21600" y="18454"/>
                  <a:pt x="21600" y="18454"/>
                </a:cubicBezTo>
                <a:cubicBezTo>
                  <a:pt x="21600" y="20132"/>
                  <a:pt x="16655" y="21600"/>
                  <a:pt x="10670" y="21600"/>
                </a:cubicBezTo>
                <a:cubicBezTo>
                  <a:pt x="4684" y="21600"/>
                  <a:pt x="0" y="20132"/>
                  <a:pt x="0" y="18454"/>
                </a:cubicBezTo>
                <a:cubicBezTo>
                  <a:pt x="0" y="15938"/>
                  <a:pt x="0" y="15938"/>
                  <a:pt x="0" y="15938"/>
                </a:cubicBezTo>
                <a:cubicBezTo>
                  <a:pt x="520" y="16357"/>
                  <a:pt x="1561" y="16777"/>
                  <a:pt x="2342" y="16986"/>
                </a:cubicBezTo>
                <a:cubicBezTo>
                  <a:pt x="4684" y="17616"/>
                  <a:pt x="7547" y="18035"/>
                  <a:pt x="10670" y="18035"/>
                </a:cubicBezTo>
                <a:cubicBezTo>
                  <a:pt x="13793" y="18035"/>
                  <a:pt x="16916" y="17616"/>
                  <a:pt x="18998" y="16986"/>
                </a:cubicBezTo>
                <a:cubicBezTo>
                  <a:pt x="20039" y="16777"/>
                  <a:pt x="20819" y="16357"/>
                  <a:pt x="21600" y="15938"/>
                </a:cubicBezTo>
                <a:close/>
              </a:path>
            </a:pathLst>
          </a:custGeom>
          <a:solidFill>
            <a:schemeClr val="accent4">
              <a:lumOff val="58054"/>
            </a:schemeClr>
          </a:solidFill>
          <a:ln w="12700">
            <a:miter lim="400000"/>
          </a:ln>
        </p:spPr>
        <p:txBody>
          <a:bodyPr lIns="109727" tIns="109727" rIns="109727" bIns="109727"/>
          <a:lstStyle/>
          <a:p>
            <a:endParaRPr/>
          </a:p>
        </p:txBody>
      </p:sp>
      <p:sp>
        <p:nvSpPr>
          <p:cNvPr id="496" name="Shape"/>
          <p:cNvSpPr/>
          <p:nvPr/>
        </p:nvSpPr>
        <p:spPr>
          <a:xfrm>
            <a:off x="3505662" y="11398764"/>
            <a:ext cx="401890" cy="401891"/>
          </a:xfrm>
          <a:custGeom>
            <a:avLst/>
            <a:gdLst/>
            <a:ahLst/>
            <a:cxnLst>
              <a:cxn ang="0">
                <a:pos x="wd2" y="hd2"/>
              </a:cxn>
              <a:cxn ang="5400000">
                <a:pos x="wd2" y="hd2"/>
              </a:cxn>
              <a:cxn ang="10800000">
                <a:pos x="wd2" y="hd2"/>
              </a:cxn>
              <a:cxn ang="16200000">
                <a:pos x="wd2" y="hd2"/>
              </a:cxn>
            </a:cxnLst>
            <a:rect l="0" t="0" r="r" b="b"/>
            <a:pathLst>
              <a:path w="21600" h="21600" extrusionOk="0">
                <a:moveTo>
                  <a:pt x="6920" y="13002"/>
                </a:moveTo>
                <a:cubicBezTo>
                  <a:pt x="6711" y="13212"/>
                  <a:pt x="6291" y="13212"/>
                  <a:pt x="5872" y="13212"/>
                </a:cubicBezTo>
                <a:cubicBezTo>
                  <a:pt x="5452" y="14260"/>
                  <a:pt x="5452" y="14260"/>
                  <a:pt x="5452" y="14260"/>
                </a:cubicBezTo>
                <a:cubicBezTo>
                  <a:pt x="6082" y="14470"/>
                  <a:pt x="6711" y="14260"/>
                  <a:pt x="7550" y="14050"/>
                </a:cubicBezTo>
                <a:lnTo>
                  <a:pt x="6920" y="13002"/>
                </a:lnTo>
                <a:close/>
                <a:moveTo>
                  <a:pt x="5033" y="13212"/>
                </a:moveTo>
                <a:cubicBezTo>
                  <a:pt x="4614" y="13002"/>
                  <a:pt x="4404" y="12792"/>
                  <a:pt x="3984" y="12373"/>
                </a:cubicBezTo>
                <a:cubicBezTo>
                  <a:pt x="3355" y="13212"/>
                  <a:pt x="3355" y="13212"/>
                  <a:pt x="3355" y="13212"/>
                </a:cubicBezTo>
                <a:cubicBezTo>
                  <a:pt x="3775" y="13631"/>
                  <a:pt x="4194" y="13841"/>
                  <a:pt x="4614" y="14050"/>
                </a:cubicBezTo>
                <a:lnTo>
                  <a:pt x="5033" y="13212"/>
                </a:lnTo>
                <a:close/>
                <a:moveTo>
                  <a:pt x="8179" y="13631"/>
                </a:moveTo>
                <a:cubicBezTo>
                  <a:pt x="8598" y="13421"/>
                  <a:pt x="9227" y="13002"/>
                  <a:pt x="9647" y="12583"/>
                </a:cubicBezTo>
                <a:cubicBezTo>
                  <a:pt x="9017" y="11744"/>
                  <a:pt x="9017" y="11744"/>
                  <a:pt x="9017" y="11744"/>
                </a:cubicBezTo>
                <a:cubicBezTo>
                  <a:pt x="8598" y="11953"/>
                  <a:pt x="8179" y="12373"/>
                  <a:pt x="7759" y="12792"/>
                </a:cubicBezTo>
                <a:cubicBezTo>
                  <a:pt x="8179" y="13631"/>
                  <a:pt x="8179" y="13631"/>
                  <a:pt x="8179" y="13631"/>
                </a:cubicBezTo>
                <a:close/>
                <a:moveTo>
                  <a:pt x="16777" y="0"/>
                </a:moveTo>
                <a:cubicBezTo>
                  <a:pt x="21600" y="4614"/>
                  <a:pt x="21600" y="4614"/>
                  <a:pt x="21600" y="4614"/>
                </a:cubicBezTo>
                <a:cubicBezTo>
                  <a:pt x="21600" y="0"/>
                  <a:pt x="21600" y="0"/>
                  <a:pt x="21600" y="0"/>
                </a:cubicBezTo>
                <a:lnTo>
                  <a:pt x="16777" y="0"/>
                </a:lnTo>
                <a:close/>
                <a:moveTo>
                  <a:pt x="16357" y="1678"/>
                </a:moveTo>
                <a:cubicBezTo>
                  <a:pt x="8388" y="9647"/>
                  <a:pt x="8388" y="9647"/>
                  <a:pt x="8388" y="9647"/>
                </a:cubicBezTo>
                <a:cubicBezTo>
                  <a:pt x="11744" y="13002"/>
                  <a:pt x="11744" y="13002"/>
                  <a:pt x="11744" y="13002"/>
                </a:cubicBezTo>
                <a:cubicBezTo>
                  <a:pt x="19713" y="5033"/>
                  <a:pt x="19713" y="5033"/>
                  <a:pt x="19713" y="5033"/>
                </a:cubicBezTo>
                <a:lnTo>
                  <a:pt x="16357" y="1678"/>
                </a:lnTo>
                <a:close/>
                <a:moveTo>
                  <a:pt x="7759" y="21600"/>
                </a:moveTo>
                <a:cubicBezTo>
                  <a:pt x="19922" y="9437"/>
                  <a:pt x="19922" y="9437"/>
                  <a:pt x="19922" y="9437"/>
                </a:cubicBezTo>
                <a:cubicBezTo>
                  <a:pt x="18664" y="8388"/>
                  <a:pt x="18664" y="8388"/>
                  <a:pt x="18664" y="8388"/>
                </a:cubicBezTo>
                <a:cubicBezTo>
                  <a:pt x="5452" y="21600"/>
                  <a:pt x="5452" y="21600"/>
                  <a:pt x="5452" y="21600"/>
                </a:cubicBezTo>
                <a:lnTo>
                  <a:pt x="7759" y="21600"/>
                </a:lnTo>
                <a:close/>
                <a:moveTo>
                  <a:pt x="1678" y="13421"/>
                </a:moveTo>
                <a:cubicBezTo>
                  <a:pt x="0" y="13002"/>
                  <a:pt x="0" y="13002"/>
                  <a:pt x="0" y="13002"/>
                </a:cubicBezTo>
                <a:cubicBezTo>
                  <a:pt x="1258" y="11744"/>
                  <a:pt x="1258" y="11744"/>
                  <a:pt x="1258" y="11744"/>
                </a:cubicBezTo>
                <a:cubicBezTo>
                  <a:pt x="839" y="10066"/>
                  <a:pt x="839" y="10066"/>
                  <a:pt x="839" y="10066"/>
                </a:cubicBezTo>
                <a:cubicBezTo>
                  <a:pt x="2517" y="10485"/>
                  <a:pt x="2517" y="10485"/>
                  <a:pt x="2517" y="10485"/>
                </a:cubicBezTo>
                <a:cubicBezTo>
                  <a:pt x="3775" y="9227"/>
                  <a:pt x="3775" y="9227"/>
                  <a:pt x="3775" y="9227"/>
                </a:cubicBezTo>
                <a:cubicBezTo>
                  <a:pt x="4404" y="10905"/>
                  <a:pt x="4404" y="10905"/>
                  <a:pt x="4404" y="10905"/>
                </a:cubicBezTo>
                <a:cubicBezTo>
                  <a:pt x="6082" y="11324"/>
                  <a:pt x="6082" y="11324"/>
                  <a:pt x="6082" y="11324"/>
                </a:cubicBezTo>
                <a:cubicBezTo>
                  <a:pt x="5243" y="12373"/>
                  <a:pt x="5243" y="12373"/>
                  <a:pt x="5243" y="12373"/>
                </a:cubicBezTo>
                <a:cubicBezTo>
                  <a:pt x="5033" y="12163"/>
                  <a:pt x="4823" y="12163"/>
                  <a:pt x="4614" y="11953"/>
                </a:cubicBezTo>
                <a:cubicBezTo>
                  <a:pt x="4823" y="11744"/>
                  <a:pt x="4823" y="11744"/>
                  <a:pt x="4823" y="11744"/>
                </a:cubicBezTo>
                <a:cubicBezTo>
                  <a:pt x="3775" y="11324"/>
                  <a:pt x="3775" y="11324"/>
                  <a:pt x="3775" y="11324"/>
                </a:cubicBezTo>
                <a:cubicBezTo>
                  <a:pt x="3565" y="10485"/>
                  <a:pt x="3565" y="10485"/>
                  <a:pt x="3565" y="10485"/>
                </a:cubicBezTo>
                <a:cubicBezTo>
                  <a:pt x="2726" y="11115"/>
                  <a:pt x="2726" y="11115"/>
                  <a:pt x="2726" y="11115"/>
                </a:cubicBezTo>
                <a:cubicBezTo>
                  <a:pt x="1678" y="10905"/>
                  <a:pt x="1678" y="10905"/>
                  <a:pt x="1678" y="10905"/>
                </a:cubicBezTo>
                <a:cubicBezTo>
                  <a:pt x="1887" y="11953"/>
                  <a:pt x="1887" y="11953"/>
                  <a:pt x="1887" y="11953"/>
                </a:cubicBezTo>
                <a:cubicBezTo>
                  <a:pt x="1258" y="12583"/>
                  <a:pt x="1258" y="12583"/>
                  <a:pt x="1258" y="12583"/>
                </a:cubicBezTo>
                <a:cubicBezTo>
                  <a:pt x="2307" y="13002"/>
                  <a:pt x="2307" y="13002"/>
                  <a:pt x="2307" y="13002"/>
                </a:cubicBezTo>
                <a:cubicBezTo>
                  <a:pt x="2517" y="14050"/>
                  <a:pt x="2517" y="14050"/>
                  <a:pt x="2517" y="14050"/>
                </a:cubicBezTo>
                <a:cubicBezTo>
                  <a:pt x="2726" y="13841"/>
                  <a:pt x="2726" y="13841"/>
                  <a:pt x="2726" y="13841"/>
                </a:cubicBezTo>
                <a:cubicBezTo>
                  <a:pt x="2936" y="13841"/>
                  <a:pt x="3146" y="14050"/>
                  <a:pt x="3355" y="14260"/>
                </a:cubicBezTo>
                <a:cubicBezTo>
                  <a:pt x="2307" y="15099"/>
                  <a:pt x="2307" y="15099"/>
                  <a:pt x="2307" y="15099"/>
                </a:cubicBezTo>
                <a:lnTo>
                  <a:pt x="1678" y="13421"/>
                </a:lnTo>
                <a:close/>
              </a:path>
            </a:pathLst>
          </a:custGeom>
          <a:solidFill>
            <a:schemeClr val="accent4">
              <a:lumOff val="58054"/>
            </a:schemeClr>
          </a:solidFill>
          <a:ln w="12700">
            <a:miter lim="400000"/>
          </a:ln>
        </p:spPr>
        <p:txBody>
          <a:bodyPr lIns="109727" tIns="109727" rIns="109727" bIns="109727"/>
          <a:lstStyle/>
          <a:p>
            <a:endParaRPr/>
          </a:p>
        </p:txBody>
      </p:sp>
      <p:sp>
        <p:nvSpPr>
          <p:cNvPr id="497" name="Shape"/>
          <p:cNvSpPr/>
          <p:nvPr/>
        </p:nvSpPr>
        <p:spPr>
          <a:xfrm>
            <a:off x="3505662" y="12440091"/>
            <a:ext cx="401890" cy="218173"/>
          </a:xfrm>
          <a:custGeom>
            <a:avLst/>
            <a:gdLst/>
            <a:ahLst/>
            <a:cxnLst>
              <a:cxn ang="0">
                <a:pos x="wd2" y="hd2"/>
              </a:cxn>
              <a:cxn ang="5400000">
                <a:pos x="wd2" y="hd2"/>
              </a:cxn>
              <a:cxn ang="10800000">
                <a:pos x="wd2" y="hd2"/>
              </a:cxn>
              <a:cxn ang="16200000">
                <a:pos x="wd2" y="hd2"/>
              </a:cxn>
            </a:cxnLst>
            <a:rect l="0" t="0" r="r" b="b"/>
            <a:pathLst>
              <a:path w="21600" h="21600" extrusionOk="0">
                <a:moveTo>
                  <a:pt x="15099" y="10989"/>
                </a:moveTo>
                <a:cubicBezTo>
                  <a:pt x="15099" y="6821"/>
                  <a:pt x="13212" y="3411"/>
                  <a:pt x="10905" y="3411"/>
                </a:cubicBezTo>
                <a:cubicBezTo>
                  <a:pt x="8598" y="3411"/>
                  <a:pt x="6711" y="6821"/>
                  <a:pt x="6711" y="10989"/>
                </a:cubicBezTo>
                <a:cubicBezTo>
                  <a:pt x="6711" y="15158"/>
                  <a:pt x="8598" y="18568"/>
                  <a:pt x="10905" y="18568"/>
                </a:cubicBezTo>
                <a:cubicBezTo>
                  <a:pt x="13212" y="18568"/>
                  <a:pt x="15099" y="15158"/>
                  <a:pt x="15099" y="10989"/>
                </a:cubicBezTo>
                <a:close/>
                <a:moveTo>
                  <a:pt x="21600" y="10232"/>
                </a:moveTo>
                <a:cubicBezTo>
                  <a:pt x="21600" y="10232"/>
                  <a:pt x="17825" y="21600"/>
                  <a:pt x="10695" y="21600"/>
                </a:cubicBezTo>
                <a:cubicBezTo>
                  <a:pt x="4404" y="21600"/>
                  <a:pt x="0" y="10232"/>
                  <a:pt x="0" y="10232"/>
                </a:cubicBezTo>
                <a:cubicBezTo>
                  <a:pt x="0" y="10232"/>
                  <a:pt x="3984" y="0"/>
                  <a:pt x="10695" y="0"/>
                </a:cubicBezTo>
                <a:cubicBezTo>
                  <a:pt x="17616" y="0"/>
                  <a:pt x="21600" y="10232"/>
                  <a:pt x="21600" y="10232"/>
                </a:cubicBezTo>
                <a:close/>
                <a:moveTo>
                  <a:pt x="13212" y="10989"/>
                </a:moveTo>
                <a:cubicBezTo>
                  <a:pt x="13212" y="13263"/>
                  <a:pt x="12163" y="15158"/>
                  <a:pt x="10905" y="15158"/>
                </a:cubicBezTo>
                <a:cubicBezTo>
                  <a:pt x="9647" y="15158"/>
                  <a:pt x="8598" y="13263"/>
                  <a:pt x="8598" y="10989"/>
                </a:cubicBezTo>
                <a:cubicBezTo>
                  <a:pt x="8598" y="8716"/>
                  <a:pt x="9647" y="6821"/>
                  <a:pt x="10905" y="6821"/>
                </a:cubicBezTo>
                <a:cubicBezTo>
                  <a:pt x="12163" y="6821"/>
                  <a:pt x="13212" y="8716"/>
                  <a:pt x="13212" y="10989"/>
                </a:cubicBezTo>
                <a:close/>
              </a:path>
            </a:pathLst>
          </a:custGeom>
          <a:solidFill>
            <a:schemeClr val="accent4">
              <a:lumOff val="58054"/>
            </a:schemeClr>
          </a:solidFill>
          <a:ln w="12700">
            <a:miter lim="400000"/>
          </a:ln>
        </p:spPr>
        <p:txBody>
          <a:bodyPr lIns="109727" tIns="109727" rIns="109727" bIns="109727"/>
          <a:lstStyle/>
          <a:p>
            <a:endParaRPr/>
          </a:p>
        </p:txBody>
      </p:sp>
      <p:sp>
        <p:nvSpPr>
          <p:cNvPr id="498" name="Shape"/>
          <p:cNvSpPr/>
          <p:nvPr/>
        </p:nvSpPr>
        <p:spPr>
          <a:xfrm>
            <a:off x="4449937" y="5756396"/>
            <a:ext cx="401891" cy="241136"/>
          </a:xfrm>
          <a:custGeom>
            <a:avLst/>
            <a:gdLst/>
            <a:ahLst/>
            <a:cxnLst>
              <a:cxn ang="0">
                <a:pos x="wd2" y="hd2"/>
              </a:cxn>
              <a:cxn ang="5400000">
                <a:pos x="wd2" y="hd2"/>
              </a:cxn>
              <a:cxn ang="10800000">
                <a:pos x="wd2" y="hd2"/>
              </a:cxn>
              <a:cxn ang="16200000">
                <a:pos x="wd2" y="hd2"/>
              </a:cxn>
            </a:cxnLst>
            <a:rect l="0" t="0" r="r" b="b"/>
            <a:pathLst>
              <a:path w="21600" h="21600" extrusionOk="0">
                <a:moveTo>
                  <a:pt x="19503" y="13162"/>
                </a:moveTo>
                <a:cubicBezTo>
                  <a:pt x="16567" y="13162"/>
                  <a:pt x="16567" y="13162"/>
                  <a:pt x="16567" y="13162"/>
                </a:cubicBezTo>
                <a:cubicBezTo>
                  <a:pt x="16567" y="11475"/>
                  <a:pt x="16567" y="11475"/>
                  <a:pt x="16567" y="11475"/>
                </a:cubicBezTo>
                <a:cubicBezTo>
                  <a:pt x="19503" y="11475"/>
                  <a:pt x="19503" y="11475"/>
                  <a:pt x="19503" y="11475"/>
                </a:cubicBezTo>
                <a:lnTo>
                  <a:pt x="19503" y="13162"/>
                </a:lnTo>
                <a:close/>
                <a:moveTo>
                  <a:pt x="20551" y="12150"/>
                </a:moveTo>
                <a:cubicBezTo>
                  <a:pt x="20551" y="10125"/>
                  <a:pt x="19293" y="8437"/>
                  <a:pt x="18035" y="8437"/>
                </a:cubicBezTo>
                <a:cubicBezTo>
                  <a:pt x="16567" y="8437"/>
                  <a:pt x="15518" y="10125"/>
                  <a:pt x="15518" y="12150"/>
                </a:cubicBezTo>
                <a:cubicBezTo>
                  <a:pt x="15518" y="14512"/>
                  <a:pt x="16567" y="16200"/>
                  <a:pt x="18035" y="16200"/>
                </a:cubicBezTo>
                <a:cubicBezTo>
                  <a:pt x="19293" y="16200"/>
                  <a:pt x="20551" y="14512"/>
                  <a:pt x="20551" y="12150"/>
                </a:cubicBezTo>
                <a:close/>
                <a:moveTo>
                  <a:pt x="19503" y="17212"/>
                </a:moveTo>
                <a:cubicBezTo>
                  <a:pt x="19503" y="19237"/>
                  <a:pt x="19503" y="19237"/>
                  <a:pt x="19503" y="19237"/>
                </a:cubicBezTo>
                <a:cubicBezTo>
                  <a:pt x="19503" y="20587"/>
                  <a:pt x="18874" y="21600"/>
                  <a:pt x="18035" y="21600"/>
                </a:cubicBezTo>
                <a:cubicBezTo>
                  <a:pt x="1468" y="21600"/>
                  <a:pt x="1468" y="21600"/>
                  <a:pt x="1468" y="21600"/>
                </a:cubicBezTo>
                <a:cubicBezTo>
                  <a:pt x="629" y="21600"/>
                  <a:pt x="0" y="20587"/>
                  <a:pt x="0" y="19237"/>
                </a:cubicBezTo>
                <a:cubicBezTo>
                  <a:pt x="0" y="2700"/>
                  <a:pt x="0" y="2700"/>
                  <a:pt x="0" y="2700"/>
                </a:cubicBezTo>
                <a:cubicBezTo>
                  <a:pt x="0" y="1350"/>
                  <a:pt x="629" y="0"/>
                  <a:pt x="1468" y="0"/>
                </a:cubicBezTo>
                <a:cubicBezTo>
                  <a:pt x="18035" y="0"/>
                  <a:pt x="18035" y="0"/>
                  <a:pt x="18035" y="0"/>
                </a:cubicBezTo>
                <a:cubicBezTo>
                  <a:pt x="18874" y="0"/>
                  <a:pt x="19503" y="1350"/>
                  <a:pt x="19503" y="2700"/>
                </a:cubicBezTo>
                <a:cubicBezTo>
                  <a:pt x="19503" y="5400"/>
                  <a:pt x="19503" y="5400"/>
                  <a:pt x="19503" y="5400"/>
                </a:cubicBezTo>
                <a:cubicBezTo>
                  <a:pt x="19083" y="5062"/>
                  <a:pt x="18664" y="5062"/>
                  <a:pt x="18035" y="5062"/>
                </a:cubicBezTo>
                <a:cubicBezTo>
                  <a:pt x="18035" y="3375"/>
                  <a:pt x="18035" y="3375"/>
                  <a:pt x="18035" y="3375"/>
                </a:cubicBezTo>
                <a:cubicBezTo>
                  <a:pt x="18035" y="3037"/>
                  <a:pt x="17825" y="2700"/>
                  <a:pt x="17406" y="2700"/>
                </a:cubicBezTo>
                <a:cubicBezTo>
                  <a:pt x="2097" y="2700"/>
                  <a:pt x="2097" y="2700"/>
                  <a:pt x="2097" y="2700"/>
                </a:cubicBezTo>
                <a:cubicBezTo>
                  <a:pt x="1678" y="2700"/>
                  <a:pt x="1468" y="3037"/>
                  <a:pt x="1468" y="3375"/>
                </a:cubicBezTo>
                <a:cubicBezTo>
                  <a:pt x="1468" y="5400"/>
                  <a:pt x="1468" y="5400"/>
                  <a:pt x="1468" y="5400"/>
                </a:cubicBezTo>
                <a:cubicBezTo>
                  <a:pt x="16567" y="5400"/>
                  <a:pt x="16567" y="5400"/>
                  <a:pt x="16567" y="5400"/>
                </a:cubicBezTo>
                <a:cubicBezTo>
                  <a:pt x="15309" y="6075"/>
                  <a:pt x="14050" y="7762"/>
                  <a:pt x="13631" y="9787"/>
                </a:cubicBezTo>
                <a:cubicBezTo>
                  <a:pt x="1468" y="9787"/>
                  <a:pt x="1468" y="9787"/>
                  <a:pt x="1468" y="9787"/>
                </a:cubicBezTo>
                <a:cubicBezTo>
                  <a:pt x="1468" y="18225"/>
                  <a:pt x="1468" y="18225"/>
                  <a:pt x="1468" y="18225"/>
                </a:cubicBezTo>
                <a:cubicBezTo>
                  <a:pt x="1468" y="18900"/>
                  <a:pt x="1678" y="19237"/>
                  <a:pt x="2097" y="19237"/>
                </a:cubicBezTo>
                <a:cubicBezTo>
                  <a:pt x="17406" y="19237"/>
                  <a:pt x="17406" y="19237"/>
                  <a:pt x="17406" y="19237"/>
                </a:cubicBezTo>
                <a:cubicBezTo>
                  <a:pt x="17825" y="19237"/>
                  <a:pt x="18035" y="18900"/>
                  <a:pt x="18035" y="18225"/>
                </a:cubicBezTo>
                <a:cubicBezTo>
                  <a:pt x="18035" y="17888"/>
                  <a:pt x="18035" y="17888"/>
                  <a:pt x="18035" y="17888"/>
                </a:cubicBezTo>
                <a:cubicBezTo>
                  <a:pt x="18035" y="17888"/>
                  <a:pt x="18035" y="17888"/>
                  <a:pt x="18035" y="17888"/>
                </a:cubicBezTo>
                <a:cubicBezTo>
                  <a:pt x="15938" y="17888"/>
                  <a:pt x="14470" y="15525"/>
                  <a:pt x="14470" y="12150"/>
                </a:cubicBezTo>
                <a:cubicBezTo>
                  <a:pt x="14470" y="9112"/>
                  <a:pt x="15938" y="6750"/>
                  <a:pt x="18035" y="6750"/>
                </a:cubicBezTo>
                <a:cubicBezTo>
                  <a:pt x="19922" y="6750"/>
                  <a:pt x="21600" y="9112"/>
                  <a:pt x="21600" y="12150"/>
                </a:cubicBezTo>
                <a:cubicBezTo>
                  <a:pt x="21600" y="14512"/>
                  <a:pt x="20761" y="16537"/>
                  <a:pt x="19503" y="17212"/>
                </a:cubicBezTo>
                <a:close/>
                <a:moveTo>
                  <a:pt x="10066" y="12150"/>
                </a:moveTo>
                <a:cubicBezTo>
                  <a:pt x="3146" y="12150"/>
                  <a:pt x="3146" y="12150"/>
                  <a:pt x="3146" y="12150"/>
                </a:cubicBezTo>
                <a:cubicBezTo>
                  <a:pt x="3146" y="13838"/>
                  <a:pt x="3146" y="13838"/>
                  <a:pt x="3146" y="13838"/>
                </a:cubicBezTo>
                <a:cubicBezTo>
                  <a:pt x="10066" y="13838"/>
                  <a:pt x="10066" y="13838"/>
                  <a:pt x="10066" y="13838"/>
                </a:cubicBezTo>
                <a:lnTo>
                  <a:pt x="10066" y="12150"/>
                </a:lnTo>
                <a:close/>
                <a:moveTo>
                  <a:pt x="3146" y="15187"/>
                </a:moveTo>
                <a:cubicBezTo>
                  <a:pt x="6920" y="15187"/>
                  <a:pt x="6920" y="15187"/>
                  <a:pt x="6920" y="15187"/>
                </a:cubicBezTo>
                <a:cubicBezTo>
                  <a:pt x="6920" y="16875"/>
                  <a:pt x="6920" y="16875"/>
                  <a:pt x="6920" y="16875"/>
                </a:cubicBezTo>
                <a:cubicBezTo>
                  <a:pt x="3146" y="16875"/>
                  <a:pt x="3146" y="16875"/>
                  <a:pt x="3146" y="16875"/>
                </a:cubicBezTo>
                <a:lnTo>
                  <a:pt x="3146" y="15187"/>
                </a:lnTo>
                <a:close/>
              </a:path>
            </a:pathLst>
          </a:custGeom>
          <a:solidFill>
            <a:schemeClr val="accent4">
              <a:lumOff val="58054"/>
            </a:schemeClr>
          </a:solidFill>
          <a:ln w="12700">
            <a:miter lim="400000"/>
          </a:ln>
        </p:spPr>
        <p:txBody>
          <a:bodyPr lIns="109727" tIns="109727" rIns="109727" bIns="109727"/>
          <a:lstStyle/>
          <a:p>
            <a:endParaRPr/>
          </a:p>
        </p:txBody>
      </p:sp>
      <p:sp>
        <p:nvSpPr>
          <p:cNvPr id="499" name="Shape"/>
          <p:cNvSpPr/>
          <p:nvPr/>
        </p:nvSpPr>
        <p:spPr>
          <a:xfrm>
            <a:off x="4449937" y="6626199"/>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0" y="6711"/>
                </a:moveTo>
                <a:cubicBezTo>
                  <a:pt x="2726" y="6711"/>
                  <a:pt x="2726" y="6711"/>
                  <a:pt x="2726" y="6711"/>
                </a:cubicBezTo>
                <a:cubicBezTo>
                  <a:pt x="2726" y="7550"/>
                  <a:pt x="2726" y="7550"/>
                  <a:pt x="2726" y="7550"/>
                </a:cubicBezTo>
                <a:cubicBezTo>
                  <a:pt x="0" y="7550"/>
                  <a:pt x="0" y="7550"/>
                  <a:pt x="0" y="7550"/>
                </a:cubicBezTo>
                <a:lnTo>
                  <a:pt x="0" y="6711"/>
                </a:lnTo>
                <a:close/>
                <a:moveTo>
                  <a:pt x="0" y="12373"/>
                </a:moveTo>
                <a:cubicBezTo>
                  <a:pt x="2726" y="12373"/>
                  <a:pt x="2726" y="12373"/>
                  <a:pt x="2726" y="12373"/>
                </a:cubicBezTo>
                <a:cubicBezTo>
                  <a:pt x="2726" y="13212"/>
                  <a:pt x="2726" y="13212"/>
                  <a:pt x="2726" y="13212"/>
                </a:cubicBezTo>
                <a:cubicBezTo>
                  <a:pt x="0" y="13212"/>
                  <a:pt x="0" y="13212"/>
                  <a:pt x="0" y="13212"/>
                </a:cubicBezTo>
                <a:lnTo>
                  <a:pt x="0" y="12373"/>
                </a:lnTo>
                <a:close/>
                <a:moveTo>
                  <a:pt x="0" y="8598"/>
                </a:moveTo>
                <a:cubicBezTo>
                  <a:pt x="2726" y="8598"/>
                  <a:pt x="2726" y="8598"/>
                  <a:pt x="2726" y="8598"/>
                </a:cubicBezTo>
                <a:cubicBezTo>
                  <a:pt x="2726" y="9437"/>
                  <a:pt x="2726" y="9437"/>
                  <a:pt x="2726" y="9437"/>
                </a:cubicBezTo>
                <a:cubicBezTo>
                  <a:pt x="0" y="9437"/>
                  <a:pt x="0" y="9437"/>
                  <a:pt x="0" y="9437"/>
                </a:cubicBezTo>
                <a:lnTo>
                  <a:pt x="0" y="8598"/>
                </a:lnTo>
                <a:close/>
                <a:moveTo>
                  <a:pt x="0" y="10485"/>
                </a:moveTo>
                <a:cubicBezTo>
                  <a:pt x="2726" y="10485"/>
                  <a:pt x="2726" y="10485"/>
                  <a:pt x="2726" y="10485"/>
                </a:cubicBezTo>
                <a:cubicBezTo>
                  <a:pt x="2726" y="11324"/>
                  <a:pt x="2726" y="11324"/>
                  <a:pt x="2726" y="11324"/>
                </a:cubicBezTo>
                <a:cubicBezTo>
                  <a:pt x="0" y="11324"/>
                  <a:pt x="0" y="11324"/>
                  <a:pt x="0" y="11324"/>
                </a:cubicBezTo>
                <a:lnTo>
                  <a:pt x="0" y="10485"/>
                </a:lnTo>
                <a:close/>
                <a:moveTo>
                  <a:pt x="0" y="14260"/>
                </a:moveTo>
                <a:cubicBezTo>
                  <a:pt x="2726" y="14260"/>
                  <a:pt x="2726" y="14260"/>
                  <a:pt x="2726" y="14260"/>
                </a:cubicBezTo>
                <a:cubicBezTo>
                  <a:pt x="2726" y="15099"/>
                  <a:pt x="2726" y="15099"/>
                  <a:pt x="2726" y="15099"/>
                </a:cubicBezTo>
                <a:cubicBezTo>
                  <a:pt x="0" y="15099"/>
                  <a:pt x="0" y="15099"/>
                  <a:pt x="0" y="15099"/>
                </a:cubicBezTo>
                <a:lnTo>
                  <a:pt x="0" y="14260"/>
                </a:lnTo>
                <a:close/>
                <a:moveTo>
                  <a:pt x="18664" y="6711"/>
                </a:moveTo>
                <a:cubicBezTo>
                  <a:pt x="21600" y="6711"/>
                  <a:pt x="21600" y="6711"/>
                  <a:pt x="21600" y="6711"/>
                </a:cubicBezTo>
                <a:cubicBezTo>
                  <a:pt x="21600" y="7550"/>
                  <a:pt x="21600" y="7550"/>
                  <a:pt x="21600" y="7550"/>
                </a:cubicBezTo>
                <a:cubicBezTo>
                  <a:pt x="18664" y="7550"/>
                  <a:pt x="18664" y="7550"/>
                  <a:pt x="18664" y="7550"/>
                </a:cubicBezTo>
                <a:lnTo>
                  <a:pt x="18664" y="6711"/>
                </a:lnTo>
                <a:close/>
                <a:moveTo>
                  <a:pt x="18664" y="12373"/>
                </a:moveTo>
                <a:cubicBezTo>
                  <a:pt x="21600" y="12373"/>
                  <a:pt x="21600" y="12373"/>
                  <a:pt x="21600" y="12373"/>
                </a:cubicBezTo>
                <a:cubicBezTo>
                  <a:pt x="21600" y="13212"/>
                  <a:pt x="21600" y="13212"/>
                  <a:pt x="21600" y="13212"/>
                </a:cubicBezTo>
                <a:cubicBezTo>
                  <a:pt x="18664" y="13212"/>
                  <a:pt x="18664" y="13212"/>
                  <a:pt x="18664" y="13212"/>
                </a:cubicBezTo>
                <a:lnTo>
                  <a:pt x="18664" y="12373"/>
                </a:lnTo>
                <a:close/>
                <a:moveTo>
                  <a:pt x="18664" y="8598"/>
                </a:moveTo>
                <a:cubicBezTo>
                  <a:pt x="21600" y="8598"/>
                  <a:pt x="21600" y="8598"/>
                  <a:pt x="21600" y="8598"/>
                </a:cubicBezTo>
                <a:cubicBezTo>
                  <a:pt x="21600" y="9437"/>
                  <a:pt x="21600" y="9437"/>
                  <a:pt x="21600" y="9437"/>
                </a:cubicBezTo>
                <a:cubicBezTo>
                  <a:pt x="18664" y="9437"/>
                  <a:pt x="18664" y="9437"/>
                  <a:pt x="18664" y="9437"/>
                </a:cubicBezTo>
                <a:lnTo>
                  <a:pt x="18664" y="8598"/>
                </a:lnTo>
                <a:close/>
                <a:moveTo>
                  <a:pt x="18664" y="10485"/>
                </a:moveTo>
                <a:cubicBezTo>
                  <a:pt x="21600" y="10485"/>
                  <a:pt x="21600" y="10485"/>
                  <a:pt x="21600" y="10485"/>
                </a:cubicBezTo>
                <a:cubicBezTo>
                  <a:pt x="21600" y="11324"/>
                  <a:pt x="21600" y="11324"/>
                  <a:pt x="21600" y="11324"/>
                </a:cubicBezTo>
                <a:cubicBezTo>
                  <a:pt x="18664" y="11324"/>
                  <a:pt x="18664" y="11324"/>
                  <a:pt x="18664" y="11324"/>
                </a:cubicBezTo>
                <a:lnTo>
                  <a:pt x="18664" y="10485"/>
                </a:lnTo>
                <a:close/>
                <a:moveTo>
                  <a:pt x="18664" y="14260"/>
                </a:moveTo>
                <a:cubicBezTo>
                  <a:pt x="21600" y="14260"/>
                  <a:pt x="21600" y="14260"/>
                  <a:pt x="21600" y="14260"/>
                </a:cubicBezTo>
                <a:cubicBezTo>
                  <a:pt x="21600" y="15099"/>
                  <a:pt x="21600" y="15099"/>
                  <a:pt x="21600" y="15099"/>
                </a:cubicBezTo>
                <a:cubicBezTo>
                  <a:pt x="18664" y="15099"/>
                  <a:pt x="18664" y="15099"/>
                  <a:pt x="18664" y="15099"/>
                </a:cubicBezTo>
                <a:lnTo>
                  <a:pt x="18664" y="14260"/>
                </a:lnTo>
                <a:close/>
                <a:moveTo>
                  <a:pt x="14889" y="0"/>
                </a:moveTo>
                <a:cubicBezTo>
                  <a:pt x="14889" y="2936"/>
                  <a:pt x="14889" y="2936"/>
                  <a:pt x="14889" y="2936"/>
                </a:cubicBezTo>
                <a:cubicBezTo>
                  <a:pt x="14050" y="2936"/>
                  <a:pt x="14050" y="2936"/>
                  <a:pt x="14050" y="2936"/>
                </a:cubicBezTo>
                <a:cubicBezTo>
                  <a:pt x="14050" y="0"/>
                  <a:pt x="14050" y="0"/>
                  <a:pt x="14050" y="0"/>
                </a:cubicBezTo>
                <a:lnTo>
                  <a:pt x="14889" y="0"/>
                </a:lnTo>
                <a:close/>
                <a:moveTo>
                  <a:pt x="9227" y="0"/>
                </a:moveTo>
                <a:cubicBezTo>
                  <a:pt x="9227" y="2936"/>
                  <a:pt x="9227" y="2936"/>
                  <a:pt x="9227" y="2936"/>
                </a:cubicBezTo>
                <a:cubicBezTo>
                  <a:pt x="8388" y="2936"/>
                  <a:pt x="8388" y="2936"/>
                  <a:pt x="8388" y="2936"/>
                </a:cubicBezTo>
                <a:cubicBezTo>
                  <a:pt x="8388" y="0"/>
                  <a:pt x="8388" y="0"/>
                  <a:pt x="8388" y="0"/>
                </a:cubicBezTo>
                <a:lnTo>
                  <a:pt x="9227" y="0"/>
                </a:lnTo>
                <a:close/>
                <a:moveTo>
                  <a:pt x="13002" y="0"/>
                </a:moveTo>
                <a:cubicBezTo>
                  <a:pt x="13002" y="2936"/>
                  <a:pt x="13002" y="2936"/>
                  <a:pt x="13002" y="2936"/>
                </a:cubicBezTo>
                <a:cubicBezTo>
                  <a:pt x="12163" y="2936"/>
                  <a:pt x="12163" y="2936"/>
                  <a:pt x="12163" y="2936"/>
                </a:cubicBezTo>
                <a:cubicBezTo>
                  <a:pt x="12163" y="0"/>
                  <a:pt x="12163" y="0"/>
                  <a:pt x="12163" y="0"/>
                </a:cubicBezTo>
                <a:lnTo>
                  <a:pt x="13002" y="0"/>
                </a:lnTo>
                <a:close/>
                <a:moveTo>
                  <a:pt x="11115" y="0"/>
                </a:moveTo>
                <a:cubicBezTo>
                  <a:pt x="11115" y="2936"/>
                  <a:pt x="11115" y="2936"/>
                  <a:pt x="11115" y="2936"/>
                </a:cubicBezTo>
                <a:cubicBezTo>
                  <a:pt x="10276" y="2936"/>
                  <a:pt x="10276" y="2936"/>
                  <a:pt x="10276" y="2936"/>
                </a:cubicBezTo>
                <a:cubicBezTo>
                  <a:pt x="10276" y="0"/>
                  <a:pt x="10276" y="0"/>
                  <a:pt x="10276" y="0"/>
                </a:cubicBezTo>
                <a:lnTo>
                  <a:pt x="11115" y="0"/>
                </a:lnTo>
                <a:close/>
                <a:moveTo>
                  <a:pt x="7340" y="0"/>
                </a:moveTo>
                <a:cubicBezTo>
                  <a:pt x="7340" y="2936"/>
                  <a:pt x="7340" y="2936"/>
                  <a:pt x="7340" y="2936"/>
                </a:cubicBezTo>
                <a:cubicBezTo>
                  <a:pt x="6501" y="2936"/>
                  <a:pt x="6501" y="2936"/>
                  <a:pt x="6501" y="2936"/>
                </a:cubicBezTo>
                <a:cubicBezTo>
                  <a:pt x="6501" y="0"/>
                  <a:pt x="6501" y="0"/>
                  <a:pt x="6501" y="0"/>
                </a:cubicBezTo>
                <a:lnTo>
                  <a:pt x="7340" y="0"/>
                </a:lnTo>
                <a:close/>
                <a:moveTo>
                  <a:pt x="14889" y="18874"/>
                </a:moveTo>
                <a:cubicBezTo>
                  <a:pt x="14889" y="21600"/>
                  <a:pt x="14889" y="21600"/>
                  <a:pt x="14889" y="21600"/>
                </a:cubicBezTo>
                <a:cubicBezTo>
                  <a:pt x="14050" y="21600"/>
                  <a:pt x="14050" y="21600"/>
                  <a:pt x="14050" y="21600"/>
                </a:cubicBezTo>
                <a:cubicBezTo>
                  <a:pt x="14050" y="18874"/>
                  <a:pt x="14050" y="18874"/>
                  <a:pt x="14050" y="18874"/>
                </a:cubicBezTo>
                <a:lnTo>
                  <a:pt x="14889" y="18874"/>
                </a:lnTo>
                <a:close/>
                <a:moveTo>
                  <a:pt x="9227" y="18874"/>
                </a:moveTo>
                <a:cubicBezTo>
                  <a:pt x="9227" y="21600"/>
                  <a:pt x="9227" y="21600"/>
                  <a:pt x="9227" y="21600"/>
                </a:cubicBezTo>
                <a:cubicBezTo>
                  <a:pt x="8388" y="21600"/>
                  <a:pt x="8388" y="21600"/>
                  <a:pt x="8388" y="21600"/>
                </a:cubicBezTo>
                <a:cubicBezTo>
                  <a:pt x="8388" y="18874"/>
                  <a:pt x="8388" y="18874"/>
                  <a:pt x="8388" y="18874"/>
                </a:cubicBezTo>
                <a:lnTo>
                  <a:pt x="9227" y="18874"/>
                </a:lnTo>
                <a:close/>
                <a:moveTo>
                  <a:pt x="13002" y="18874"/>
                </a:moveTo>
                <a:cubicBezTo>
                  <a:pt x="13002" y="21600"/>
                  <a:pt x="13002" y="21600"/>
                  <a:pt x="13002" y="21600"/>
                </a:cubicBezTo>
                <a:cubicBezTo>
                  <a:pt x="12163" y="21600"/>
                  <a:pt x="12163" y="21600"/>
                  <a:pt x="12163" y="21600"/>
                </a:cubicBezTo>
                <a:cubicBezTo>
                  <a:pt x="12163" y="18874"/>
                  <a:pt x="12163" y="18874"/>
                  <a:pt x="12163" y="18874"/>
                </a:cubicBezTo>
                <a:lnTo>
                  <a:pt x="13002" y="18874"/>
                </a:lnTo>
                <a:close/>
                <a:moveTo>
                  <a:pt x="11115" y="18874"/>
                </a:moveTo>
                <a:cubicBezTo>
                  <a:pt x="11115" y="21600"/>
                  <a:pt x="11115" y="21600"/>
                  <a:pt x="11115" y="21600"/>
                </a:cubicBezTo>
                <a:cubicBezTo>
                  <a:pt x="10276" y="21600"/>
                  <a:pt x="10276" y="21600"/>
                  <a:pt x="10276" y="21600"/>
                </a:cubicBezTo>
                <a:cubicBezTo>
                  <a:pt x="10276" y="18874"/>
                  <a:pt x="10276" y="18874"/>
                  <a:pt x="10276" y="18874"/>
                </a:cubicBezTo>
                <a:lnTo>
                  <a:pt x="11115" y="18874"/>
                </a:lnTo>
                <a:close/>
                <a:moveTo>
                  <a:pt x="7340" y="18874"/>
                </a:moveTo>
                <a:cubicBezTo>
                  <a:pt x="7340" y="21600"/>
                  <a:pt x="7340" y="21600"/>
                  <a:pt x="7340" y="21600"/>
                </a:cubicBezTo>
                <a:cubicBezTo>
                  <a:pt x="6501" y="21600"/>
                  <a:pt x="6501" y="21600"/>
                  <a:pt x="6501" y="21600"/>
                </a:cubicBezTo>
                <a:cubicBezTo>
                  <a:pt x="6501" y="18874"/>
                  <a:pt x="6501" y="18874"/>
                  <a:pt x="6501" y="18874"/>
                </a:cubicBezTo>
                <a:lnTo>
                  <a:pt x="7340" y="18874"/>
                </a:lnTo>
                <a:close/>
                <a:moveTo>
                  <a:pt x="17825" y="5662"/>
                </a:moveTo>
                <a:cubicBezTo>
                  <a:pt x="17825" y="4614"/>
                  <a:pt x="16986" y="3775"/>
                  <a:pt x="15938" y="3775"/>
                </a:cubicBezTo>
                <a:cubicBezTo>
                  <a:pt x="5452" y="3775"/>
                  <a:pt x="5452" y="3775"/>
                  <a:pt x="5452" y="3775"/>
                </a:cubicBezTo>
                <a:cubicBezTo>
                  <a:pt x="4614" y="3775"/>
                  <a:pt x="3775" y="4614"/>
                  <a:pt x="3775" y="5662"/>
                </a:cubicBezTo>
                <a:cubicBezTo>
                  <a:pt x="3775" y="16148"/>
                  <a:pt x="3775" y="16148"/>
                  <a:pt x="3775" y="16148"/>
                </a:cubicBezTo>
                <a:cubicBezTo>
                  <a:pt x="3775" y="16986"/>
                  <a:pt x="4614" y="17825"/>
                  <a:pt x="5452" y="17825"/>
                </a:cubicBezTo>
                <a:cubicBezTo>
                  <a:pt x="15938" y="17825"/>
                  <a:pt x="15938" y="17825"/>
                  <a:pt x="15938" y="17825"/>
                </a:cubicBezTo>
                <a:cubicBezTo>
                  <a:pt x="16986" y="17825"/>
                  <a:pt x="17825" y="16986"/>
                  <a:pt x="17825" y="16148"/>
                </a:cubicBezTo>
                <a:lnTo>
                  <a:pt x="17825" y="5662"/>
                </a:lnTo>
                <a:close/>
                <a:moveTo>
                  <a:pt x="15099" y="5662"/>
                </a:moveTo>
                <a:cubicBezTo>
                  <a:pt x="15518" y="5662"/>
                  <a:pt x="15938" y="6082"/>
                  <a:pt x="15938" y="6501"/>
                </a:cubicBezTo>
                <a:cubicBezTo>
                  <a:pt x="15938" y="15309"/>
                  <a:pt x="15938" y="15309"/>
                  <a:pt x="15938" y="15309"/>
                </a:cubicBezTo>
                <a:cubicBezTo>
                  <a:pt x="15938" y="15728"/>
                  <a:pt x="15518" y="16148"/>
                  <a:pt x="15099" y="16148"/>
                </a:cubicBezTo>
                <a:cubicBezTo>
                  <a:pt x="6291" y="16148"/>
                  <a:pt x="6291" y="16148"/>
                  <a:pt x="6291" y="16148"/>
                </a:cubicBezTo>
                <a:cubicBezTo>
                  <a:pt x="5872" y="16148"/>
                  <a:pt x="5452" y="15728"/>
                  <a:pt x="5452" y="15309"/>
                </a:cubicBezTo>
                <a:cubicBezTo>
                  <a:pt x="5452" y="6501"/>
                  <a:pt x="5452" y="6501"/>
                  <a:pt x="5452" y="6501"/>
                </a:cubicBezTo>
                <a:cubicBezTo>
                  <a:pt x="5452" y="6082"/>
                  <a:pt x="5872" y="5662"/>
                  <a:pt x="6291" y="5662"/>
                </a:cubicBezTo>
                <a:lnTo>
                  <a:pt x="15099" y="5662"/>
                </a:lnTo>
                <a:close/>
              </a:path>
            </a:pathLst>
          </a:custGeom>
          <a:solidFill>
            <a:schemeClr val="accent4">
              <a:lumOff val="58054"/>
            </a:schemeClr>
          </a:solidFill>
          <a:ln w="12700">
            <a:miter lim="400000"/>
          </a:ln>
        </p:spPr>
        <p:txBody>
          <a:bodyPr lIns="109727" tIns="109727" rIns="109727" bIns="109727"/>
          <a:lstStyle/>
          <a:p>
            <a:endParaRPr/>
          </a:p>
        </p:txBody>
      </p:sp>
      <p:sp>
        <p:nvSpPr>
          <p:cNvPr id="500" name="Shape"/>
          <p:cNvSpPr/>
          <p:nvPr/>
        </p:nvSpPr>
        <p:spPr>
          <a:xfrm>
            <a:off x="4449937" y="7563910"/>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1744" y="15518"/>
                </a:moveTo>
                <a:cubicBezTo>
                  <a:pt x="11744" y="16777"/>
                  <a:pt x="11744" y="16777"/>
                  <a:pt x="11744" y="16777"/>
                </a:cubicBezTo>
                <a:cubicBezTo>
                  <a:pt x="9856" y="16777"/>
                  <a:pt x="9856" y="16777"/>
                  <a:pt x="9856" y="16777"/>
                </a:cubicBezTo>
                <a:cubicBezTo>
                  <a:pt x="9856" y="15728"/>
                  <a:pt x="9856" y="15728"/>
                  <a:pt x="9856" y="15728"/>
                </a:cubicBezTo>
                <a:cubicBezTo>
                  <a:pt x="9227" y="15728"/>
                  <a:pt x="7969" y="15309"/>
                  <a:pt x="7340" y="14889"/>
                </a:cubicBezTo>
                <a:cubicBezTo>
                  <a:pt x="7759" y="13002"/>
                  <a:pt x="7759" y="13002"/>
                  <a:pt x="7759" y="13002"/>
                </a:cubicBezTo>
                <a:cubicBezTo>
                  <a:pt x="8808" y="13212"/>
                  <a:pt x="10066" y="13841"/>
                  <a:pt x="11115" y="13631"/>
                </a:cubicBezTo>
                <a:cubicBezTo>
                  <a:pt x="11953" y="13421"/>
                  <a:pt x="12163" y="12583"/>
                  <a:pt x="11115" y="12163"/>
                </a:cubicBezTo>
                <a:cubicBezTo>
                  <a:pt x="10276" y="11744"/>
                  <a:pt x="7340" y="11324"/>
                  <a:pt x="7340" y="9017"/>
                </a:cubicBezTo>
                <a:cubicBezTo>
                  <a:pt x="7340" y="7969"/>
                  <a:pt x="7969" y="6501"/>
                  <a:pt x="9856" y="6082"/>
                </a:cubicBezTo>
                <a:cubicBezTo>
                  <a:pt x="9856" y="4823"/>
                  <a:pt x="9856" y="4823"/>
                  <a:pt x="9856" y="4823"/>
                </a:cubicBezTo>
                <a:cubicBezTo>
                  <a:pt x="11744" y="4823"/>
                  <a:pt x="11744" y="4823"/>
                  <a:pt x="11744" y="4823"/>
                </a:cubicBezTo>
                <a:cubicBezTo>
                  <a:pt x="11744" y="6082"/>
                  <a:pt x="11744" y="6082"/>
                  <a:pt x="11744" y="6082"/>
                </a:cubicBezTo>
                <a:cubicBezTo>
                  <a:pt x="12373" y="6082"/>
                  <a:pt x="13212" y="6291"/>
                  <a:pt x="14050" y="6501"/>
                </a:cubicBezTo>
                <a:cubicBezTo>
                  <a:pt x="13841" y="6920"/>
                  <a:pt x="13631" y="8388"/>
                  <a:pt x="13631" y="8388"/>
                </a:cubicBezTo>
                <a:cubicBezTo>
                  <a:pt x="13002" y="8388"/>
                  <a:pt x="11953" y="7969"/>
                  <a:pt x="11115" y="7969"/>
                </a:cubicBezTo>
                <a:cubicBezTo>
                  <a:pt x="9856" y="7969"/>
                  <a:pt x="9856" y="8808"/>
                  <a:pt x="10485" y="9227"/>
                </a:cubicBezTo>
                <a:cubicBezTo>
                  <a:pt x="12163" y="10066"/>
                  <a:pt x="14470" y="10695"/>
                  <a:pt x="14470" y="12792"/>
                </a:cubicBezTo>
                <a:cubicBezTo>
                  <a:pt x="14470" y="14470"/>
                  <a:pt x="13212" y="15309"/>
                  <a:pt x="11744" y="15518"/>
                </a:cubicBezTo>
                <a:close/>
                <a:moveTo>
                  <a:pt x="10695" y="0"/>
                </a:moveTo>
                <a:cubicBezTo>
                  <a:pt x="4823" y="0"/>
                  <a:pt x="0" y="4823"/>
                  <a:pt x="0" y="10905"/>
                </a:cubicBezTo>
                <a:cubicBezTo>
                  <a:pt x="0" y="16777"/>
                  <a:pt x="4823" y="21600"/>
                  <a:pt x="10695" y="21600"/>
                </a:cubicBezTo>
                <a:cubicBezTo>
                  <a:pt x="16777" y="21600"/>
                  <a:pt x="21600" y="16777"/>
                  <a:pt x="21600" y="10905"/>
                </a:cubicBezTo>
                <a:cubicBezTo>
                  <a:pt x="21600" y="4823"/>
                  <a:pt x="16777" y="0"/>
                  <a:pt x="10695" y="0"/>
                </a:cubicBezTo>
                <a:close/>
                <a:moveTo>
                  <a:pt x="10695" y="2097"/>
                </a:moveTo>
                <a:cubicBezTo>
                  <a:pt x="15518" y="2097"/>
                  <a:pt x="19503" y="6082"/>
                  <a:pt x="19503" y="10905"/>
                </a:cubicBezTo>
                <a:cubicBezTo>
                  <a:pt x="19503" y="15518"/>
                  <a:pt x="15518" y="19503"/>
                  <a:pt x="10695" y="19503"/>
                </a:cubicBezTo>
                <a:cubicBezTo>
                  <a:pt x="5872" y="19503"/>
                  <a:pt x="2097" y="15518"/>
                  <a:pt x="2097" y="10905"/>
                </a:cubicBezTo>
                <a:cubicBezTo>
                  <a:pt x="2097" y="6082"/>
                  <a:pt x="5872" y="2097"/>
                  <a:pt x="1069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501" name="Shape"/>
          <p:cNvSpPr/>
          <p:nvPr/>
        </p:nvSpPr>
        <p:spPr>
          <a:xfrm>
            <a:off x="4455681" y="8567794"/>
            <a:ext cx="390406" cy="264101"/>
          </a:xfrm>
          <a:custGeom>
            <a:avLst/>
            <a:gdLst/>
            <a:ahLst/>
            <a:cxnLst>
              <a:cxn ang="0">
                <a:pos x="wd2" y="hd2"/>
              </a:cxn>
              <a:cxn ang="5400000">
                <a:pos x="wd2" y="hd2"/>
              </a:cxn>
              <a:cxn ang="10800000">
                <a:pos x="wd2" y="hd2"/>
              </a:cxn>
              <a:cxn ang="16200000">
                <a:pos x="wd2" y="hd2"/>
              </a:cxn>
            </a:cxnLst>
            <a:rect l="0" t="0" r="r" b="b"/>
            <a:pathLst>
              <a:path w="21600" h="21600" extrusionOk="0">
                <a:moveTo>
                  <a:pt x="16729" y="18424"/>
                </a:moveTo>
                <a:cubicBezTo>
                  <a:pt x="4871" y="18424"/>
                  <a:pt x="4871" y="18424"/>
                  <a:pt x="4871" y="18424"/>
                </a:cubicBezTo>
                <a:cubicBezTo>
                  <a:pt x="3388" y="18424"/>
                  <a:pt x="2118" y="16518"/>
                  <a:pt x="2118" y="14294"/>
                </a:cubicBezTo>
                <a:cubicBezTo>
                  <a:pt x="2118" y="11435"/>
                  <a:pt x="3600" y="9529"/>
                  <a:pt x="5294" y="9847"/>
                </a:cubicBezTo>
                <a:cubicBezTo>
                  <a:pt x="4659" y="6988"/>
                  <a:pt x="7624" y="5082"/>
                  <a:pt x="8682" y="7306"/>
                </a:cubicBezTo>
                <a:cubicBezTo>
                  <a:pt x="9106" y="6353"/>
                  <a:pt x="10165" y="3176"/>
                  <a:pt x="12918" y="3176"/>
                </a:cubicBezTo>
                <a:cubicBezTo>
                  <a:pt x="14824" y="3176"/>
                  <a:pt x="16941" y="5400"/>
                  <a:pt x="16941" y="9847"/>
                </a:cubicBezTo>
                <a:cubicBezTo>
                  <a:pt x="18424" y="10165"/>
                  <a:pt x="19482" y="11435"/>
                  <a:pt x="19482" y="14294"/>
                </a:cubicBezTo>
                <a:cubicBezTo>
                  <a:pt x="19482" y="16518"/>
                  <a:pt x="18424" y="18424"/>
                  <a:pt x="16729" y="18424"/>
                </a:cubicBezTo>
                <a:close/>
                <a:moveTo>
                  <a:pt x="18847" y="7624"/>
                </a:moveTo>
                <a:cubicBezTo>
                  <a:pt x="18424" y="3176"/>
                  <a:pt x="15882" y="0"/>
                  <a:pt x="12918" y="0"/>
                </a:cubicBezTo>
                <a:cubicBezTo>
                  <a:pt x="11012" y="0"/>
                  <a:pt x="9318" y="1271"/>
                  <a:pt x="8047" y="3494"/>
                </a:cubicBezTo>
                <a:cubicBezTo>
                  <a:pt x="6141" y="2541"/>
                  <a:pt x="4024" y="4447"/>
                  <a:pt x="3388" y="7306"/>
                </a:cubicBezTo>
                <a:cubicBezTo>
                  <a:pt x="1482" y="8259"/>
                  <a:pt x="0" y="11118"/>
                  <a:pt x="0" y="14294"/>
                </a:cubicBezTo>
                <a:cubicBezTo>
                  <a:pt x="0" y="18424"/>
                  <a:pt x="2118" y="21600"/>
                  <a:pt x="4871" y="21600"/>
                </a:cubicBezTo>
                <a:cubicBezTo>
                  <a:pt x="16729" y="21600"/>
                  <a:pt x="16729" y="21600"/>
                  <a:pt x="16729" y="21600"/>
                </a:cubicBezTo>
                <a:cubicBezTo>
                  <a:pt x="19482" y="21600"/>
                  <a:pt x="21600" y="18424"/>
                  <a:pt x="21600" y="14294"/>
                </a:cubicBezTo>
                <a:cubicBezTo>
                  <a:pt x="21600" y="11435"/>
                  <a:pt x="20541" y="8894"/>
                  <a:pt x="18847" y="7624"/>
                </a:cubicBezTo>
                <a:close/>
                <a:moveTo>
                  <a:pt x="13553" y="14294"/>
                </a:moveTo>
                <a:cubicBezTo>
                  <a:pt x="13553" y="16200"/>
                  <a:pt x="11859" y="16518"/>
                  <a:pt x="11435" y="15247"/>
                </a:cubicBezTo>
                <a:cubicBezTo>
                  <a:pt x="11224" y="14294"/>
                  <a:pt x="12071" y="13024"/>
                  <a:pt x="12918" y="13341"/>
                </a:cubicBezTo>
                <a:cubicBezTo>
                  <a:pt x="12918" y="10165"/>
                  <a:pt x="12918" y="10165"/>
                  <a:pt x="12918" y="10165"/>
                </a:cubicBezTo>
                <a:cubicBezTo>
                  <a:pt x="10165" y="11118"/>
                  <a:pt x="10165" y="11118"/>
                  <a:pt x="10165" y="11118"/>
                </a:cubicBezTo>
                <a:cubicBezTo>
                  <a:pt x="10165" y="11118"/>
                  <a:pt x="10165" y="14294"/>
                  <a:pt x="10165" y="14929"/>
                </a:cubicBezTo>
                <a:cubicBezTo>
                  <a:pt x="10165" y="16835"/>
                  <a:pt x="8259" y="17153"/>
                  <a:pt x="8047" y="15882"/>
                </a:cubicBezTo>
                <a:cubicBezTo>
                  <a:pt x="7835" y="14929"/>
                  <a:pt x="8682" y="13659"/>
                  <a:pt x="9529" y="13976"/>
                </a:cubicBezTo>
                <a:cubicBezTo>
                  <a:pt x="9529" y="9212"/>
                  <a:pt x="9529" y="9212"/>
                  <a:pt x="9529" y="9212"/>
                </a:cubicBezTo>
                <a:cubicBezTo>
                  <a:pt x="13553" y="7941"/>
                  <a:pt x="13553" y="7941"/>
                  <a:pt x="13553" y="7941"/>
                </a:cubicBezTo>
                <a:cubicBezTo>
                  <a:pt x="13553" y="7941"/>
                  <a:pt x="13553" y="13659"/>
                  <a:pt x="13553" y="14294"/>
                </a:cubicBezTo>
                <a:close/>
              </a:path>
            </a:pathLst>
          </a:custGeom>
          <a:solidFill>
            <a:schemeClr val="accent4">
              <a:lumOff val="58054"/>
            </a:schemeClr>
          </a:solidFill>
          <a:ln w="12700">
            <a:miter lim="400000"/>
          </a:ln>
        </p:spPr>
        <p:txBody>
          <a:bodyPr lIns="109727" tIns="109727" rIns="109727" bIns="109727"/>
          <a:lstStyle/>
          <a:p>
            <a:endParaRPr/>
          </a:p>
        </p:txBody>
      </p:sp>
      <p:sp>
        <p:nvSpPr>
          <p:cNvPr id="502" name="Shape"/>
          <p:cNvSpPr/>
          <p:nvPr/>
        </p:nvSpPr>
        <p:spPr>
          <a:xfrm>
            <a:off x="4472905" y="9444274"/>
            <a:ext cx="355962" cy="390407"/>
          </a:xfrm>
          <a:custGeom>
            <a:avLst/>
            <a:gdLst/>
            <a:ahLst/>
            <a:cxnLst>
              <a:cxn ang="0">
                <a:pos x="wd2" y="hd2"/>
              </a:cxn>
              <a:cxn ang="5400000">
                <a:pos x="wd2" y="hd2"/>
              </a:cxn>
              <a:cxn ang="10800000">
                <a:pos x="wd2" y="hd2"/>
              </a:cxn>
              <a:cxn ang="16200000">
                <a:pos x="wd2" y="hd2"/>
              </a:cxn>
            </a:cxnLst>
            <a:rect l="0" t="0" r="r" b="b"/>
            <a:pathLst>
              <a:path w="21600" h="21600" extrusionOk="0">
                <a:moveTo>
                  <a:pt x="19302" y="7340"/>
                </a:moveTo>
                <a:cubicBezTo>
                  <a:pt x="14936" y="7340"/>
                  <a:pt x="14477" y="1049"/>
                  <a:pt x="9421" y="629"/>
                </a:cubicBezTo>
                <a:cubicBezTo>
                  <a:pt x="7583" y="419"/>
                  <a:pt x="5515" y="1258"/>
                  <a:pt x="4366" y="2097"/>
                </a:cubicBezTo>
                <a:cubicBezTo>
                  <a:pt x="4366" y="2307"/>
                  <a:pt x="4366" y="3146"/>
                  <a:pt x="4366" y="4194"/>
                </a:cubicBezTo>
                <a:cubicBezTo>
                  <a:pt x="5515" y="3355"/>
                  <a:pt x="7123" y="2097"/>
                  <a:pt x="8962" y="2097"/>
                </a:cubicBezTo>
                <a:cubicBezTo>
                  <a:pt x="12868" y="2097"/>
                  <a:pt x="13557" y="7759"/>
                  <a:pt x="18153" y="8808"/>
                </a:cubicBezTo>
                <a:cubicBezTo>
                  <a:pt x="14936" y="11744"/>
                  <a:pt x="12409" y="9227"/>
                  <a:pt x="8732" y="9227"/>
                </a:cubicBezTo>
                <a:cubicBezTo>
                  <a:pt x="7123" y="9227"/>
                  <a:pt x="5285" y="9856"/>
                  <a:pt x="4366" y="10905"/>
                </a:cubicBezTo>
                <a:cubicBezTo>
                  <a:pt x="4366" y="12373"/>
                  <a:pt x="4366" y="13212"/>
                  <a:pt x="4366" y="13212"/>
                </a:cubicBezTo>
                <a:cubicBezTo>
                  <a:pt x="5745" y="11324"/>
                  <a:pt x="7353" y="10695"/>
                  <a:pt x="8732" y="10695"/>
                </a:cubicBezTo>
                <a:cubicBezTo>
                  <a:pt x="10800" y="10695"/>
                  <a:pt x="12409" y="11744"/>
                  <a:pt x="14706" y="11744"/>
                </a:cubicBezTo>
                <a:cubicBezTo>
                  <a:pt x="18153" y="11744"/>
                  <a:pt x="19991" y="9437"/>
                  <a:pt x="21600" y="6920"/>
                </a:cubicBezTo>
                <a:cubicBezTo>
                  <a:pt x="20911" y="7130"/>
                  <a:pt x="19991" y="7340"/>
                  <a:pt x="19302" y="7340"/>
                </a:cubicBezTo>
                <a:close/>
                <a:moveTo>
                  <a:pt x="2528" y="21600"/>
                </a:moveTo>
                <a:cubicBezTo>
                  <a:pt x="0" y="21600"/>
                  <a:pt x="0" y="21600"/>
                  <a:pt x="0" y="21600"/>
                </a:cubicBezTo>
                <a:cubicBezTo>
                  <a:pt x="0" y="0"/>
                  <a:pt x="0" y="0"/>
                  <a:pt x="0" y="0"/>
                </a:cubicBezTo>
                <a:cubicBezTo>
                  <a:pt x="2528" y="0"/>
                  <a:pt x="2528" y="0"/>
                  <a:pt x="2528" y="0"/>
                </a:cubicBezTo>
                <a:lnTo>
                  <a:pt x="2528" y="21600"/>
                </a:lnTo>
                <a:close/>
              </a:path>
            </a:pathLst>
          </a:custGeom>
          <a:solidFill>
            <a:schemeClr val="accent4">
              <a:lumOff val="58054"/>
            </a:schemeClr>
          </a:solidFill>
          <a:ln w="12700">
            <a:miter lim="400000"/>
          </a:ln>
        </p:spPr>
        <p:txBody>
          <a:bodyPr lIns="109727" tIns="109727" rIns="109727" bIns="109727"/>
          <a:lstStyle/>
          <a:p>
            <a:endParaRPr/>
          </a:p>
        </p:txBody>
      </p:sp>
      <p:sp>
        <p:nvSpPr>
          <p:cNvPr id="503" name="Shape"/>
          <p:cNvSpPr/>
          <p:nvPr/>
        </p:nvSpPr>
        <p:spPr>
          <a:xfrm>
            <a:off x="21464122" y="12371196"/>
            <a:ext cx="401891" cy="355962"/>
          </a:xfrm>
          <a:custGeom>
            <a:avLst/>
            <a:gdLst/>
            <a:ahLst/>
            <a:cxnLst>
              <a:cxn ang="0">
                <a:pos x="wd2" y="hd2"/>
              </a:cxn>
              <a:cxn ang="5400000">
                <a:pos x="wd2" y="hd2"/>
              </a:cxn>
              <a:cxn ang="10800000">
                <a:pos x="wd2" y="hd2"/>
              </a:cxn>
              <a:cxn ang="16200000">
                <a:pos x="wd2" y="hd2"/>
              </a:cxn>
            </a:cxnLst>
            <a:rect l="0" t="0" r="r" b="b"/>
            <a:pathLst>
              <a:path w="21600" h="21600" extrusionOk="0">
                <a:moveTo>
                  <a:pt x="21600" y="1409"/>
                </a:moveTo>
                <a:cubicBezTo>
                  <a:pt x="21181" y="5400"/>
                  <a:pt x="19293" y="9157"/>
                  <a:pt x="15938" y="10565"/>
                </a:cubicBezTo>
                <a:cubicBezTo>
                  <a:pt x="16148" y="10096"/>
                  <a:pt x="16567" y="9391"/>
                  <a:pt x="16777" y="8687"/>
                </a:cubicBezTo>
                <a:cubicBezTo>
                  <a:pt x="18874" y="7043"/>
                  <a:pt x="19713" y="4696"/>
                  <a:pt x="20132" y="2817"/>
                </a:cubicBezTo>
                <a:cubicBezTo>
                  <a:pt x="18035" y="2817"/>
                  <a:pt x="18035" y="2817"/>
                  <a:pt x="18035" y="2817"/>
                </a:cubicBezTo>
                <a:cubicBezTo>
                  <a:pt x="18035" y="2348"/>
                  <a:pt x="18035" y="1878"/>
                  <a:pt x="18245" y="1409"/>
                </a:cubicBezTo>
                <a:lnTo>
                  <a:pt x="21600" y="1409"/>
                </a:lnTo>
                <a:close/>
                <a:moveTo>
                  <a:pt x="5452" y="10565"/>
                </a:moveTo>
                <a:cubicBezTo>
                  <a:pt x="2307" y="9157"/>
                  <a:pt x="210" y="5400"/>
                  <a:pt x="0" y="1409"/>
                </a:cubicBezTo>
                <a:cubicBezTo>
                  <a:pt x="3355" y="1409"/>
                  <a:pt x="3355" y="1409"/>
                  <a:pt x="3355" y="1409"/>
                </a:cubicBezTo>
                <a:cubicBezTo>
                  <a:pt x="3355" y="1878"/>
                  <a:pt x="3355" y="2348"/>
                  <a:pt x="3355" y="2817"/>
                </a:cubicBezTo>
                <a:cubicBezTo>
                  <a:pt x="1258" y="2817"/>
                  <a:pt x="1258" y="2817"/>
                  <a:pt x="1258" y="2817"/>
                </a:cubicBezTo>
                <a:cubicBezTo>
                  <a:pt x="1678" y="4696"/>
                  <a:pt x="2517" y="7043"/>
                  <a:pt x="4614" y="8687"/>
                </a:cubicBezTo>
                <a:cubicBezTo>
                  <a:pt x="4823" y="9391"/>
                  <a:pt x="5243" y="10096"/>
                  <a:pt x="5452" y="10565"/>
                </a:cubicBezTo>
                <a:close/>
                <a:moveTo>
                  <a:pt x="14470" y="20191"/>
                </a:moveTo>
                <a:cubicBezTo>
                  <a:pt x="14470" y="21600"/>
                  <a:pt x="14470" y="21600"/>
                  <a:pt x="14470" y="21600"/>
                </a:cubicBezTo>
                <a:cubicBezTo>
                  <a:pt x="6920" y="21600"/>
                  <a:pt x="6920" y="21600"/>
                  <a:pt x="6920" y="21600"/>
                </a:cubicBezTo>
                <a:cubicBezTo>
                  <a:pt x="6920" y="20191"/>
                  <a:pt x="6920" y="20191"/>
                  <a:pt x="6920" y="20191"/>
                </a:cubicBezTo>
                <a:cubicBezTo>
                  <a:pt x="8808" y="20191"/>
                  <a:pt x="9437" y="18313"/>
                  <a:pt x="9437" y="17139"/>
                </a:cubicBezTo>
                <a:cubicBezTo>
                  <a:pt x="9437" y="17139"/>
                  <a:pt x="11953" y="17139"/>
                  <a:pt x="11953" y="17139"/>
                </a:cubicBezTo>
                <a:cubicBezTo>
                  <a:pt x="11953" y="18313"/>
                  <a:pt x="12583" y="20191"/>
                  <a:pt x="14470" y="20191"/>
                </a:cubicBezTo>
                <a:close/>
                <a:moveTo>
                  <a:pt x="14050" y="2817"/>
                </a:moveTo>
                <a:cubicBezTo>
                  <a:pt x="13841" y="6339"/>
                  <a:pt x="12583" y="9391"/>
                  <a:pt x="10695" y="11739"/>
                </a:cubicBezTo>
                <a:cubicBezTo>
                  <a:pt x="12163" y="8687"/>
                  <a:pt x="12583" y="5400"/>
                  <a:pt x="12583" y="2817"/>
                </a:cubicBezTo>
                <a:lnTo>
                  <a:pt x="14050" y="2817"/>
                </a:lnTo>
                <a:close/>
                <a:moveTo>
                  <a:pt x="16986" y="0"/>
                </a:moveTo>
                <a:cubicBezTo>
                  <a:pt x="4404" y="0"/>
                  <a:pt x="4404" y="0"/>
                  <a:pt x="4404" y="0"/>
                </a:cubicBezTo>
                <a:cubicBezTo>
                  <a:pt x="4404" y="9861"/>
                  <a:pt x="8808" y="12443"/>
                  <a:pt x="9437" y="15730"/>
                </a:cubicBezTo>
                <a:cubicBezTo>
                  <a:pt x="11953" y="15730"/>
                  <a:pt x="11953" y="15730"/>
                  <a:pt x="11953" y="15730"/>
                </a:cubicBezTo>
                <a:cubicBezTo>
                  <a:pt x="12583" y="12443"/>
                  <a:pt x="16986" y="9861"/>
                  <a:pt x="16986" y="0"/>
                </a:cubicBezTo>
                <a:close/>
                <a:moveTo>
                  <a:pt x="15518" y="1643"/>
                </a:moveTo>
                <a:cubicBezTo>
                  <a:pt x="15309" y="6809"/>
                  <a:pt x="13631" y="9391"/>
                  <a:pt x="12373" y="11504"/>
                </a:cubicBezTo>
                <a:cubicBezTo>
                  <a:pt x="11744" y="12443"/>
                  <a:pt x="11324" y="13383"/>
                  <a:pt x="10905" y="14087"/>
                </a:cubicBezTo>
                <a:cubicBezTo>
                  <a:pt x="10485" y="14087"/>
                  <a:pt x="10485" y="14087"/>
                  <a:pt x="10485" y="14087"/>
                </a:cubicBezTo>
                <a:cubicBezTo>
                  <a:pt x="10066" y="13383"/>
                  <a:pt x="9647" y="12443"/>
                  <a:pt x="9227" y="11504"/>
                </a:cubicBezTo>
                <a:cubicBezTo>
                  <a:pt x="7759" y="9391"/>
                  <a:pt x="6291" y="6809"/>
                  <a:pt x="5872" y="1643"/>
                </a:cubicBezTo>
                <a:lnTo>
                  <a:pt x="15518" y="1643"/>
                </a:lnTo>
                <a:close/>
              </a:path>
            </a:pathLst>
          </a:custGeom>
          <a:solidFill>
            <a:schemeClr val="accent4">
              <a:lumOff val="58054"/>
            </a:schemeClr>
          </a:solidFill>
          <a:ln w="12700">
            <a:miter lim="400000"/>
          </a:ln>
        </p:spPr>
        <p:txBody>
          <a:bodyPr lIns="109727" tIns="109727" rIns="109727" bIns="109727"/>
          <a:lstStyle/>
          <a:p>
            <a:endParaRPr/>
          </a:p>
        </p:txBody>
      </p:sp>
      <p:sp>
        <p:nvSpPr>
          <p:cNvPr id="504" name="Shape"/>
          <p:cNvSpPr/>
          <p:nvPr/>
        </p:nvSpPr>
        <p:spPr>
          <a:xfrm>
            <a:off x="7548047" y="10525274"/>
            <a:ext cx="401891" cy="18372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5518" y="7494"/>
                  <a:pt x="15518" y="7494"/>
                  <a:pt x="15518" y="7494"/>
                </a:cubicBezTo>
                <a:cubicBezTo>
                  <a:pt x="15518" y="14106"/>
                  <a:pt x="15518" y="14106"/>
                  <a:pt x="15518" y="14106"/>
                </a:cubicBezTo>
                <a:cubicBezTo>
                  <a:pt x="21600" y="21600"/>
                  <a:pt x="21600" y="21600"/>
                  <a:pt x="21600" y="21600"/>
                </a:cubicBezTo>
                <a:lnTo>
                  <a:pt x="21600" y="0"/>
                </a:lnTo>
                <a:close/>
                <a:moveTo>
                  <a:pt x="14050" y="17633"/>
                </a:moveTo>
                <a:cubicBezTo>
                  <a:pt x="14050" y="19837"/>
                  <a:pt x="13212" y="21600"/>
                  <a:pt x="11953" y="21600"/>
                </a:cubicBezTo>
                <a:cubicBezTo>
                  <a:pt x="1887" y="21600"/>
                  <a:pt x="1887" y="21600"/>
                  <a:pt x="1887" y="21600"/>
                </a:cubicBezTo>
                <a:cubicBezTo>
                  <a:pt x="839" y="21600"/>
                  <a:pt x="0" y="19837"/>
                  <a:pt x="0" y="17633"/>
                </a:cubicBezTo>
                <a:cubicBezTo>
                  <a:pt x="0" y="3967"/>
                  <a:pt x="0" y="3967"/>
                  <a:pt x="0" y="3967"/>
                </a:cubicBezTo>
                <a:cubicBezTo>
                  <a:pt x="0" y="1763"/>
                  <a:pt x="839" y="0"/>
                  <a:pt x="1887" y="0"/>
                </a:cubicBezTo>
                <a:cubicBezTo>
                  <a:pt x="11953" y="0"/>
                  <a:pt x="11953" y="0"/>
                  <a:pt x="11953" y="0"/>
                </a:cubicBezTo>
                <a:cubicBezTo>
                  <a:pt x="13212" y="0"/>
                  <a:pt x="14050" y="1763"/>
                  <a:pt x="14050" y="3967"/>
                </a:cubicBezTo>
                <a:lnTo>
                  <a:pt x="14050" y="17633"/>
                </a:lnTo>
                <a:close/>
              </a:path>
            </a:pathLst>
          </a:custGeom>
          <a:solidFill>
            <a:schemeClr val="accent4">
              <a:lumOff val="58054"/>
            </a:schemeClr>
          </a:solidFill>
          <a:ln w="12700">
            <a:miter lim="400000"/>
          </a:ln>
        </p:spPr>
        <p:txBody>
          <a:bodyPr lIns="109727" tIns="109727" rIns="109727" bIns="109727"/>
          <a:lstStyle/>
          <a:p>
            <a:endParaRPr/>
          </a:p>
        </p:txBody>
      </p:sp>
      <p:sp>
        <p:nvSpPr>
          <p:cNvPr id="505" name="Shape"/>
          <p:cNvSpPr/>
          <p:nvPr/>
        </p:nvSpPr>
        <p:spPr>
          <a:xfrm>
            <a:off x="4457172" y="11406953"/>
            <a:ext cx="394655" cy="393704"/>
          </a:xfrm>
          <a:custGeom>
            <a:avLst/>
            <a:gdLst/>
            <a:ahLst/>
            <a:cxnLst>
              <a:cxn ang="0">
                <a:pos x="wd2" y="hd2"/>
              </a:cxn>
              <a:cxn ang="5400000">
                <a:pos x="wd2" y="hd2"/>
              </a:cxn>
              <a:cxn ang="10800000">
                <a:pos x="wd2" y="hd2"/>
              </a:cxn>
              <a:cxn ang="16200000">
                <a:pos x="wd2" y="hd2"/>
              </a:cxn>
            </a:cxnLst>
            <a:rect l="0" t="0" r="r" b="b"/>
            <a:pathLst>
              <a:path w="20622" h="20572" extrusionOk="0">
                <a:moveTo>
                  <a:pt x="17522" y="18472"/>
                </a:moveTo>
                <a:cubicBezTo>
                  <a:pt x="16922" y="18472"/>
                  <a:pt x="16522" y="18072"/>
                  <a:pt x="16522" y="17472"/>
                </a:cubicBezTo>
                <a:cubicBezTo>
                  <a:pt x="16522" y="16872"/>
                  <a:pt x="16922" y="16472"/>
                  <a:pt x="17522" y="16472"/>
                </a:cubicBezTo>
                <a:cubicBezTo>
                  <a:pt x="17922" y="16472"/>
                  <a:pt x="18522" y="16872"/>
                  <a:pt x="18522" y="17472"/>
                </a:cubicBezTo>
                <a:cubicBezTo>
                  <a:pt x="18522" y="18072"/>
                  <a:pt x="17922" y="18472"/>
                  <a:pt x="17522" y="18472"/>
                </a:cubicBezTo>
                <a:close/>
                <a:moveTo>
                  <a:pt x="6122" y="10072"/>
                </a:moveTo>
                <a:cubicBezTo>
                  <a:pt x="7122" y="10072"/>
                  <a:pt x="8122" y="10272"/>
                  <a:pt x="8722" y="11072"/>
                </a:cubicBezTo>
                <a:cubicBezTo>
                  <a:pt x="16322" y="18672"/>
                  <a:pt x="16322" y="18672"/>
                  <a:pt x="16322" y="18672"/>
                </a:cubicBezTo>
                <a:cubicBezTo>
                  <a:pt x="17122" y="19272"/>
                  <a:pt x="18122" y="19272"/>
                  <a:pt x="18722" y="18672"/>
                </a:cubicBezTo>
                <a:cubicBezTo>
                  <a:pt x="19322" y="18072"/>
                  <a:pt x="19322" y="17072"/>
                  <a:pt x="18722" y="16472"/>
                </a:cubicBezTo>
                <a:cubicBezTo>
                  <a:pt x="11122" y="8872"/>
                  <a:pt x="11122" y="8872"/>
                  <a:pt x="11122" y="8872"/>
                </a:cubicBezTo>
                <a:cubicBezTo>
                  <a:pt x="10322" y="8072"/>
                  <a:pt x="9922" y="7072"/>
                  <a:pt x="10122" y="6072"/>
                </a:cubicBezTo>
                <a:cubicBezTo>
                  <a:pt x="10322" y="3672"/>
                  <a:pt x="8322" y="1472"/>
                  <a:pt x="5722" y="1472"/>
                </a:cubicBezTo>
                <a:cubicBezTo>
                  <a:pt x="8122" y="3872"/>
                  <a:pt x="8122" y="3872"/>
                  <a:pt x="8122" y="3872"/>
                </a:cubicBezTo>
                <a:cubicBezTo>
                  <a:pt x="8322" y="4472"/>
                  <a:pt x="7922" y="5872"/>
                  <a:pt x="6922" y="6672"/>
                </a:cubicBezTo>
                <a:cubicBezTo>
                  <a:pt x="5922" y="7672"/>
                  <a:pt x="4522" y="8272"/>
                  <a:pt x="3922" y="8072"/>
                </a:cubicBezTo>
                <a:cubicBezTo>
                  <a:pt x="1522" y="5672"/>
                  <a:pt x="1522" y="5672"/>
                  <a:pt x="1522" y="5672"/>
                </a:cubicBezTo>
                <a:cubicBezTo>
                  <a:pt x="1522" y="8272"/>
                  <a:pt x="3722" y="10272"/>
                  <a:pt x="6122" y="10072"/>
                </a:cubicBezTo>
                <a:close/>
                <a:moveTo>
                  <a:pt x="15322" y="19672"/>
                </a:moveTo>
                <a:cubicBezTo>
                  <a:pt x="7922" y="12272"/>
                  <a:pt x="7922" y="12272"/>
                  <a:pt x="7922" y="12272"/>
                </a:cubicBezTo>
                <a:cubicBezTo>
                  <a:pt x="7522" y="11872"/>
                  <a:pt x="6722" y="11472"/>
                  <a:pt x="5922" y="11472"/>
                </a:cubicBezTo>
                <a:cubicBezTo>
                  <a:pt x="4522" y="11672"/>
                  <a:pt x="2922" y="11072"/>
                  <a:pt x="1722" y="9872"/>
                </a:cubicBezTo>
                <a:cubicBezTo>
                  <a:pt x="122" y="8272"/>
                  <a:pt x="-678" y="5672"/>
                  <a:pt x="722" y="2872"/>
                </a:cubicBezTo>
                <a:cubicBezTo>
                  <a:pt x="4522" y="6672"/>
                  <a:pt x="4522" y="6672"/>
                  <a:pt x="4522" y="6672"/>
                </a:cubicBezTo>
                <a:cubicBezTo>
                  <a:pt x="5322" y="6272"/>
                  <a:pt x="6322" y="5272"/>
                  <a:pt x="6522" y="4472"/>
                </a:cubicBezTo>
                <a:cubicBezTo>
                  <a:pt x="2922" y="872"/>
                  <a:pt x="2922" y="872"/>
                  <a:pt x="2922" y="872"/>
                </a:cubicBezTo>
                <a:cubicBezTo>
                  <a:pt x="5722" y="-728"/>
                  <a:pt x="8322" y="72"/>
                  <a:pt x="9922" y="1672"/>
                </a:cubicBezTo>
                <a:cubicBezTo>
                  <a:pt x="10922" y="2872"/>
                  <a:pt x="11522" y="4472"/>
                  <a:pt x="11522" y="5872"/>
                </a:cubicBezTo>
                <a:cubicBezTo>
                  <a:pt x="11522" y="6672"/>
                  <a:pt x="11922" y="7472"/>
                  <a:pt x="12322" y="7872"/>
                </a:cubicBezTo>
                <a:cubicBezTo>
                  <a:pt x="19722" y="15272"/>
                  <a:pt x="19722" y="15272"/>
                  <a:pt x="19722" y="15272"/>
                </a:cubicBezTo>
                <a:cubicBezTo>
                  <a:pt x="20922" y="16472"/>
                  <a:pt x="20922" y="18472"/>
                  <a:pt x="19722" y="19672"/>
                </a:cubicBezTo>
                <a:cubicBezTo>
                  <a:pt x="18522" y="20872"/>
                  <a:pt x="16522" y="20872"/>
                  <a:pt x="15322" y="19672"/>
                </a:cubicBezTo>
                <a:close/>
              </a:path>
            </a:pathLst>
          </a:custGeom>
          <a:solidFill>
            <a:schemeClr val="accent4">
              <a:lumOff val="58054"/>
            </a:schemeClr>
          </a:solidFill>
          <a:ln w="12700">
            <a:miter lim="400000"/>
          </a:ln>
        </p:spPr>
        <p:txBody>
          <a:bodyPr lIns="109727" tIns="109727" rIns="109727" bIns="109727"/>
          <a:lstStyle/>
          <a:p>
            <a:endParaRPr/>
          </a:p>
        </p:txBody>
      </p:sp>
      <p:sp>
        <p:nvSpPr>
          <p:cNvPr id="506" name="Shape"/>
          <p:cNvSpPr/>
          <p:nvPr/>
        </p:nvSpPr>
        <p:spPr>
          <a:xfrm>
            <a:off x="4449937" y="12353974"/>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9131" y="4447"/>
                </a:moveTo>
                <a:lnTo>
                  <a:pt x="21600" y="6988"/>
                </a:lnTo>
                <a:lnTo>
                  <a:pt x="21600" y="0"/>
                </a:lnTo>
                <a:lnTo>
                  <a:pt x="14811" y="0"/>
                </a:lnTo>
                <a:lnTo>
                  <a:pt x="16663" y="2541"/>
                </a:lnTo>
                <a:lnTo>
                  <a:pt x="14194" y="5082"/>
                </a:lnTo>
                <a:lnTo>
                  <a:pt x="6789" y="5082"/>
                </a:lnTo>
                <a:lnTo>
                  <a:pt x="4320" y="2541"/>
                </a:lnTo>
                <a:lnTo>
                  <a:pt x="6789" y="0"/>
                </a:lnTo>
                <a:lnTo>
                  <a:pt x="0" y="0"/>
                </a:lnTo>
                <a:lnTo>
                  <a:pt x="0" y="6988"/>
                </a:lnTo>
                <a:lnTo>
                  <a:pt x="2469" y="4447"/>
                </a:lnTo>
                <a:lnTo>
                  <a:pt x="4937" y="6988"/>
                </a:lnTo>
                <a:lnTo>
                  <a:pt x="4937" y="14612"/>
                </a:lnTo>
                <a:lnTo>
                  <a:pt x="2469" y="17153"/>
                </a:lnTo>
                <a:lnTo>
                  <a:pt x="0" y="15247"/>
                </a:lnTo>
                <a:lnTo>
                  <a:pt x="0" y="21600"/>
                </a:lnTo>
                <a:lnTo>
                  <a:pt x="6789" y="21600"/>
                </a:lnTo>
                <a:lnTo>
                  <a:pt x="4320" y="19694"/>
                </a:lnTo>
                <a:lnTo>
                  <a:pt x="6789" y="17153"/>
                </a:lnTo>
                <a:lnTo>
                  <a:pt x="14194" y="17153"/>
                </a:lnTo>
                <a:lnTo>
                  <a:pt x="16663" y="19694"/>
                </a:lnTo>
                <a:lnTo>
                  <a:pt x="14811" y="21600"/>
                </a:lnTo>
                <a:lnTo>
                  <a:pt x="21600" y="21600"/>
                </a:lnTo>
                <a:lnTo>
                  <a:pt x="21600" y="15247"/>
                </a:lnTo>
                <a:lnTo>
                  <a:pt x="19131" y="17153"/>
                </a:lnTo>
                <a:lnTo>
                  <a:pt x="16663" y="14612"/>
                </a:lnTo>
                <a:lnTo>
                  <a:pt x="16663" y="6988"/>
                </a:lnTo>
                <a:lnTo>
                  <a:pt x="19131" y="4447"/>
                </a:lnTo>
                <a:close/>
              </a:path>
            </a:pathLst>
          </a:custGeom>
          <a:solidFill>
            <a:schemeClr val="accent4">
              <a:lumOff val="58054"/>
            </a:schemeClr>
          </a:solidFill>
          <a:ln w="12700">
            <a:miter lim="400000"/>
          </a:ln>
        </p:spPr>
        <p:txBody>
          <a:bodyPr lIns="109727" tIns="109727" rIns="109727" bIns="109727"/>
          <a:lstStyle/>
          <a:p>
            <a:endParaRPr/>
          </a:p>
        </p:txBody>
      </p:sp>
      <p:sp>
        <p:nvSpPr>
          <p:cNvPr id="507" name="Shape"/>
          <p:cNvSpPr/>
          <p:nvPr/>
        </p:nvSpPr>
        <p:spPr>
          <a:xfrm>
            <a:off x="5494844" y="5693247"/>
            <a:ext cx="390407" cy="367441"/>
          </a:xfrm>
          <a:custGeom>
            <a:avLst/>
            <a:gdLst/>
            <a:ahLst/>
            <a:cxnLst>
              <a:cxn ang="0">
                <a:pos x="wd2" y="hd2"/>
              </a:cxn>
              <a:cxn ang="5400000">
                <a:pos x="wd2" y="hd2"/>
              </a:cxn>
              <a:cxn ang="10800000">
                <a:pos x="wd2" y="hd2"/>
              </a:cxn>
              <a:cxn ang="16200000">
                <a:pos x="wd2" y="hd2"/>
              </a:cxn>
            </a:cxnLst>
            <a:rect l="0" t="0" r="r" b="b"/>
            <a:pathLst>
              <a:path w="21600" h="21600" extrusionOk="0">
                <a:moveTo>
                  <a:pt x="6291" y="3638"/>
                </a:moveTo>
                <a:cubicBezTo>
                  <a:pt x="7340" y="2501"/>
                  <a:pt x="9017" y="1592"/>
                  <a:pt x="10695" y="1592"/>
                </a:cubicBezTo>
                <a:cubicBezTo>
                  <a:pt x="12373" y="1592"/>
                  <a:pt x="14050" y="2501"/>
                  <a:pt x="15099" y="3638"/>
                </a:cubicBezTo>
                <a:cubicBezTo>
                  <a:pt x="16357" y="2501"/>
                  <a:pt x="16357" y="2501"/>
                  <a:pt x="16357" y="2501"/>
                </a:cubicBezTo>
                <a:cubicBezTo>
                  <a:pt x="14889" y="909"/>
                  <a:pt x="12792" y="0"/>
                  <a:pt x="10695" y="0"/>
                </a:cubicBezTo>
                <a:cubicBezTo>
                  <a:pt x="8598" y="0"/>
                  <a:pt x="6501" y="909"/>
                  <a:pt x="5243" y="2501"/>
                </a:cubicBezTo>
                <a:lnTo>
                  <a:pt x="6291" y="3638"/>
                </a:lnTo>
                <a:close/>
                <a:moveTo>
                  <a:pt x="8179" y="5684"/>
                </a:moveTo>
                <a:cubicBezTo>
                  <a:pt x="8808" y="5002"/>
                  <a:pt x="9647" y="4547"/>
                  <a:pt x="10695" y="4547"/>
                </a:cubicBezTo>
                <a:cubicBezTo>
                  <a:pt x="11744" y="4547"/>
                  <a:pt x="12583" y="5002"/>
                  <a:pt x="13212" y="5684"/>
                </a:cubicBezTo>
                <a:cubicBezTo>
                  <a:pt x="14260" y="4547"/>
                  <a:pt x="14260" y="4547"/>
                  <a:pt x="14260" y="4547"/>
                </a:cubicBezTo>
                <a:cubicBezTo>
                  <a:pt x="13421" y="3411"/>
                  <a:pt x="12163" y="2956"/>
                  <a:pt x="10695" y="2956"/>
                </a:cubicBezTo>
                <a:cubicBezTo>
                  <a:pt x="9227" y="2956"/>
                  <a:pt x="7969" y="3411"/>
                  <a:pt x="7130" y="4547"/>
                </a:cubicBezTo>
                <a:lnTo>
                  <a:pt x="8179" y="5684"/>
                </a:lnTo>
                <a:close/>
                <a:moveTo>
                  <a:pt x="15518" y="16825"/>
                </a:moveTo>
                <a:cubicBezTo>
                  <a:pt x="17406" y="21600"/>
                  <a:pt x="17406" y="21600"/>
                  <a:pt x="17406" y="21600"/>
                </a:cubicBezTo>
                <a:cubicBezTo>
                  <a:pt x="3984" y="21600"/>
                  <a:pt x="3984" y="21600"/>
                  <a:pt x="3984" y="21600"/>
                </a:cubicBezTo>
                <a:cubicBezTo>
                  <a:pt x="6082" y="16825"/>
                  <a:pt x="6082" y="16825"/>
                  <a:pt x="6082" y="16825"/>
                </a:cubicBezTo>
                <a:lnTo>
                  <a:pt x="15518" y="16825"/>
                </a:lnTo>
                <a:close/>
                <a:moveTo>
                  <a:pt x="19503" y="10459"/>
                </a:moveTo>
                <a:cubicBezTo>
                  <a:pt x="19083" y="10459"/>
                  <a:pt x="18874" y="10232"/>
                  <a:pt x="18874" y="9777"/>
                </a:cubicBezTo>
                <a:cubicBezTo>
                  <a:pt x="18874" y="9549"/>
                  <a:pt x="19083" y="9095"/>
                  <a:pt x="19503" y="9095"/>
                </a:cubicBezTo>
                <a:cubicBezTo>
                  <a:pt x="19713" y="9095"/>
                  <a:pt x="20132" y="9549"/>
                  <a:pt x="20132" y="9777"/>
                </a:cubicBezTo>
                <a:cubicBezTo>
                  <a:pt x="20132" y="10232"/>
                  <a:pt x="19713" y="10459"/>
                  <a:pt x="19503" y="10459"/>
                </a:cubicBezTo>
                <a:close/>
                <a:moveTo>
                  <a:pt x="0" y="7731"/>
                </a:moveTo>
                <a:cubicBezTo>
                  <a:pt x="0" y="19099"/>
                  <a:pt x="0" y="19099"/>
                  <a:pt x="0" y="19099"/>
                </a:cubicBezTo>
                <a:cubicBezTo>
                  <a:pt x="2726" y="19099"/>
                  <a:pt x="2726" y="19099"/>
                  <a:pt x="2726" y="19099"/>
                </a:cubicBezTo>
                <a:cubicBezTo>
                  <a:pt x="4614" y="14779"/>
                  <a:pt x="4614" y="14779"/>
                  <a:pt x="4614" y="14779"/>
                </a:cubicBezTo>
                <a:cubicBezTo>
                  <a:pt x="16777" y="14779"/>
                  <a:pt x="16777" y="14779"/>
                  <a:pt x="16777" y="14779"/>
                </a:cubicBezTo>
                <a:cubicBezTo>
                  <a:pt x="18874" y="19099"/>
                  <a:pt x="18874" y="19099"/>
                  <a:pt x="18874" y="19099"/>
                </a:cubicBezTo>
                <a:cubicBezTo>
                  <a:pt x="21600" y="19099"/>
                  <a:pt x="21600" y="19099"/>
                  <a:pt x="21600" y="19099"/>
                </a:cubicBezTo>
                <a:cubicBezTo>
                  <a:pt x="21600" y="7731"/>
                  <a:pt x="21600" y="7731"/>
                  <a:pt x="21600" y="7731"/>
                </a:cubicBezTo>
                <a:lnTo>
                  <a:pt x="0" y="7731"/>
                </a:lnTo>
                <a:close/>
              </a:path>
            </a:pathLst>
          </a:custGeom>
          <a:solidFill>
            <a:schemeClr val="accent4">
              <a:lumOff val="58054"/>
            </a:schemeClr>
          </a:solidFill>
          <a:ln w="12700">
            <a:miter lim="400000"/>
          </a:ln>
        </p:spPr>
        <p:txBody>
          <a:bodyPr lIns="109727" tIns="109727" rIns="109727" bIns="109727"/>
          <a:lstStyle/>
          <a:p>
            <a:endParaRPr/>
          </a:p>
        </p:txBody>
      </p:sp>
      <p:sp>
        <p:nvSpPr>
          <p:cNvPr id="508" name="Shape"/>
          <p:cNvSpPr/>
          <p:nvPr/>
        </p:nvSpPr>
        <p:spPr>
          <a:xfrm>
            <a:off x="5494844" y="6626199"/>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13421" y="15938"/>
                </a:moveTo>
                <a:cubicBezTo>
                  <a:pt x="12583" y="15938"/>
                  <a:pt x="11953" y="15518"/>
                  <a:pt x="11953" y="14680"/>
                </a:cubicBezTo>
                <a:cubicBezTo>
                  <a:pt x="11953" y="14050"/>
                  <a:pt x="12583" y="13421"/>
                  <a:pt x="13421" y="13421"/>
                </a:cubicBezTo>
                <a:cubicBezTo>
                  <a:pt x="14050" y="13421"/>
                  <a:pt x="14680" y="14050"/>
                  <a:pt x="14680" y="14680"/>
                </a:cubicBezTo>
                <a:cubicBezTo>
                  <a:pt x="14680" y="15518"/>
                  <a:pt x="14050" y="15938"/>
                  <a:pt x="13421" y="15938"/>
                </a:cubicBezTo>
                <a:close/>
                <a:moveTo>
                  <a:pt x="17196" y="14680"/>
                </a:moveTo>
                <a:cubicBezTo>
                  <a:pt x="17196" y="13212"/>
                  <a:pt x="15938" y="12163"/>
                  <a:pt x="14470" y="12163"/>
                </a:cubicBezTo>
                <a:cubicBezTo>
                  <a:pt x="6920" y="12163"/>
                  <a:pt x="6920" y="12163"/>
                  <a:pt x="6920" y="12163"/>
                </a:cubicBezTo>
                <a:cubicBezTo>
                  <a:pt x="5452" y="12163"/>
                  <a:pt x="4194" y="13212"/>
                  <a:pt x="4194" y="14680"/>
                </a:cubicBezTo>
                <a:cubicBezTo>
                  <a:pt x="4194" y="16148"/>
                  <a:pt x="5452" y="17406"/>
                  <a:pt x="6920" y="17406"/>
                </a:cubicBezTo>
                <a:cubicBezTo>
                  <a:pt x="14470" y="17406"/>
                  <a:pt x="14470" y="17406"/>
                  <a:pt x="14470" y="17406"/>
                </a:cubicBezTo>
                <a:cubicBezTo>
                  <a:pt x="15938" y="17406"/>
                  <a:pt x="17196" y="16148"/>
                  <a:pt x="17196" y="14680"/>
                </a:cubicBezTo>
                <a:close/>
                <a:moveTo>
                  <a:pt x="14470" y="13002"/>
                </a:moveTo>
                <a:cubicBezTo>
                  <a:pt x="15518" y="13002"/>
                  <a:pt x="16357" y="13841"/>
                  <a:pt x="16357" y="14680"/>
                </a:cubicBezTo>
                <a:cubicBezTo>
                  <a:pt x="16357" y="15728"/>
                  <a:pt x="15518" y="16357"/>
                  <a:pt x="14470" y="16357"/>
                </a:cubicBezTo>
                <a:cubicBezTo>
                  <a:pt x="6920" y="16357"/>
                  <a:pt x="6920" y="16357"/>
                  <a:pt x="6920" y="16357"/>
                </a:cubicBezTo>
                <a:cubicBezTo>
                  <a:pt x="5872" y="16357"/>
                  <a:pt x="5243" y="15728"/>
                  <a:pt x="5243" y="14680"/>
                </a:cubicBezTo>
                <a:cubicBezTo>
                  <a:pt x="5243" y="13841"/>
                  <a:pt x="5872" y="13002"/>
                  <a:pt x="6920" y="13002"/>
                </a:cubicBezTo>
                <a:lnTo>
                  <a:pt x="14470" y="13002"/>
                </a:lnTo>
                <a:close/>
                <a:moveTo>
                  <a:pt x="8388" y="8598"/>
                </a:moveTo>
                <a:cubicBezTo>
                  <a:pt x="7550" y="8598"/>
                  <a:pt x="6920" y="7969"/>
                  <a:pt x="6920" y="7340"/>
                </a:cubicBezTo>
                <a:cubicBezTo>
                  <a:pt x="6920" y="6501"/>
                  <a:pt x="7550" y="5872"/>
                  <a:pt x="8388" y="5872"/>
                </a:cubicBezTo>
                <a:cubicBezTo>
                  <a:pt x="9017" y="5872"/>
                  <a:pt x="9647" y="6501"/>
                  <a:pt x="9647" y="7340"/>
                </a:cubicBezTo>
                <a:cubicBezTo>
                  <a:pt x="9647" y="7969"/>
                  <a:pt x="9017" y="8598"/>
                  <a:pt x="8388" y="8598"/>
                </a:cubicBezTo>
                <a:close/>
                <a:moveTo>
                  <a:pt x="17196" y="7340"/>
                </a:moveTo>
                <a:cubicBezTo>
                  <a:pt x="17196" y="5872"/>
                  <a:pt x="15938" y="4614"/>
                  <a:pt x="14470" y="4614"/>
                </a:cubicBezTo>
                <a:cubicBezTo>
                  <a:pt x="6920" y="4614"/>
                  <a:pt x="6920" y="4614"/>
                  <a:pt x="6920" y="4614"/>
                </a:cubicBezTo>
                <a:cubicBezTo>
                  <a:pt x="5452" y="4614"/>
                  <a:pt x="4194" y="5872"/>
                  <a:pt x="4194" y="7340"/>
                </a:cubicBezTo>
                <a:cubicBezTo>
                  <a:pt x="4194" y="8808"/>
                  <a:pt x="5452" y="9856"/>
                  <a:pt x="6920" y="9856"/>
                </a:cubicBezTo>
                <a:cubicBezTo>
                  <a:pt x="14470" y="9856"/>
                  <a:pt x="14470" y="9856"/>
                  <a:pt x="14470" y="9856"/>
                </a:cubicBezTo>
                <a:cubicBezTo>
                  <a:pt x="15938" y="9856"/>
                  <a:pt x="17196" y="8808"/>
                  <a:pt x="17196" y="7340"/>
                </a:cubicBezTo>
                <a:close/>
                <a:moveTo>
                  <a:pt x="21600" y="3984"/>
                </a:moveTo>
                <a:cubicBezTo>
                  <a:pt x="21600" y="1887"/>
                  <a:pt x="19713" y="0"/>
                  <a:pt x="17616" y="0"/>
                </a:cubicBezTo>
                <a:cubicBezTo>
                  <a:pt x="3775" y="0"/>
                  <a:pt x="3775" y="0"/>
                  <a:pt x="3775" y="0"/>
                </a:cubicBezTo>
                <a:cubicBezTo>
                  <a:pt x="1678" y="0"/>
                  <a:pt x="0" y="1887"/>
                  <a:pt x="0" y="3984"/>
                </a:cubicBezTo>
                <a:cubicBezTo>
                  <a:pt x="0" y="17825"/>
                  <a:pt x="0" y="17825"/>
                  <a:pt x="0" y="17825"/>
                </a:cubicBezTo>
                <a:cubicBezTo>
                  <a:pt x="0" y="19922"/>
                  <a:pt x="1678" y="21600"/>
                  <a:pt x="3775" y="21600"/>
                </a:cubicBezTo>
                <a:cubicBezTo>
                  <a:pt x="17616" y="21600"/>
                  <a:pt x="17616" y="21600"/>
                  <a:pt x="17616" y="21600"/>
                </a:cubicBezTo>
                <a:cubicBezTo>
                  <a:pt x="19713" y="21600"/>
                  <a:pt x="21600" y="19922"/>
                  <a:pt x="21600" y="17825"/>
                </a:cubicBezTo>
                <a:lnTo>
                  <a:pt x="21600" y="3984"/>
                </a:lnTo>
                <a:close/>
                <a:moveTo>
                  <a:pt x="17406" y="2097"/>
                </a:moveTo>
                <a:cubicBezTo>
                  <a:pt x="18454" y="2097"/>
                  <a:pt x="19503" y="3146"/>
                  <a:pt x="19503" y="4194"/>
                </a:cubicBezTo>
                <a:cubicBezTo>
                  <a:pt x="19503" y="17406"/>
                  <a:pt x="19503" y="17406"/>
                  <a:pt x="19503" y="17406"/>
                </a:cubicBezTo>
                <a:cubicBezTo>
                  <a:pt x="19503" y="18664"/>
                  <a:pt x="18454" y="19503"/>
                  <a:pt x="17406" y="19503"/>
                </a:cubicBezTo>
                <a:cubicBezTo>
                  <a:pt x="4194" y="19503"/>
                  <a:pt x="4194" y="19503"/>
                  <a:pt x="4194" y="19503"/>
                </a:cubicBezTo>
                <a:cubicBezTo>
                  <a:pt x="2936" y="19503"/>
                  <a:pt x="2097" y="18664"/>
                  <a:pt x="2097" y="17406"/>
                </a:cubicBezTo>
                <a:cubicBezTo>
                  <a:pt x="2097" y="4194"/>
                  <a:pt x="2097" y="4194"/>
                  <a:pt x="2097" y="4194"/>
                </a:cubicBezTo>
                <a:cubicBezTo>
                  <a:pt x="2097" y="3146"/>
                  <a:pt x="2936" y="2097"/>
                  <a:pt x="4194" y="2097"/>
                </a:cubicBezTo>
                <a:lnTo>
                  <a:pt x="17406" y="2097"/>
                </a:lnTo>
                <a:close/>
              </a:path>
            </a:pathLst>
          </a:custGeom>
          <a:solidFill>
            <a:schemeClr val="accent4">
              <a:lumOff val="58054"/>
            </a:schemeClr>
          </a:solidFill>
          <a:ln w="12700">
            <a:miter lim="400000"/>
          </a:ln>
        </p:spPr>
        <p:txBody>
          <a:bodyPr lIns="109727" tIns="109727" rIns="109727" bIns="109727"/>
          <a:lstStyle/>
          <a:p>
            <a:endParaRPr/>
          </a:p>
        </p:txBody>
      </p:sp>
      <p:sp>
        <p:nvSpPr>
          <p:cNvPr id="509" name="Shape"/>
          <p:cNvSpPr/>
          <p:nvPr/>
        </p:nvSpPr>
        <p:spPr>
          <a:xfrm>
            <a:off x="5494844" y="7563910"/>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16357" y="15938"/>
                </a:moveTo>
                <a:cubicBezTo>
                  <a:pt x="14260" y="15938"/>
                  <a:pt x="14260" y="15938"/>
                  <a:pt x="14260" y="15938"/>
                </a:cubicBezTo>
                <a:cubicBezTo>
                  <a:pt x="14260" y="10905"/>
                  <a:pt x="14260" y="10905"/>
                  <a:pt x="14260" y="10905"/>
                </a:cubicBezTo>
                <a:cubicBezTo>
                  <a:pt x="6082" y="16357"/>
                  <a:pt x="6082" y="16357"/>
                  <a:pt x="6082" y="16357"/>
                </a:cubicBezTo>
                <a:cubicBezTo>
                  <a:pt x="6082" y="5243"/>
                  <a:pt x="6082" y="5243"/>
                  <a:pt x="6082" y="5243"/>
                </a:cubicBezTo>
                <a:cubicBezTo>
                  <a:pt x="14260" y="10905"/>
                  <a:pt x="14260" y="10905"/>
                  <a:pt x="14260" y="10905"/>
                </a:cubicBezTo>
                <a:cubicBezTo>
                  <a:pt x="14260" y="5662"/>
                  <a:pt x="14260" y="5662"/>
                  <a:pt x="14260" y="5662"/>
                </a:cubicBezTo>
                <a:cubicBezTo>
                  <a:pt x="16357" y="5662"/>
                  <a:pt x="16357" y="5662"/>
                  <a:pt x="16357" y="5662"/>
                </a:cubicBezTo>
                <a:lnTo>
                  <a:pt x="16357" y="15938"/>
                </a:lnTo>
                <a:close/>
                <a:moveTo>
                  <a:pt x="10695" y="0"/>
                </a:moveTo>
                <a:cubicBezTo>
                  <a:pt x="4823" y="0"/>
                  <a:pt x="0" y="4823"/>
                  <a:pt x="0" y="10905"/>
                </a:cubicBezTo>
                <a:cubicBezTo>
                  <a:pt x="0" y="16777"/>
                  <a:pt x="4823" y="21600"/>
                  <a:pt x="10695" y="21600"/>
                </a:cubicBezTo>
                <a:cubicBezTo>
                  <a:pt x="16777" y="21600"/>
                  <a:pt x="21600" y="16777"/>
                  <a:pt x="21600" y="10905"/>
                </a:cubicBezTo>
                <a:cubicBezTo>
                  <a:pt x="21600" y="4823"/>
                  <a:pt x="16777" y="0"/>
                  <a:pt x="1069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10" name="Shape"/>
          <p:cNvSpPr/>
          <p:nvPr/>
        </p:nvSpPr>
        <p:spPr>
          <a:xfrm>
            <a:off x="5494844" y="8498897"/>
            <a:ext cx="390407" cy="401891"/>
          </a:xfrm>
          <a:custGeom>
            <a:avLst/>
            <a:gdLst/>
            <a:ahLst/>
            <a:cxnLst>
              <a:cxn ang="0">
                <a:pos x="wd2" y="hd2"/>
              </a:cxn>
              <a:cxn ang="5400000">
                <a:pos x="wd2" y="hd2"/>
              </a:cxn>
              <a:cxn ang="10800000">
                <a:pos x="wd2" y="hd2"/>
              </a:cxn>
              <a:cxn ang="16200000">
                <a:pos x="wd2" y="hd2"/>
              </a:cxn>
            </a:cxnLst>
            <a:rect l="0" t="0" r="r" b="b"/>
            <a:pathLst>
              <a:path w="21600" h="21600" extrusionOk="0">
                <a:moveTo>
                  <a:pt x="10695" y="14680"/>
                </a:moveTo>
                <a:cubicBezTo>
                  <a:pt x="8598" y="14680"/>
                  <a:pt x="6711" y="13002"/>
                  <a:pt x="6711" y="10695"/>
                </a:cubicBezTo>
                <a:cubicBezTo>
                  <a:pt x="6711" y="8598"/>
                  <a:pt x="8598" y="6711"/>
                  <a:pt x="10695" y="6711"/>
                </a:cubicBezTo>
                <a:cubicBezTo>
                  <a:pt x="13002" y="6711"/>
                  <a:pt x="14680" y="8598"/>
                  <a:pt x="14680" y="10695"/>
                </a:cubicBezTo>
                <a:cubicBezTo>
                  <a:pt x="14680" y="13002"/>
                  <a:pt x="13002" y="14680"/>
                  <a:pt x="10695" y="14680"/>
                </a:cubicBezTo>
                <a:close/>
                <a:moveTo>
                  <a:pt x="21600" y="8808"/>
                </a:moveTo>
                <a:cubicBezTo>
                  <a:pt x="20132" y="8808"/>
                  <a:pt x="20132" y="8808"/>
                  <a:pt x="20132" y="8808"/>
                </a:cubicBezTo>
                <a:cubicBezTo>
                  <a:pt x="19922" y="8808"/>
                  <a:pt x="18874" y="8598"/>
                  <a:pt x="18454" y="7550"/>
                </a:cubicBezTo>
                <a:cubicBezTo>
                  <a:pt x="18035" y="6501"/>
                  <a:pt x="18664" y="5662"/>
                  <a:pt x="18874" y="5452"/>
                </a:cubicBezTo>
                <a:cubicBezTo>
                  <a:pt x="18874" y="5243"/>
                  <a:pt x="19713" y="4404"/>
                  <a:pt x="19713" y="4404"/>
                </a:cubicBezTo>
                <a:cubicBezTo>
                  <a:pt x="16986" y="1678"/>
                  <a:pt x="16986" y="1678"/>
                  <a:pt x="16986" y="1678"/>
                </a:cubicBezTo>
                <a:cubicBezTo>
                  <a:pt x="16986" y="1678"/>
                  <a:pt x="16148" y="2517"/>
                  <a:pt x="15938" y="2726"/>
                </a:cubicBezTo>
                <a:cubicBezTo>
                  <a:pt x="15728" y="2936"/>
                  <a:pt x="14889" y="3565"/>
                  <a:pt x="13841" y="2936"/>
                </a:cubicBezTo>
                <a:cubicBezTo>
                  <a:pt x="12792" y="2517"/>
                  <a:pt x="12792" y="1678"/>
                  <a:pt x="12792" y="1258"/>
                </a:cubicBezTo>
                <a:cubicBezTo>
                  <a:pt x="12792" y="1049"/>
                  <a:pt x="12792" y="0"/>
                  <a:pt x="12792" y="0"/>
                </a:cubicBezTo>
                <a:cubicBezTo>
                  <a:pt x="8598" y="0"/>
                  <a:pt x="8598" y="0"/>
                  <a:pt x="8598" y="0"/>
                </a:cubicBezTo>
                <a:cubicBezTo>
                  <a:pt x="8598" y="0"/>
                  <a:pt x="8598" y="1049"/>
                  <a:pt x="8598" y="1258"/>
                </a:cubicBezTo>
                <a:cubicBezTo>
                  <a:pt x="8598" y="1468"/>
                  <a:pt x="8598" y="2726"/>
                  <a:pt x="7550" y="2936"/>
                </a:cubicBezTo>
                <a:cubicBezTo>
                  <a:pt x="6501" y="3355"/>
                  <a:pt x="5662" y="2936"/>
                  <a:pt x="5452" y="2726"/>
                </a:cubicBezTo>
                <a:cubicBezTo>
                  <a:pt x="4404" y="1678"/>
                  <a:pt x="4404" y="1678"/>
                  <a:pt x="4404" y="1678"/>
                </a:cubicBezTo>
                <a:cubicBezTo>
                  <a:pt x="1678" y="4404"/>
                  <a:pt x="1678" y="4404"/>
                  <a:pt x="1678" y="4404"/>
                </a:cubicBezTo>
                <a:cubicBezTo>
                  <a:pt x="2517" y="5452"/>
                  <a:pt x="2517" y="5452"/>
                  <a:pt x="2517" y="5452"/>
                </a:cubicBezTo>
                <a:cubicBezTo>
                  <a:pt x="2936" y="5662"/>
                  <a:pt x="3355" y="6501"/>
                  <a:pt x="2936" y="7550"/>
                </a:cubicBezTo>
                <a:cubicBezTo>
                  <a:pt x="2517" y="8598"/>
                  <a:pt x="1678" y="8598"/>
                  <a:pt x="1258" y="8598"/>
                </a:cubicBezTo>
                <a:cubicBezTo>
                  <a:pt x="0" y="8598"/>
                  <a:pt x="0" y="8598"/>
                  <a:pt x="0" y="8598"/>
                </a:cubicBezTo>
                <a:cubicBezTo>
                  <a:pt x="0" y="12792"/>
                  <a:pt x="0" y="12792"/>
                  <a:pt x="0" y="12792"/>
                </a:cubicBezTo>
                <a:cubicBezTo>
                  <a:pt x="0" y="12792"/>
                  <a:pt x="1049" y="12792"/>
                  <a:pt x="1258" y="12792"/>
                </a:cubicBezTo>
                <a:cubicBezTo>
                  <a:pt x="1468" y="12792"/>
                  <a:pt x="2517" y="13002"/>
                  <a:pt x="2936" y="14050"/>
                </a:cubicBezTo>
                <a:cubicBezTo>
                  <a:pt x="3355" y="15099"/>
                  <a:pt x="2936" y="15728"/>
                  <a:pt x="2517" y="15938"/>
                </a:cubicBezTo>
                <a:cubicBezTo>
                  <a:pt x="1678" y="16986"/>
                  <a:pt x="1678" y="16986"/>
                  <a:pt x="1678" y="16986"/>
                </a:cubicBezTo>
                <a:cubicBezTo>
                  <a:pt x="4404" y="19713"/>
                  <a:pt x="4404" y="19713"/>
                  <a:pt x="4404" y="19713"/>
                </a:cubicBezTo>
                <a:cubicBezTo>
                  <a:pt x="4404" y="19713"/>
                  <a:pt x="5243" y="19083"/>
                  <a:pt x="5452" y="18874"/>
                </a:cubicBezTo>
                <a:cubicBezTo>
                  <a:pt x="5662" y="18664"/>
                  <a:pt x="6501" y="18035"/>
                  <a:pt x="7550" y="18454"/>
                </a:cubicBezTo>
                <a:cubicBezTo>
                  <a:pt x="8598" y="18874"/>
                  <a:pt x="8598" y="19922"/>
                  <a:pt x="8598" y="20132"/>
                </a:cubicBezTo>
                <a:cubicBezTo>
                  <a:pt x="8598" y="20551"/>
                  <a:pt x="8598" y="21600"/>
                  <a:pt x="8598" y="21600"/>
                </a:cubicBezTo>
                <a:cubicBezTo>
                  <a:pt x="12792" y="21600"/>
                  <a:pt x="12792" y="21600"/>
                  <a:pt x="12792" y="21600"/>
                </a:cubicBezTo>
                <a:cubicBezTo>
                  <a:pt x="12792" y="21600"/>
                  <a:pt x="12792" y="20551"/>
                  <a:pt x="12792" y="20132"/>
                </a:cubicBezTo>
                <a:cubicBezTo>
                  <a:pt x="12792" y="19922"/>
                  <a:pt x="12792" y="18874"/>
                  <a:pt x="13841" y="18454"/>
                </a:cubicBezTo>
                <a:cubicBezTo>
                  <a:pt x="14889" y="18035"/>
                  <a:pt x="15728" y="18664"/>
                  <a:pt x="15938" y="18874"/>
                </a:cubicBezTo>
                <a:cubicBezTo>
                  <a:pt x="15938" y="18874"/>
                  <a:pt x="15938" y="18874"/>
                  <a:pt x="15938" y="18874"/>
                </a:cubicBezTo>
                <a:cubicBezTo>
                  <a:pt x="16986" y="19713"/>
                  <a:pt x="16986" y="19713"/>
                  <a:pt x="16986" y="19713"/>
                </a:cubicBezTo>
                <a:cubicBezTo>
                  <a:pt x="19713" y="16986"/>
                  <a:pt x="19713" y="16986"/>
                  <a:pt x="19713" y="16986"/>
                </a:cubicBezTo>
                <a:cubicBezTo>
                  <a:pt x="18874" y="15938"/>
                  <a:pt x="18874" y="15938"/>
                  <a:pt x="18874" y="15938"/>
                </a:cubicBezTo>
                <a:cubicBezTo>
                  <a:pt x="18664" y="15728"/>
                  <a:pt x="18035" y="14889"/>
                  <a:pt x="18454" y="13841"/>
                </a:cubicBezTo>
                <a:cubicBezTo>
                  <a:pt x="18874" y="12792"/>
                  <a:pt x="19922" y="12792"/>
                  <a:pt x="20132" y="12792"/>
                </a:cubicBezTo>
                <a:cubicBezTo>
                  <a:pt x="20132" y="12792"/>
                  <a:pt x="21600" y="12792"/>
                  <a:pt x="21600" y="12792"/>
                </a:cubicBezTo>
                <a:lnTo>
                  <a:pt x="21600" y="8808"/>
                </a:lnTo>
                <a:close/>
              </a:path>
            </a:pathLst>
          </a:custGeom>
          <a:solidFill>
            <a:schemeClr val="accent4">
              <a:lumOff val="58054"/>
            </a:schemeClr>
          </a:solidFill>
          <a:ln w="12700">
            <a:miter lim="400000"/>
          </a:ln>
        </p:spPr>
        <p:txBody>
          <a:bodyPr lIns="109727" tIns="109727" rIns="109727" bIns="109727"/>
          <a:lstStyle/>
          <a:p>
            <a:endParaRPr/>
          </a:p>
        </p:txBody>
      </p:sp>
      <p:sp>
        <p:nvSpPr>
          <p:cNvPr id="511" name="Shape"/>
          <p:cNvSpPr/>
          <p:nvPr/>
        </p:nvSpPr>
        <p:spPr>
          <a:xfrm>
            <a:off x="5540776" y="9444274"/>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18831" y="16567"/>
                </a:moveTo>
                <a:cubicBezTo>
                  <a:pt x="18831" y="16357"/>
                  <a:pt x="18554" y="16148"/>
                  <a:pt x="18000" y="16148"/>
                </a:cubicBezTo>
                <a:cubicBezTo>
                  <a:pt x="17723" y="16148"/>
                  <a:pt x="17446" y="16357"/>
                  <a:pt x="17446" y="16567"/>
                </a:cubicBezTo>
                <a:cubicBezTo>
                  <a:pt x="17446" y="16986"/>
                  <a:pt x="17723" y="17196"/>
                  <a:pt x="18000" y="17196"/>
                </a:cubicBezTo>
                <a:cubicBezTo>
                  <a:pt x="18554" y="17196"/>
                  <a:pt x="18831" y="16986"/>
                  <a:pt x="18831" y="16567"/>
                </a:cubicBezTo>
                <a:close/>
                <a:moveTo>
                  <a:pt x="15508" y="16357"/>
                </a:moveTo>
                <a:cubicBezTo>
                  <a:pt x="15508" y="14470"/>
                  <a:pt x="13292" y="12792"/>
                  <a:pt x="10800" y="12792"/>
                </a:cubicBezTo>
                <a:cubicBezTo>
                  <a:pt x="8308" y="12792"/>
                  <a:pt x="6092" y="14470"/>
                  <a:pt x="6092" y="16357"/>
                </a:cubicBezTo>
                <a:cubicBezTo>
                  <a:pt x="6092" y="18245"/>
                  <a:pt x="8308" y="19922"/>
                  <a:pt x="10800" y="19922"/>
                </a:cubicBezTo>
                <a:cubicBezTo>
                  <a:pt x="13292" y="19922"/>
                  <a:pt x="15508" y="18245"/>
                  <a:pt x="15508" y="16357"/>
                </a:cubicBezTo>
                <a:close/>
                <a:moveTo>
                  <a:pt x="6923" y="19713"/>
                </a:moveTo>
                <a:cubicBezTo>
                  <a:pt x="6923" y="19503"/>
                  <a:pt x="6646" y="19293"/>
                  <a:pt x="6092" y="19293"/>
                </a:cubicBezTo>
                <a:cubicBezTo>
                  <a:pt x="5815" y="19293"/>
                  <a:pt x="5538" y="19503"/>
                  <a:pt x="5538" y="19713"/>
                </a:cubicBezTo>
                <a:cubicBezTo>
                  <a:pt x="5538" y="20132"/>
                  <a:pt x="5815" y="20342"/>
                  <a:pt x="6092" y="20342"/>
                </a:cubicBezTo>
                <a:cubicBezTo>
                  <a:pt x="6646" y="20342"/>
                  <a:pt x="6923" y="20132"/>
                  <a:pt x="6923" y="19713"/>
                </a:cubicBezTo>
                <a:close/>
                <a:moveTo>
                  <a:pt x="4985" y="14680"/>
                </a:moveTo>
                <a:cubicBezTo>
                  <a:pt x="4985" y="14260"/>
                  <a:pt x="4708" y="14050"/>
                  <a:pt x="4154" y="14050"/>
                </a:cubicBezTo>
                <a:cubicBezTo>
                  <a:pt x="3877" y="14050"/>
                  <a:pt x="3600" y="14260"/>
                  <a:pt x="3600" y="14680"/>
                </a:cubicBezTo>
                <a:cubicBezTo>
                  <a:pt x="3600" y="14889"/>
                  <a:pt x="3877" y="15099"/>
                  <a:pt x="4154" y="15099"/>
                </a:cubicBezTo>
                <a:cubicBezTo>
                  <a:pt x="4708" y="15099"/>
                  <a:pt x="4985" y="14889"/>
                  <a:pt x="4985" y="14680"/>
                </a:cubicBezTo>
                <a:close/>
                <a:moveTo>
                  <a:pt x="21600" y="15728"/>
                </a:moveTo>
                <a:cubicBezTo>
                  <a:pt x="21600" y="21600"/>
                  <a:pt x="21600" y="21600"/>
                  <a:pt x="21600" y="21600"/>
                </a:cubicBezTo>
                <a:cubicBezTo>
                  <a:pt x="0" y="21600"/>
                  <a:pt x="0" y="21600"/>
                  <a:pt x="0" y="21600"/>
                </a:cubicBezTo>
                <a:cubicBezTo>
                  <a:pt x="0" y="15728"/>
                  <a:pt x="0" y="15728"/>
                  <a:pt x="0" y="15728"/>
                </a:cubicBezTo>
                <a:cubicBezTo>
                  <a:pt x="0" y="14050"/>
                  <a:pt x="0" y="13002"/>
                  <a:pt x="2769" y="12583"/>
                </a:cubicBezTo>
                <a:cubicBezTo>
                  <a:pt x="5815" y="11953"/>
                  <a:pt x="8862" y="11534"/>
                  <a:pt x="7477" y="9437"/>
                </a:cubicBezTo>
                <a:cubicBezTo>
                  <a:pt x="3046" y="3355"/>
                  <a:pt x="6092" y="0"/>
                  <a:pt x="10800" y="0"/>
                </a:cubicBezTo>
                <a:cubicBezTo>
                  <a:pt x="15231" y="0"/>
                  <a:pt x="18554" y="3355"/>
                  <a:pt x="14123" y="9437"/>
                </a:cubicBezTo>
                <a:cubicBezTo>
                  <a:pt x="12738" y="11534"/>
                  <a:pt x="15785" y="11953"/>
                  <a:pt x="18831" y="12583"/>
                </a:cubicBezTo>
                <a:cubicBezTo>
                  <a:pt x="21600" y="13002"/>
                  <a:pt x="21600" y="14050"/>
                  <a:pt x="21600" y="15728"/>
                </a:cubicBezTo>
                <a:close/>
                <a:moveTo>
                  <a:pt x="13292" y="16357"/>
                </a:moveTo>
                <a:cubicBezTo>
                  <a:pt x="13292" y="15309"/>
                  <a:pt x="12185" y="14470"/>
                  <a:pt x="10800" y="14470"/>
                </a:cubicBezTo>
                <a:cubicBezTo>
                  <a:pt x="9415" y="14470"/>
                  <a:pt x="8308" y="15309"/>
                  <a:pt x="8308" y="16357"/>
                </a:cubicBezTo>
                <a:cubicBezTo>
                  <a:pt x="8308" y="17406"/>
                  <a:pt x="9415" y="18245"/>
                  <a:pt x="10800" y="18245"/>
                </a:cubicBezTo>
                <a:cubicBezTo>
                  <a:pt x="12185" y="18245"/>
                  <a:pt x="13292" y="17406"/>
                  <a:pt x="13292" y="16357"/>
                </a:cubicBezTo>
                <a:close/>
                <a:moveTo>
                  <a:pt x="14400" y="16357"/>
                </a:moveTo>
                <a:cubicBezTo>
                  <a:pt x="14400" y="17406"/>
                  <a:pt x="13569" y="18454"/>
                  <a:pt x="12185" y="18874"/>
                </a:cubicBezTo>
                <a:cubicBezTo>
                  <a:pt x="12185" y="18664"/>
                  <a:pt x="11908" y="18454"/>
                  <a:pt x="11631" y="18454"/>
                </a:cubicBezTo>
                <a:cubicBezTo>
                  <a:pt x="11077" y="18454"/>
                  <a:pt x="10800" y="18664"/>
                  <a:pt x="10800" y="19083"/>
                </a:cubicBezTo>
                <a:cubicBezTo>
                  <a:pt x="8862" y="19083"/>
                  <a:pt x="7200" y="17825"/>
                  <a:pt x="7200" y="16357"/>
                </a:cubicBezTo>
                <a:cubicBezTo>
                  <a:pt x="7200" y="15938"/>
                  <a:pt x="7477" y="15518"/>
                  <a:pt x="7754" y="15309"/>
                </a:cubicBezTo>
                <a:cubicBezTo>
                  <a:pt x="7754" y="15309"/>
                  <a:pt x="7754" y="15309"/>
                  <a:pt x="8031" y="15309"/>
                </a:cubicBezTo>
                <a:cubicBezTo>
                  <a:pt x="8308" y="15309"/>
                  <a:pt x="8585" y="15099"/>
                  <a:pt x="8585" y="14889"/>
                </a:cubicBezTo>
                <a:cubicBezTo>
                  <a:pt x="8585" y="14680"/>
                  <a:pt x="8585" y="14470"/>
                  <a:pt x="8308" y="14470"/>
                </a:cubicBezTo>
                <a:cubicBezTo>
                  <a:pt x="9138" y="14050"/>
                  <a:pt x="9969" y="13631"/>
                  <a:pt x="10800" y="13631"/>
                </a:cubicBezTo>
                <a:cubicBezTo>
                  <a:pt x="12738" y="13631"/>
                  <a:pt x="14400" y="14889"/>
                  <a:pt x="14400" y="16357"/>
                </a:cubicBezTo>
                <a:close/>
                <a:moveTo>
                  <a:pt x="12185" y="16357"/>
                </a:moveTo>
                <a:cubicBezTo>
                  <a:pt x="12185" y="16357"/>
                  <a:pt x="12185" y="16357"/>
                  <a:pt x="12185" y="16357"/>
                </a:cubicBezTo>
                <a:cubicBezTo>
                  <a:pt x="12185" y="16777"/>
                  <a:pt x="11631" y="17196"/>
                  <a:pt x="10800" y="17196"/>
                </a:cubicBezTo>
                <a:cubicBezTo>
                  <a:pt x="10246" y="17196"/>
                  <a:pt x="9692" y="16777"/>
                  <a:pt x="9692" y="16357"/>
                </a:cubicBezTo>
                <a:cubicBezTo>
                  <a:pt x="9692" y="15728"/>
                  <a:pt x="10246" y="15309"/>
                  <a:pt x="10800" y="15309"/>
                </a:cubicBezTo>
                <a:cubicBezTo>
                  <a:pt x="11077" y="15309"/>
                  <a:pt x="11077" y="15518"/>
                  <a:pt x="11354" y="15518"/>
                </a:cubicBezTo>
                <a:cubicBezTo>
                  <a:pt x="11077" y="15518"/>
                  <a:pt x="11077" y="15728"/>
                  <a:pt x="11077" y="15938"/>
                </a:cubicBezTo>
                <a:cubicBezTo>
                  <a:pt x="11077" y="16148"/>
                  <a:pt x="11354" y="16357"/>
                  <a:pt x="11631" y="16357"/>
                </a:cubicBezTo>
                <a:cubicBezTo>
                  <a:pt x="11908" y="16357"/>
                  <a:pt x="11908" y="16357"/>
                  <a:pt x="12185" y="16357"/>
                </a:cubicBezTo>
                <a:close/>
              </a:path>
            </a:pathLst>
          </a:custGeom>
          <a:solidFill>
            <a:schemeClr val="accent4">
              <a:lumOff val="58054"/>
            </a:schemeClr>
          </a:solidFill>
          <a:ln w="12700">
            <a:miter lim="400000"/>
          </a:ln>
        </p:spPr>
        <p:txBody>
          <a:bodyPr lIns="109727" tIns="109727" rIns="109727" bIns="109727"/>
          <a:lstStyle/>
          <a:p>
            <a:endParaRPr/>
          </a:p>
        </p:txBody>
      </p:sp>
      <p:sp>
        <p:nvSpPr>
          <p:cNvPr id="512" name="Shape"/>
          <p:cNvSpPr/>
          <p:nvPr/>
        </p:nvSpPr>
        <p:spPr>
          <a:xfrm>
            <a:off x="2595522" y="9461494"/>
            <a:ext cx="390407" cy="355962"/>
          </a:xfrm>
          <a:custGeom>
            <a:avLst/>
            <a:gdLst/>
            <a:ahLst/>
            <a:cxnLst>
              <a:cxn ang="0">
                <a:pos x="wd2" y="hd2"/>
              </a:cxn>
              <a:cxn ang="5400000">
                <a:pos x="wd2" y="hd2"/>
              </a:cxn>
              <a:cxn ang="10800000">
                <a:pos x="wd2" y="hd2"/>
              </a:cxn>
              <a:cxn ang="16200000">
                <a:pos x="wd2" y="hd2"/>
              </a:cxn>
            </a:cxnLst>
            <a:rect l="0" t="0" r="r" b="b"/>
            <a:pathLst>
              <a:path w="21600" h="21600" extrusionOk="0">
                <a:moveTo>
                  <a:pt x="14612" y="10452"/>
                </a:moveTo>
                <a:lnTo>
                  <a:pt x="13341" y="13935"/>
                </a:lnTo>
                <a:lnTo>
                  <a:pt x="12071" y="10452"/>
                </a:lnTo>
                <a:lnTo>
                  <a:pt x="10800" y="10452"/>
                </a:lnTo>
                <a:lnTo>
                  <a:pt x="12706" y="16723"/>
                </a:lnTo>
                <a:lnTo>
                  <a:pt x="13976" y="16723"/>
                </a:lnTo>
                <a:lnTo>
                  <a:pt x="15882" y="10452"/>
                </a:lnTo>
                <a:lnTo>
                  <a:pt x="14612" y="10452"/>
                </a:lnTo>
                <a:close/>
                <a:moveTo>
                  <a:pt x="5718" y="10452"/>
                </a:moveTo>
                <a:lnTo>
                  <a:pt x="10800" y="10452"/>
                </a:lnTo>
                <a:lnTo>
                  <a:pt x="10800" y="11845"/>
                </a:lnTo>
                <a:lnTo>
                  <a:pt x="8894" y="11845"/>
                </a:lnTo>
                <a:lnTo>
                  <a:pt x="8894" y="16723"/>
                </a:lnTo>
                <a:lnTo>
                  <a:pt x="6988" y="16723"/>
                </a:lnTo>
                <a:lnTo>
                  <a:pt x="6988" y="11845"/>
                </a:lnTo>
                <a:lnTo>
                  <a:pt x="5718" y="11845"/>
                </a:lnTo>
                <a:lnTo>
                  <a:pt x="5718" y="10452"/>
                </a:lnTo>
                <a:close/>
                <a:moveTo>
                  <a:pt x="3176" y="18813"/>
                </a:moveTo>
                <a:lnTo>
                  <a:pt x="3176" y="6968"/>
                </a:lnTo>
                <a:lnTo>
                  <a:pt x="18424" y="6968"/>
                </a:lnTo>
                <a:lnTo>
                  <a:pt x="18424" y="18813"/>
                </a:lnTo>
                <a:lnTo>
                  <a:pt x="3176" y="18813"/>
                </a:lnTo>
                <a:close/>
                <a:moveTo>
                  <a:pt x="11435" y="4877"/>
                </a:moveTo>
                <a:lnTo>
                  <a:pt x="14612" y="1394"/>
                </a:lnTo>
                <a:lnTo>
                  <a:pt x="13976" y="0"/>
                </a:lnTo>
                <a:lnTo>
                  <a:pt x="10800" y="4181"/>
                </a:lnTo>
                <a:lnTo>
                  <a:pt x="6988" y="0"/>
                </a:lnTo>
                <a:lnTo>
                  <a:pt x="6353" y="1394"/>
                </a:lnTo>
                <a:lnTo>
                  <a:pt x="9529" y="4877"/>
                </a:lnTo>
                <a:lnTo>
                  <a:pt x="0" y="4877"/>
                </a:lnTo>
                <a:lnTo>
                  <a:pt x="0" y="21600"/>
                </a:lnTo>
                <a:lnTo>
                  <a:pt x="21600" y="21600"/>
                </a:lnTo>
                <a:lnTo>
                  <a:pt x="21600" y="4877"/>
                </a:lnTo>
                <a:lnTo>
                  <a:pt x="11435" y="4877"/>
                </a:lnTo>
                <a:close/>
              </a:path>
            </a:pathLst>
          </a:custGeom>
          <a:solidFill>
            <a:schemeClr val="accent4">
              <a:lumOff val="58054"/>
            </a:schemeClr>
          </a:solidFill>
          <a:ln w="12700">
            <a:miter lim="400000"/>
          </a:ln>
        </p:spPr>
        <p:txBody>
          <a:bodyPr lIns="109727" tIns="109727" rIns="109727" bIns="109727"/>
          <a:lstStyle/>
          <a:p>
            <a:endParaRPr/>
          </a:p>
        </p:txBody>
      </p:sp>
      <p:sp>
        <p:nvSpPr>
          <p:cNvPr id="513" name="Shape"/>
          <p:cNvSpPr/>
          <p:nvPr/>
        </p:nvSpPr>
        <p:spPr>
          <a:xfrm>
            <a:off x="5529291" y="10421933"/>
            <a:ext cx="321510" cy="390407"/>
          </a:xfrm>
          <a:custGeom>
            <a:avLst/>
            <a:gdLst/>
            <a:ahLst/>
            <a:cxnLst>
              <a:cxn ang="0">
                <a:pos x="wd2" y="hd2"/>
              </a:cxn>
              <a:cxn ang="5400000">
                <a:pos x="wd2" y="hd2"/>
              </a:cxn>
              <a:cxn ang="10800000">
                <a:pos x="wd2" y="hd2"/>
              </a:cxn>
              <a:cxn ang="16200000">
                <a:pos x="wd2" y="hd2"/>
              </a:cxn>
            </a:cxnLst>
            <a:rect l="0" t="0" r="r" b="b"/>
            <a:pathLst>
              <a:path w="21600" h="21600" extrusionOk="0">
                <a:moveTo>
                  <a:pt x="20020" y="12373"/>
                </a:moveTo>
                <a:cubicBezTo>
                  <a:pt x="21600" y="13631"/>
                  <a:pt x="21600" y="13631"/>
                  <a:pt x="21600" y="13631"/>
                </a:cubicBezTo>
                <a:cubicBezTo>
                  <a:pt x="11590" y="21600"/>
                  <a:pt x="11590" y="21600"/>
                  <a:pt x="11590" y="21600"/>
                </a:cubicBezTo>
                <a:cubicBezTo>
                  <a:pt x="0" y="12373"/>
                  <a:pt x="0" y="12373"/>
                  <a:pt x="0" y="12373"/>
                </a:cubicBezTo>
                <a:cubicBezTo>
                  <a:pt x="0" y="9856"/>
                  <a:pt x="0" y="9856"/>
                  <a:pt x="0" y="9856"/>
                </a:cubicBezTo>
                <a:cubicBezTo>
                  <a:pt x="11590" y="19083"/>
                  <a:pt x="11590" y="19083"/>
                  <a:pt x="11590" y="19083"/>
                </a:cubicBezTo>
                <a:lnTo>
                  <a:pt x="20020" y="12373"/>
                </a:lnTo>
                <a:close/>
                <a:moveTo>
                  <a:pt x="6059" y="4823"/>
                </a:moveTo>
                <a:cubicBezTo>
                  <a:pt x="5268" y="5243"/>
                  <a:pt x="3951" y="5243"/>
                  <a:pt x="3161" y="4823"/>
                </a:cubicBezTo>
                <a:cubicBezTo>
                  <a:pt x="2634" y="4194"/>
                  <a:pt x="2634" y="3146"/>
                  <a:pt x="3161" y="2517"/>
                </a:cubicBezTo>
                <a:cubicBezTo>
                  <a:pt x="3951" y="1887"/>
                  <a:pt x="5268" y="1887"/>
                  <a:pt x="6059" y="2517"/>
                </a:cubicBezTo>
                <a:cubicBezTo>
                  <a:pt x="6849" y="3146"/>
                  <a:pt x="6849" y="4194"/>
                  <a:pt x="6059" y="4823"/>
                </a:cubicBezTo>
                <a:close/>
                <a:moveTo>
                  <a:pt x="9220" y="0"/>
                </a:moveTo>
                <a:cubicBezTo>
                  <a:pt x="0" y="0"/>
                  <a:pt x="0" y="0"/>
                  <a:pt x="0" y="0"/>
                </a:cubicBezTo>
                <a:cubicBezTo>
                  <a:pt x="0" y="7550"/>
                  <a:pt x="0" y="7550"/>
                  <a:pt x="0" y="7550"/>
                </a:cubicBezTo>
                <a:cubicBezTo>
                  <a:pt x="11590" y="16777"/>
                  <a:pt x="11590" y="16777"/>
                  <a:pt x="11590" y="16777"/>
                </a:cubicBezTo>
                <a:cubicBezTo>
                  <a:pt x="20810" y="9227"/>
                  <a:pt x="20810" y="9227"/>
                  <a:pt x="20810" y="9227"/>
                </a:cubicBezTo>
                <a:lnTo>
                  <a:pt x="9220" y="0"/>
                </a:lnTo>
                <a:close/>
              </a:path>
            </a:pathLst>
          </a:custGeom>
          <a:solidFill>
            <a:schemeClr val="accent4">
              <a:lumOff val="58054"/>
            </a:schemeClr>
          </a:solidFill>
          <a:ln w="12700">
            <a:miter lim="400000"/>
          </a:ln>
        </p:spPr>
        <p:txBody>
          <a:bodyPr lIns="109727" tIns="109727" rIns="109727" bIns="109727"/>
          <a:lstStyle/>
          <a:p>
            <a:endParaRPr/>
          </a:p>
        </p:txBody>
      </p:sp>
      <p:sp>
        <p:nvSpPr>
          <p:cNvPr id="514" name="Shape"/>
          <p:cNvSpPr/>
          <p:nvPr/>
        </p:nvSpPr>
        <p:spPr>
          <a:xfrm>
            <a:off x="8509859" y="10421933"/>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13631" y="15099"/>
                </a:moveTo>
                <a:cubicBezTo>
                  <a:pt x="11115" y="14050"/>
                  <a:pt x="11115" y="14050"/>
                  <a:pt x="11115" y="14050"/>
                </a:cubicBezTo>
                <a:cubicBezTo>
                  <a:pt x="11324" y="13841"/>
                  <a:pt x="11534" y="13421"/>
                  <a:pt x="11534" y="13002"/>
                </a:cubicBezTo>
                <a:cubicBezTo>
                  <a:pt x="11744" y="12792"/>
                  <a:pt x="11744" y="12373"/>
                  <a:pt x="11534" y="12163"/>
                </a:cubicBezTo>
                <a:cubicBezTo>
                  <a:pt x="11953" y="12373"/>
                  <a:pt x="12163" y="12373"/>
                  <a:pt x="12583" y="12373"/>
                </a:cubicBezTo>
                <a:cubicBezTo>
                  <a:pt x="12583" y="12373"/>
                  <a:pt x="12583" y="12373"/>
                  <a:pt x="12583" y="12373"/>
                </a:cubicBezTo>
                <a:cubicBezTo>
                  <a:pt x="13002" y="12373"/>
                  <a:pt x="13421" y="12373"/>
                  <a:pt x="13631" y="12163"/>
                </a:cubicBezTo>
                <a:cubicBezTo>
                  <a:pt x="14050" y="14680"/>
                  <a:pt x="14050" y="14680"/>
                  <a:pt x="14050" y="14680"/>
                </a:cubicBezTo>
                <a:cubicBezTo>
                  <a:pt x="13841" y="14889"/>
                  <a:pt x="13631" y="14889"/>
                  <a:pt x="13631" y="15099"/>
                </a:cubicBezTo>
                <a:close/>
                <a:moveTo>
                  <a:pt x="7550" y="9647"/>
                </a:moveTo>
                <a:cubicBezTo>
                  <a:pt x="7759" y="9227"/>
                  <a:pt x="7969" y="8808"/>
                  <a:pt x="8598" y="8388"/>
                </a:cubicBezTo>
                <a:cubicBezTo>
                  <a:pt x="9017" y="8808"/>
                  <a:pt x="10485" y="10905"/>
                  <a:pt x="10905" y="11534"/>
                </a:cubicBezTo>
                <a:cubicBezTo>
                  <a:pt x="11324" y="11953"/>
                  <a:pt x="11324" y="12373"/>
                  <a:pt x="11324" y="13002"/>
                </a:cubicBezTo>
                <a:cubicBezTo>
                  <a:pt x="11115" y="13421"/>
                  <a:pt x="11115" y="13631"/>
                  <a:pt x="10905" y="13841"/>
                </a:cubicBezTo>
                <a:cubicBezTo>
                  <a:pt x="10276" y="13002"/>
                  <a:pt x="8808" y="10905"/>
                  <a:pt x="7550" y="9647"/>
                </a:cubicBezTo>
                <a:close/>
                <a:moveTo>
                  <a:pt x="6291" y="7340"/>
                </a:moveTo>
                <a:cubicBezTo>
                  <a:pt x="6501" y="6920"/>
                  <a:pt x="6920" y="6711"/>
                  <a:pt x="7340" y="6291"/>
                </a:cubicBezTo>
                <a:cubicBezTo>
                  <a:pt x="7759" y="5872"/>
                  <a:pt x="8388" y="5662"/>
                  <a:pt x="8598" y="5662"/>
                </a:cubicBezTo>
                <a:cubicBezTo>
                  <a:pt x="8808" y="5662"/>
                  <a:pt x="9017" y="5662"/>
                  <a:pt x="9017" y="5872"/>
                </a:cubicBezTo>
                <a:cubicBezTo>
                  <a:pt x="9017" y="5872"/>
                  <a:pt x="9017" y="5872"/>
                  <a:pt x="9227" y="5872"/>
                </a:cubicBezTo>
                <a:cubicBezTo>
                  <a:pt x="8808" y="6082"/>
                  <a:pt x="8179" y="6082"/>
                  <a:pt x="7550" y="6711"/>
                </a:cubicBezTo>
                <a:cubicBezTo>
                  <a:pt x="6920" y="6920"/>
                  <a:pt x="6711" y="7550"/>
                  <a:pt x="6501" y="7969"/>
                </a:cubicBezTo>
                <a:cubicBezTo>
                  <a:pt x="6501" y="7969"/>
                  <a:pt x="6291" y="7969"/>
                  <a:pt x="6291" y="7759"/>
                </a:cubicBezTo>
                <a:cubicBezTo>
                  <a:pt x="6291" y="7759"/>
                  <a:pt x="6291" y="7550"/>
                  <a:pt x="6291" y="7340"/>
                </a:cubicBezTo>
                <a:close/>
                <a:moveTo>
                  <a:pt x="9856" y="6920"/>
                </a:moveTo>
                <a:cubicBezTo>
                  <a:pt x="9437" y="7130"/>
                  <a:pt x="9017" y="7130"/>
                  <a:pt x="8388" y="7550"/>
                </a:cubicBezTo>
                <a:cubicBezTo>
                  <a:pt x="7759" y="7969"/>
                  <a:pt x="7550" y="8598"/>
                  <a:pt x="7340" y="9017"/>
                </a:cubicBezTo>
                <a:cubicBezTo>
                  <a:pt x="7130" y="8808"/>
                  <a:pt x="6920" y="8598"/>
                  <a:pt x="6920" y="8388"/>
                </a:cubicBezTo>
                <a:cubicBezTo>
                  <a:pt x="6920" y="8179"/>
                  <a:pt x="7340" y="7550"/>
                  <a:pt x="7969" y="7130"/>
                </a:cubicBezTo>
                <a:cubicBezTo>
                  <a:pt x="8598" y="6501"/>
                  <a:pt x="9437" y="6501"/>
                  <a:pt x="9437" y="6501"/>
                </a:cubicBezTo>
                <a:cubicBezTo>
                  <a:pt x="9647" y="6501"/>
                  <a:pt x="9856" y="6711"/>
                  <a:pt x="9856" y="6920"/>
                </a:cubicBezTo>
                <a:close/>
                <a:moveTo>
                  <a:pt x="13631" y="11744"/>
                </a:moveTo>
                <a:cubicBezTo>
                  <a:pt x="13212" y="11953"/>
                  <a:pt x="13002" y="11953"/>
                  <a:pt x="12583" y="11953"/>
                </a:cubicBezTo>
                <a:cubicBezTo>
                  <a:pt x="12163" y="11953"/>
                  <a:pt x="11534" y="11744"/>
                  <a:pt x="11324" y="11324"/>
                </a:cubicBezTo>
                <a:cubicBezTo>
                  <a:pt x="11324" y="11324"/>
                  <a:pt x="9227" y="8808"/>
                  <a:pt x="8808" y="7969"/>
                </a:cubicBezTo>
                <a:cubicBezTo>
                  <a:pt x="9437" y="7550"/>
                  <a:pt x="10066" y="7550"/>
                  <a:pt x="10276" y="7550"/>
                </a:cubicBezTo>
                <a:cubicBezTo>
                  <a:pt x="11324" y="9017"/>
                  <a:pt x="13002" y="10905"/>
                  <a:pt x="13631" y="11744"/>
                </a:cubicBezTo>
                <a:close/>
                <a:moveTo>
                  <a:pt x="14470" y="11744"/>
                </a:moveTo>
                <a:cubicBezTo>
                  <a:pt x="14470" y="11744"/>
                  <a:pt x="10276" y="5872"/>
                  <a:pt x="9647" y="5243"/>
                </a:cubicBezTo>
                <a:cubicBezTo>
                  <a:pt x="9437" y="5033"/>
                  <a:pt x="9017" y="4823"/>
                  <a:pt x="8598" y="4823"/>
                </a:cubicBezTo>
                <a:cubicBezTo>
                  <a:pt x="8179" y="4823"/>
                  <a:pt x="7550" y="5033"/>
                  <a:pt x="6711" y="5662"/>
                </a:cubicBezTo>
                <a:cubicBezTo>
                  <a:pt x="5662" y="6501"/>
                  <a:pt x="5243" y="7550"/>
                  <a:pt x="5662" y="8388"/>
                </a:cubicBezTo>
                <a:cubicBezTo>
                  <a:pt x="6291" y="9017"/>
                  <a:pt x="10485" y="14680"/>
                  <a:pt x="10485" y="14680"/>
                </a:cubicBezTo>
                <a:cubicBezTo>
                  <a:pt x="15099" y="16567"/>
                  <a:pt x="15099" y="16567"/>
                  <a:pt x="15099" y="16567"/>
                </a:cubicBezTo>
                <a:lnTo>
                  <a:pt x="14470" y="11744"/>
                </a:lnTo>
                <a:close/>
                <a:moveTo>
                  <a:pt x="10695" y="0"/>
                </a:moveTo>
                <a:cubicBezTo>
                  <a:pt x="4823" y="0"/>
                  <a:pt x="0" y="4823"/>
                  <a:pt x="0" y="10905"/>
                </a:cubicBezTo>
                <a:cubicBezTo>
                  <a:pt x="0" y="16777"/>
                  <a:pt x="4823" y="21600"/>
                  <a:pt x="10695" y="21600"/>
                </a:cubicBezTo>
                <a:cubicBezTo>
                  <a:pt x="16777" y="21600"/>
                  <a:pt x="21600" y="16777"/>
                  <a:pt x="21600" y="10905"/>
                </a:cubicBezTo>
                <a:cubicBezTo>
                  <a:pt x="21600" y="4823"/>
                  <a:pt x="16777" y="0"/>
                  <a:pt x="10695" y="0"/>
                </a:cubicBezTo>
                <a:close/>
                <a:moveTo>
                  <a:pt x="10695" y="2097"/>
                </a:moveTo>
                <a:cubicBezTo>
                  <a:pt x="13002" y="2097"/>
                  <a:pt x="15309" y="2936"/>
                  <a:pt x="16986" y="4614"/>
                </a:cubicBezTo>
                <a:cubicBezTo>
                  <a:pt x="18454" y="6291"/>
                  <a:pt x="19503" y="8598"/>
                  <a:pt x="19503" y="10905"/>
                </a:cubicBezTo>
                <a:cubicBezTo>
                  <a:pt x="19503" y="13212"/>
                  <a:pt x="18454" y="15309"/>
                  <a:pt x="16986" y="16986"/>
                </a:cubicBezTo>
                <a:cubicBezTo>
                  <a:pt x="15309" y="18664"/>
                  <a:pt x="13002" y="19503"/>
                  <a:pt x="10695" y="19503"/>
                </a:cubicBezTo>
                <a:cubicBezTo>
                  <a:pt x="8388" y="19503"/>
                  <a:pt x="6291" y="18664"/>
                  <a:pt x="4614" y="16986"/>
                </a:cubicBezTo>
                <a:cubicBezTo>
                  <a:pt x="2936" y="15309"/>
                  <a:pt x="2097" y="13212"/>
                  <a:pt x="2097" y="10905"/>
                </a:cubicBezTo>
                <a:cubicBezTo>
                  <a:pt x="2097" y="8598"/>
                  <a:pt x="2936" y="6291"/>
                  <a:pt x="4614" y="4614"/>
                </a:cubicBezTo>
                <a:cubicBezTo>
                  <a:pt x="6291" y="2936"/>
                  <a:pt x="8388" y="2097"/>
                  <a:pt x="1069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515" name="Shape"/>
          <p:cNvSpPr/>
          <p:nvPr/>
        </p:nvSpPr>
        <p:spPr>
          <a:xfrm>
            <a:off x="5563739" y="11398764"/>
            <a:ext cx="252617" cy="401891"/>
          </a:xfrm>
          <a:custGeom>
            <a:avLst/>
            <a:gdLst/>
            <a:ahLst/>
            <a:cxnLst>
              <a:cxn ang="0">
                <a:pos x="wd2" y="hd2"/>
              </a:cxn>
              <a:cxn ang="5400000">
                <a:pos x="wd2" y="hd2"/>
              </a:cxn>
              <a:cxn ang="10800000">
                <a:pos x="wd2" y="hd2"/>
              </a:cxn>
              <a:cxn ang="16200000">
                <a:pos x="wd2" y="hd2"/>
              </a:cxn>
            </a:cxnLst>
            <a:rect l="0" t="0" r="r" b="b"/>
            <a:pathLst>
              <a:path w="21600" h="21600" extrusionOk="0">
                <a:moveTo>
                  <a:pt x="9450" y="6082"/>
                </a:moveTo>
                <a:cubicBezTo>
                  <a:pt x="9450" y="0"/>
                  <a:pt x="9450" y="0"/>
                  <a:pt x="9450" y="0"/>
                </a:cubicBezTo>
                <a:cubicBezTo>
                  <a:pt x="5062" y="0"/>
                  <a:pt x="5062" y="0"/>
                  <a:pt x="5062" y="0"/>
                </a:cubicBezTo>
                <a:cubicBezTo>
                  <a:pt x="2362" y="0"/>
                  <a:pt x="0" y="1258"/>
                  <a:pt x="0" y="3146"/>
                </a:cubicBezTo>
                <a:cubicBezTo>
                  <a:pt x="0" y="6082"/>
                  <a:pt x="0" y="6082"/>
                  <a:pt x="0" y="6082"/>
                </a:cubicBezTo>
                <a:cubicBezTo>
                  <a:pt x="9450" y="6082"/>
                  <a:pt x="9450" y="6082"/>
                  <a:pt x="9450" y="6082"/>
                </a:cubicBezTo>
                <a:close/>
                <a:moveTo>
                  <a:pt x="0" y="7550"/>
                </a:moveTo>
                <a:cubicBezTo>
                  <a:pt x="0" y="14889"/>
                  <a:pt x="0" y="14889"/>
                  <a:pt x="0" y="14889"/>
                </a:cubicBezTo>
                <a:cubicBezTo>
                  <a:pt x="0" y="18454"/>
                  <a:pt x="4725" y="21600"/>
                  <a:pt x="10800" y="21600"/>
                </a:cubicBezTo>
                <a:cubicBezTo>
                  <a:pt x="16875" y="21600"/>
                  <a:pt x="21600" y="18454"/>
                  <a:pt x="21600" y="14889"/>
                </a:cubicBezTo>
                <a:cubicBezTo>
                  <a:pt x="21600" y="7550"/>
                  <a:pt x="21600" y="7550"/>
                  <a:pt x="21600" y="7550"/>
                </a:cubicBezTo>
                <a:lnTo>
                  <a:pt x="0" y="7550"/>
                </a:lnTo>
                <a:close/>
                <a:moveTo>
                  <a:pt x="12150" y="0"/>
                </a:moveTo>
                <a:cubicBezTo>
                  <a:pt x="16537" y="0"/>
                  <a:pt x="16537" y="0"/>
                  <a:pt x="16537" y="0"/>
                </a:cubicBezTo>
                <a:cubicBezTo>
                  <a:pt x="19237" y="0"/>
                  <a:pt x="21600" y="1258"/>
                  <a:pt x="21600" y="3146"/>
                </a:cubicBezTo>
                <a:cubicBezTo>
                  <a:pt x="21600" y="6082"/>
                  <a:pt x="21600" y="6082"/>
                  <a:pt x="21600" y="6082"/>
                </a:cubicBezTo>
                <a:cubicBezTo>
                  <a:pt x="12150" y="6082"/>
                  <a:pt x="12150" y="6082"/>
                  <a:pt x="12150" y="6082"/>
                </a:cubicBezTo>
                <a:lnTo>
                  <a:pt x="12150" y="0"/>
                </a:lnTo>
                <a:close/>
              </a:path>
            </a:pathLst>
          </a:custGeom>
          <a:solidFill>
            <a:schemeClr val="accent4">
              <a:lumOff val="58054"/>
            </a:schemeClr>
          </a:solidFill>
          <a:ln w="12700">
            <a:miter lim="400000"/>
          </a:ln>
        </p:spPr>
        <p:txBody>
          <a:bodyPr lIns="109727" tIns="109727" rIns="109727" bIns="109727"/>
          <a:lstStyle/>
          <a:p>
            <a:endParaRPr/>
          </a:p>
        </p:txBody>
      </p:sp>
      <p:sp>
        <p:nvSpPr>
          <p:cNvPr id="516" name="Shape"/>
          <p:cNvSpPr/>
          <p:nvPr/>
        </p:nvSpPr>
        <p:spPr>
          <a:xfrm>
            <a:off x="5603924" y="12353974"/>
            <a:ext cx="172242" cy="390407"/>
          </a:xfrm>
          <a:custGeom>
            <a:avLst/>
            <a:gdLst/>
            <a:ahLst/>
            <a:cxnLst>
              <a:cxn ang="0">
                <a:pos x="wd2" y="hd2"/>
              </a:cxn>
              <a:cxn ang="5400000">
                <a:pos x="wd2" y="hd2"/>
              </a:cxn>
              <a:cxn ang="10800000">
                <a:pos x="wd2" y="hd2"/>
              </a:cxn>
              <a:cxn ang="16200000">
                <a:pos x="wd2" y="hd2"/>
              </a:cxn>
            </a:cxnLst>
            <a:rect l="0" t="0" r="r" b="b"/>
            <a:pathLst>
              <a:path w="21600" h="21600" extrusionOk="0">
                <a:moveTo>
                  <a:pt x="17374" y="20551"/>
                </a:moveTo>
                <a:cubicBezTo>
                  <a:pt x="17374" y="21181"/>
                  <a:pt x="14557" y="21600"/>
                  <a:pt x="10800" y="21600"/>
                </a:cubicBezTo>
                <a:cubicBezTo>
                  <a:pt x="7043" y="21600"/>
                  <a:pt x="4226" y="21181"/>
                  <a:pt x="4226" y="20551"/>
                </a:cubicBezTo>
                <a:cubicBezTo>
                  <a:pt x="4226" y="19922"/>
                  <a:pt x="7043" y="19503"/>
                  <a:pt x="10800" y="19503"/>
                </a:cubicBezTo>
                <a:cubicBezTo>
                  <a:pt x="14557" y="19503"/>
                  <a:pt x="17374" y="19922"/>
                  <a:pt x="17374" y="20551"/>
                </a:cubicBezTo>
                <a:close/>
                <a:moveTo>
                  <a:pt x="9861" y="2097"/>
                </a:moveTo>
                <a:cubicBezTo>
                  <a:pt x="8452" y="1678"/>
                  <a:pt x="7043" y="1887"/>
                  <a:pt x="6104" y="2307"/>
                </a:cubicBezTo>
                <a:cubicBezTo>
                  <a:pt x="5165" y="2936"/>
                  <a:pt x="5165" y="3565"/>
                  <a:pt x="6104" y="3984"/>
                </a:cubicBezTo>
                <a:cubicBezTo>
                  <a:pt x="7043" y="4404"/>
                  <a:pt x="8452" y="4194"/>
                  <a:pt x="9391" y="3775"/>
                </a:cubicBezTo>
                <a:cubicBezTo>
                  <a:pt x="10330" y="3146"/>
                  <a:pt x="10800" y="2517"/>
                  <a:pt x="9861" y="2097"/>
                </a:cubicBezTo>
                <a:close/>
                <a:moveTo>
                  <a:pt x="21600" y="4823"/>
                </a:moveTo>
                <a:cubicBezTo>
                  <a:pt x="21600" y="7550"/>
                  <a:pt x="16904" y="9647"/>
                  <a:pt x="10800" y="9647"/>
                </a:cubicBezTo>
                <a:cubicBezTo>
                  <a:pt x="4696" y="9647"/>
                  <a:pt x="0" y="7550"/>
                  <a:pt x="0" y="4823"/>
                </a:cubicBezTo>
                <a:cubicBezTo>
                  <a:pt x="0" y="2307"/>
                  <a:pt x="4696" y="0"/>
                  <a:pt x="10800" y="0"/>
                </a:cubicBezTo>
                <a:cubicBezTo>
                  <a:pt x="16904" y="0"/>
                  <a:pt x="21600" y="2307"/>
                  <a:pt x="21600" y="4823"/>
                </a:cubicBezTo>
                <a:close/>
                <a:moveTo>
                  <a:pt x="13148" y="10695"/>
                </a:moveTo>
                <a:cubicBezTo>
                  <a:pt x="13148" y="15938"/>
                  <a:pt x="13148" y="15938"/>
                  <a:pt x="13148" y="15938"/>
                </a:cubicBezTo>
                <a:cubicBezTo>
                  <a:pt x="8922" y="17825"/>
                  <a:pt x="8922" y="17825"/>
                  <a:pt x="8922" y="17825"/>
                </a:cubicBezTo>
                <a:cubicBezTo>
                  <a:pt x="8922" y="10695"/>
                  <a:pt x="8922" y="10695"/>
                  <a:pt x="8922" y="10695"/>
                </a:cubicBezTo>
                <a:cubicBezTo>
                  <a:pt x="9391" y="10905"/>
                  <a:pt x="10330" y="10905"/>
                  <a:pt x="10800" y="10905"/>
                </a:cubicBezTo>
                <a:cubicBezTo>
                  <a:pt x="11739" y="10905"/>
                  <a:pt x="12209" y="10905"/>
                  <a:pt x="13148" y="10695"/>
                </a:cubicBezTo>
                <a:close/>
              </a:path>
            </a:pathLst>
          </a:custGeom>
          <a:solidFill>
            <a:schemeClr val="accent4">
              <a:lumOff val="58054"/>
            </a:schemeClr>
          </a:solidFill>
          <a:ln w="12700">
            <a:miter lim="400000"/>
          </a:ln>
        </p:spPr>
        <p:txBody>
          <a:bodyPr lIns="109727" tIns="109727" rIns="109727" bIns="109727"/>
          <a:lstStyle/>
          <a:p>
            <a:endParaRPr/>
          </a:p>
        </p:txBody>
      </p:sp>
      <p:sp>
        <p:nvSpPr>
          <p:cNvPr id="517" name="Shape"/>
          <p:cNvSpPr/>
          <p:nvPr/>
        </p:nvSpPr>
        <p:spPr>
          <a:xfrm>
            <a:off x="6551234" y="5676020"/>
            <a:ext cx="287065" cy="401891"/>
          </a:xfrm>
          <a:custGeom>
            <a:avLst/>
            <a:gdLst/>
            <a:ahLst/>
            <a:cxnLst>
              <a:cxn ang="0">
                <a:pos x="wd2" y="hd2"/>
              </a:cxn>
              <a:cxn ang="5400000">
                <a:pos x="wd2" y="hd2"/>
              </a:cxn>
              <a:cxn ang="10800000">
                <a:pos x="wd2" y="hd2"/>
              </a:cxn>
              <a:cxn ang="16200000">
                <a:pos x="wd2" y="hd2"/>
              </a:cxn>
            </a:cxnLst>
            <a:rect l="0" t="0" r="r" b="b"/>
            <a:pathLst>
              <a:path w="21600" h="21600" extrusionOk="0">
                <a:moveTo>
                  <a:pt x="3744" y="7611"/>
                </a:moveTo>
                <a:cubicBezTo>
                  <a:pt x="3744" y="4937"/>
                  <a:pt x="6912" y="2469"/>
                  <a:pt x="10944" y="2469"/>
                </a:cubicBezTo>
                <a:cubicBezTo>
                  <a:pt x="14976" y="2469"/>
                  <a:pt x="18144" y="4937"/>
                  <a:pt x="18144" y="7611"/>
                </a:cubicBezTo>
                <a:cubicBezTo>
                  <a:pt x="18144" y="10491"/>
                  <a:pt x="14976" y="12754"/>
                  <a:pt x="10944" y="12754"/>
                </a:cubicBezTo>
                <a:cubicBezTo>
                  <a:pt x="6912" y="12754"/>
                  <a:pt x="3744" y="10491"/>
                  <a:pt x="3744" y="7611"/>
                </a:cubicBezTo>
                <a:close/>
                <a:moveTo>
                  <a:pt x="21600" y="7611"/>
                </a:moveTo>
                <a:cubicBezTo>
                  <a:pt x="21600" y="3497"/>
                  <a:pt x="16704" y="0"/>
                  <a:pt x="10944" y="0"/>
                </a:cubicBezTo>
                <a:cubicBezTo>
                  <a:pt x="4896" y="0"/>
                  <a:pt x="0" y="3497"/>
                  <a:pt x="0" y="7611"/>
                </a:cubicBezTo>
                <a:cubicBezTo>
                  <a:pt x="0" y="11520"/>
                  <a:pt x="4032" y="14606"/>
                  <a:pt x="8928" y="15223"/>
                </a:cubicBezTo>
                <a:cubicBezTo>
                  <a:pt x="8928" y="16869"/>
                  <a:pt x="8928" y="16869"/>
                  <a:pt x="8928" y="16869"/>
                </a:cubicBezTo>
                <a:cubicBezTo>
                  <a:pt x="4608" y="16869"/>
                  <a:pt x="4608" y="16869"/>
                  <a:pt x="4608" y="16869"/>
                </a:cubicBezTo>
                <a:cubicBezTo>
                  <a:pt x="4608" y="19337"/>
                  <a:pt x="4608" y="19337"/>
                  <a:pt x="4608" y="19337"/>
                </a:cubicBezTo>
                <a:cubicBezTo>
                  <a:pt x="8928" y="19337"/>
                  <a:pt x="8928" y="19337"/>
                  <a:pt x="8928" y="19337"/>
                </a:cubicBezTo>
                <a:cubicBezTo>
                  <a:pt x="8928" y="21600"/>
                  <a:pt x="8928" y="21600"/>
                  <a:pt x="8928" y="21600"/>
                </a:cubicBezTo>
                <a:cubicBezTo>
                  <a:pt x="12672" y="21600"/>
                  <a:pt x="12672" y="21600"/>
                  <a:pt x="12672" y="21600"/>
                </a:cubicBezTo>
                <a:cubicBezTo>
                  <a:pt x="12672" y="19337"/>
                  <a:pt x="12672" y="19337"/>
                  <a:pt x="12672" y="19337"/>
                </a:cubicBezTo>
                <a:cubicBezTo>
                  <a:pt x="16992" y="19337"/>
                  <a:pt x="16992" y="19337"/>
                  <a:pt x="16992" y="19337"/>
                </a:cubicBezTo>
                <a:cubicBezTo>
                  <a:pt x="16992" y="16869"/>
                  <a:pt x="16992" y="16869"/>
                  <a:pt x="16992" y="16869"/>
                </a:cubicBezTo>
                <a:cubicBezTo>
                  <a:pt x="12672" y="16869"/>
                  <a:pt x="12672" y="16869"/>
                  <a:pt x="12672" y="16869"/>
                </a:cubicBezTo>
                <a:cubicBezTo>
                  <a:pt x="12672" y="15223"/>
                  <a:pt x="12672" y="15223"/>
                  <a:pt x="12672" y="15223"/>
                </a:cubicBezTo>
                <a:cubicBezTo>
                  <a:pt x="17856" y="14606"/>
                  <a:pt x="21600" y="11520"/>
                  <a:pt x="21600" y="7611"/>
                </a:cubicBezTo>
                <a:close/>
              </a:path>
            </a:pathLst>
          </a:custGeom>
          <a:solidFill>
            <a:schemeClr val="accent4">
              <a:lumOff val="58054"/>
            </a:schemeClr>
          </a:solidFill>
          <a:ln w="12700">
            <a:miter lim="400000"/>
          </a:ln>
        </p:spPr>
        <p:txBody>
          <a:bodyPr lIns="109727" tIns="109727" rIns="109727" bIns="109727"/>
          <a:lstStyle/>
          <a:p>
            <a:endParaRPr/>
          </a:p>
        </p:txBody>
      </p:sp>
      <p:sp>
        <p:nvSpPr>
          <p:cNvPr id="518" name="Shape"/>
          <p:cNvSpPr/>
          <p:nvPr/>
        </p:nvSpPr>
        <p:spPr>
          <a:xfrm>
            <a:off x="6534011" y="6626199"/>
            <a:ext cx="321510" cy="390407"/>
          </a:xfrm>
          <a:custGeom>
            <a:avLst/>
            <a:gdLst/>
            <a:ahLst/>
            <a:cxnLst>
              <a:cxn ang="0">
                <a:pos x="wd2" y="hd2"/>
              </a:cxn>
              <a:cxn ang="5400000">
                <a:pos x="wd2" y="hd2"/>
              </a:cxn>
              <a:cxn ang="10800000">
                <a:pos x="wd2" y="hd2"/>
              </a:cxn>
              <a:cxn ang="16200000">
                <a:pos x="wd2" y="hd2"/>
              </a:cxn>
            </a:cxnLst>
            <a:rect l="0" t="0" r="r" b="b"/>
            <a:pathLst>
              <a:path w="21600" h="21600" extrusionOk="0">
                <a:moveTo>
                  <a:pt x="13629" y="12373"/>
                </a:moveTo>
                <a:cubicBezTo>
                  <a:pt x="10800" y="9856"/>
                  <a:pt x="10800" y="9856"/>
                  <a:pt x="10800" y="9856"/>
                </a:cubicBezTo>
                <a:cubicBezTo>
                  <a:pt x="7714" y="12373"/>
                  <a:pt x="7714" y="12373"/>
                  <a:pt x="7714" y="12373"/>
                </a:cubicBezTo>
                <a:cubicBezTo>
                  <a:pt x="6171" y="11115"/>
                  <a:pt x="6171" y="11115"/>
                  <a:pt x="6171" y="11115"/>
                </a:cubicBezTo>
                <a:cubicBezTo>
                  <a:pt x="9257" y="8598"/>
                  <a:pt x="9257" y="8598"/>
                  <a:pt x="9257" y="8598"/>
                </a:cubicBezTo>
                <a:cubicBezTo>
                  <a:pt x="6171" y="6291"/>
                  <a:pt x="6171" y="6291"/>
                  <a:pt x="6171" y="6291"/>
                </a:cubicBezTo>
                <a:cubicBezTo>
                  <a:pt x="7971" y="5033"/>
                  <a:pt x="7971" y="5033"/>
                  <a:pt x="7971" y="5033"/>
                </a:cubicBezTo>
                <a:cubicBezTo>
                  <a:pt x="10800" y="7340"/>
                  <a:pt x="10800" y="7340"/>
                  <a:pt x="10800" y="7340"/>
                </a:cubicBezTo>
                <a:cubicBezTo>
                  <a:pt x="13629" y="5033"/>
                  <a:pt x="13629" y="5033"/>
                  <a:pt x="13629" y="5033"/>
                </a:cubicBezTo>
                <a:cubicBezTo>
                  <a:pt x="15171" y="6291"/>
                  <a:pt x="15171" y="6291"/>
                  <a:pt x="15171" y="6291"/>
                </a:cubicBezTo>
                <a:cubicBezTo>
                  <a:pt x="12343" y="8598"/>
                  <a:pt x="12343" y="8598"/>
                  <a:pt x="12343" y="8598"/>
                </a:cubicBezTo>
                <a:cubicBezTo>
                  <a:pt x="15171" y="11115"/>
                  <a:pt x="15171" y="11115"/>
                  <a:pt x="15171" y="11115"/>
                </a:cubicBezTo>
                <a:lnTo>
                  <a:pt x="13629" y="12373"/>
                </a:lnTo>
                <a:close/>
                <a:moveTo>
                  <a:pt x="10800" y="15099"/>
                </a:moveTo>
                <a:cubicBezTo>
                  <a:pt x="6429" y="15099"/>
                  <a:pt x="2829" y="12163"/>
                  <a:pt x="2829" y="8598"/>
                </a:cubicBezTo>
                <a:cubicBezTo>
                  <a:pt x="2829" y="5033"/>
                  <a:pt x="6429" y="2097"/>
                  <a:pt x="10800" y="2097"/>
                </a:cubicBezTo>
                <a:cubicBezTo>
                  <a:pt x="15171" y="2097"/>
                  <a:pt x="18771" y="5033"/>
                  <a:pt x="18771" y="8598"/>
                </a:cubicBezTo>
                <a:cubicBezTo>
                  <a:pt x="18771" y="12163"/>
                  <a:pt x="15171" y="15099"/>
                  <a:pt x="10800" y="15099"/>
                </a:cubicBezTo>
                <a:close/>
                <a:moveTo>
                  <a:pt x="10800" y="0"/>
                </a:moveTo>
                <a:cubicBezTo>
                  <a:pt x="4629" y="0"/>
                  <a:pt x="0" y="3984"/>
                  <a:pt x="0" y="9017"/>
                </a:cubicBezTo>
                <a:cubicBezTo>
                  <a:pt x="0" y="13841"/>
                  <a:pt x="5143" y="17196"/>
                  <a:pt x="10800" y="21600"/>
                </a:cubicBezTo>
                <a:cubicBezTo>
                  <a:pt x="16200" y="17196"/>
                  <a:pt x="21600" y="13841"/>
                  <a:pt x="21600" y="9017"/>
                </a:cubicBezTo>
                <a:cubicBezTo>
                  <a:pt x="21600" y="3984"/>
                  <a:pt x="16714" y="0"/>
                  <a:pt x="10800"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19" name="Shape"/>
          <p:cNvSpPr/>
          <p:nvPr/>
        </p:nvSpPr>
        <p:spPr>
          <a:xfrm>
            <a:off x="6493821" y="7667252"/>
            <a:ext cx="401891" cy="183721"/>
          </a:xfrm>
          <a:custGeom>
            <a:avLst/>
            <a:gdLst/>
            <a:ahLst/>
            <a:cxnLst>
              <a:cxn ang="0">
                <a:pos x="wd2" y="hd2"/>
              </a:cxn>
              <a:cxn ang="5400000">
                <a:pos x="wd2" y="hd2"/>
              </a:cxn>
              <a:cxn ang="10800000">
                <a:pos x="wd2" y="hd2"/>
              </a:cxn>
              <a:cxn ang="16200000">
                <a:pos x="wd2" y="hd2"/>
              </a:cxn>
            </a:cxnLst>
            <a:rect l="0" t="0" r="r" b="b"/>
            <a:pathLst>
              <a:path w="21600" h="21600" extrusionOk="0">
                <a:moveTo>
                  <a:pt x="9647" y="4752"/>
                </a:moveTo>
                <a:cubicBezTo>
                  <a:pt x="8808" y="4752"/>
                  <a:pt x="8179" y="5184"/>
                  <a:pt x="7550" y="6480"/>
                </a:cubicBezTo>
                <a:cubicBezTo>
                  <a:pt x="7130" y="5184"/>
                  <a:pt x="7130" y="5184"/>
                  <a:pt x="7130" y="5184"/>
                </a:cubicBezTo>
                <a:cubicBezTo>
                  <a:pt x="6711" y="9072"/>
                  <a:pt x="6711" y="9072"/>
                  <a:pt x="6711" y="9072"/>
                </a:cubicBezTo>
                <a:cubicBezTo>
                  <a:pt x="8598" y="8208"/>
                  <a:pt x="8598" y="8208"/>
                  <a:pt x="8598" y="8208"/>
                </a:cubicBezTo>
                <a:cubicBezTo>
                  <a:pt x="7969" y="7344"/>
                  <a:pt x="7969" y="7344"/>
                  <a:pt x="7969" y="7344"/>
                </a:cubicBezTo>
                <a:cubicBezTo>
                  <a:pt x="8388" y="6480"/>
                  <a:pt x="9017" y="6048"/>
                  <a:pt x="9647" y="6048"/>
                </a:cubicBezTo>
                <a:cubicBezTo>
                  <a:pt x="10905" y="6048"/>
                  <a:pt x="11953" y="8208"/>
                  <a:pt x="11953" y="10800"/>
                </a:cubicBezTo>
                <a:cubicBezTo>
                  <a:pt x="11953" y="12960"/>
                  <a:pt x="10905" y="15120"/>
                  <a:pt x="9647" y="15120"/>
                </a:cubicBezTo>
                <a:cubicBezTo>
                  <a:pt x="9227" y="15120"/>
                  <a:pt x="9017" y="15120"/>
                  <a:pt x="8598" y="14688"/>
                </a:cubicBezTo>
                <a:cubicBezTo>
                  <a:pt x="8388" y="15984"/>
                  <a:pt x="8388" y="15984"/>
                  <a:pt x="8388" y="15984"/>
                </a:cubicBezTo>
                <a:cubicBezTo>
                  <a:pt x="8808" y="16416"/>
                  <a:pt x="9227" y="16416"/>
                  <a:pt x="9647" y="16416"/>
                </a:cubicBezTo>
                <a:cubicBezTo>
                  <a:pt x="11115" y="16416"/>
                  <a:pt x="12583" y="13824"/>
                  <a:pt x="12583" y="10800"/>
                </a:cubicBezTo>
                <a:cubicBezTo>
                  <a:pt x="12583" y="7344"/>
                  <a:pt x="11115" y="4752"/>
                  <a:pt x="9647" y="4752"/>
                </a:cubicBezTo>
                <a:close/>
                <a:moveTo>
                  <a:pt x="8388" y="14256"/>
                </a:moveTo>
                <a:cubicBezTo>
                  <a:pt x="8179" y="14256"/>
                  <a:pt x="8179" y="13824"/>
                  <a:pt x="7969" y="13824"/>
                </a:cubicBezTo>
                <a:cubicBezTo>
                  <a:pt x="7550" y="14256"/>
                  <a:pt x="7550" y="14256"/>
                  <a:pt x="7550" y="14256"/>
                </a:cubicBezTo>
                <a:cubicBezTo>
                  <a:pt x="7550" y="14688"/>
                  <a:pt x="7759" y="15120"/>
                  <a:pt x="7969" y="15552"/>
                </a:cubicBezTo>
                <a:lnTo>
                  <a:pt x="8388" y="14256"/>
                </a:lnTo>
                <a:close/>
                <a:moveTo>
                  <a:pt x="7130" y="13824"/>
                </a:moveTo>
                <a:cubicBezTo>
                  <a:pt x="7759" y="12960"/>
                  <a:pt x="7759" y="12960"/>
                  <a:pt x="7759" y="12960"/>
                </a:cubicBezTo>
                <a:cubicBezTo>
                  <a:pt x="7759" y="12528"/>
                  <a:pt x="7550" y="12528"/>
                  <a:pt x="7550" y="12096"/>
                </a:cubicBezTo>
                <a:cubicBezTo>
                  <a:pt x="6920" y="12528"/>
                  <a:pt x="6920" y="12528"/>
                  <a:pt x="6920" y="12528"/>
                </a:cubicBezTo>
                <a:cubicBezTo>
                  <a:pt x="6920" y="12960"/>
                  <a:pt x="7130" y="13392"/>
                  <a:pt x="7130" y="13824"/>
                </a:cubicBezTo>
                <a:close/>
                <a:moveTo>
                  <a:pt x="7340" y="10368"/>
                </a:moveTo>
                <a:cubicBezTo>
                  <a:pt x="7340" y="10800"/>
                  <a:pt x="7340" y="11232"/>
                  <a:pt x="7550" y="11232"/>
                </a:cubicBezTo>
                <a:cubicBezTo>
                  <a:pt x="6920" y="11664"/>
                  <a:pt x="6920" y="11664"/>
                  <a:pt x="6920" y="11664"/>
                </a:cubicBezTo>
                <a:cubicBezTo>
                  <a:pt x="6711" y="11232"/>
                  <a:pt x="6711" y="10800"/>
                  <a:pt x="6711" y="10368"/>
                </a:cubicBezTo>
                <a:lnTo>
                  <a:pt x="7340" y="10368"/>
                </a:lnTo>
                <a:close/>
                <a:moveTo>
                  <a:pt x="9437" y="10800"/>
                </a:moveTo>
                <a:cubicBezTo>
                  <a:pt x="9437" y="8640"/>
                  <a:pt x="9437" y="8640"/>
                  <a:pt x="9437" y="8640"/>
                </a:cubicBezTo>
                <a:cubicBezTo>
                  <a:pt x="11324" y="12096"/>
                  <a:pt x="11324" y="12096"/>
                  <a:pt x="11324" y="12096"/>
                </a:cubicBezTo>
                <a:cubicBezTo>
                  <a:pt x="10066" y="11232"/>
                  <a:pt x="10066" y="11232"/>
                  <a:pt x="10066" y="11232"/>
                </a:cubicBezTo>
                <a:cubicBezTo>
                  <a:pt x="10066" y="12960"/>
                  <a:pt x="10066" y="12960"/>
                  <a:pt x="10066" y="12960"/>
                </a:cubicBezTo>
                <a:cubicBezTo>
                  <a:pt x="7969" y="9504"/>
                  <a:pt x="7969" y="9504"/>
                  <a:pt x="7969" y="9504"/>
                </a:cubicBezTo>
                <a:lnTo>
                  <a:pt x="9437" y="10800"/>
                </a:lnTo>
                <a:close/>
                <a:moveTo>
                  <a:pt x="21600" y="7344"/>
                </a:moveTo>
                <a:cubicBezTo>
                  <a:pt x="21600" y="13824"/>
                  <a:pt x="21600" y="13824"/>
                  <a:pt x="21600" y="13824"/>
                </a:cubicBezTo>
                <a:cubicBezTo>
                  <a:pt x="21600" y="14688"/>
                  <a:pt x="21181" y="15552"/>
                  <a:pt x="20761" y="15552"/>
                </a:cubicBezTo>
                <a:cubicBezTo>
                  <a:pt x="19503" y="15552"/>
                  <a:pt x="19503" y="15552"/>
                  <a:pt x="19503" y="15552"/>
                </a:cubicBezTo>
                <a:cubicBezTo>
                  <a:pt x="19503" y="5616"/>
                  <a:pt x="19503" y="5616"/>
                  <a:pt x="19503" y="5616"/>
                </a:cubicBezTo>
                <a:cubicBezTo>
                  <a:pt x="20761" y="5616"/>
                  <a:pt x="20761" y="5616"/>
                  <a:pt x="20761" y="5616"/>
                </a:cubicBezTo>
                <a:cubicBezTo>
                  <a:pt x="21181" y="5616"/>
                  <a:pt x="21600" y="6480"/>
                  <a:pt x="21600" y="7344"/>
                </a:cubicBezTo>
                <a:close/>
                <a:moveTo>
                  <a:pt x="18454" y="0"/>
                </a:moveTo>
                <a:cubicBezTo>
                  <a:pt x="0" y="0"/>
                  <a:pt x="0" y="0"/>
                  <a:pt x="0" y="0"/>
                </a:cubicBezTo>
                <a:cubicBezTo>
                  <a:pt x="0" y="21600"/>
                  <a:pt x="0" y="21600"/>
                  <a:pt x="0" y="21600"/>
                </a:cubicBezTo>
                <a:cubicBezTo>
                  <a:pt x="18454" y="21600"/>
                  <a:pt x="18454" y="21600"/>
                  <a:pt x="18454" y="21600"/>
                </a:cubicBezTo>
                <a:lnTo>
                  <a:pt x="18454" y="0"/>
                </a:lnTo>
                <a:close/>
                <a:moveTo>
                  <a:pt x="16986" y="3024"/>
                </a:moveTo>
                <a:cubicBezTo>
                  <a:pt x="16986" y="18144"/>
                  <a:pt x="16986" y="18144"/>
                  <a:pt x="16986" y="18144"/>
                </a:cubicBezTo>
                <a:cubicBezTo>
                  <a:pt x="1678" y="18144"/>
                  <a:pt x="1678" y="18144"/>
                  <a:pt x="1678" y="18144"/>
                </a:cubicBezTo>
                <a:cubicBezTo>
                  <a:pt x="1678" y="3024"/>
                  <a:pt x="1678" y="3024"/>
                  <a:pt x="1678" y="3024"/>
                </a:cubicBezTo>
                <a:lnTo>
                  <a:pt x="16986" y="3024"/>
                </a:lnTo>
                <a:close/>
              </a:path>
            </a:pathLst>
          </a:custGeom>
          <a:solidFill>
            <a:schemeClr val="accent4">
              <a:lumOff val="58054"/>
            </a:schemeClr>
          </a:solidFill>
          <a:ln w="12700">
            <a:miter lim="400000"/>
          </a:ln>
        </p:spPr>
        <p:txBody>
          <a:bodyPr lIns="109727" tIns="109727" rIns="109727" bIns="109727"/>
          <a:lstStyle/>
          <a:p>
            <a:endParaRPr/>
          </a:p>
        </p:txBody>
      </p:sp>
      <p:sp>
        <p:nvSpPr>
          <p:cNvPr id="520" name="Shape"/>
          <p:cNvSpPr/>
          <p:nvPr/>
        </p:nvSpPr>
        <p:spPr>
          <a:xfrm>
            <a:off x="6502193" y="8503657"/>
            <a:ext cx="388779" cy="392391"/>
          </a:xfrm>
          <a:custGeom>
            <a:avLst/>
            <a:gdLst/>
            <a:ahLst/>
            <a:cxnLst>
              <a:cxn ang="0">
                <a:pos x="wd2" y="hd2"/>
              </a:cxn>
              <a:cxn ang="5400000">
                <a:pos x="wd2" y="hd2"/>
              </a:cxn>
              <a:cxn ang="10800000">
                <a:pos x="wd2" y="hd2"/>
              </a:cxn>
              <a:cxn ang="16200000">
                <a:pos x="wd2" y="hd2"/>
              </a:cxn>
            </a:cxnLst>
            <a:rect l="0" t="0" r="r" b="b"/>
            <a:pathLst>
              <a:path w="20895" h="21089" extrusionOk="0">
                <a:moveTo>
                  <a:pt x="7293" y="355"/>
                </a:moveTo>
                <a:cubicBezTo>
                  <a:pt x="4848" y="3004"/>
                  <a:pt x="4848" y="3004"/>
                  <a:pt x="4848" y="3004"/>
                </a:cubicBezTo>
                <a:cubicBezTo>
                  <a:pt x="2810" y="763"/>
                  <a:pt x="2810" y="763"/>
                  <a:pt x="2810" y="763"/>
                </a:cubicBezTo>
                <a:cubicBezTo>
                  <a:pt x="4033" y="-52"/>
                  <a:pt x="5663" y="-256"/>
                  <a:pt x="7293" y="355"/>
                </a:cubicBezTo>
                <a:cubicBezTo>
                  <a:pt x="7293" y="355"/>
                  <a:pt x="7293" y="355"/>
                  <a:pt x="7293" y="355"/>
                </a:cubicBezTo>
                <a:close/>
                <a:moveTo>
                  <a:pt x="5256" y="6469"/>
                </a:moveTo>
                <a:cubicBezTo>
                  <a:pt x="4441" y="7080"/>
                  <a:pt x="4441" y="7080"/>
                  <a:pt x="4441" y="7080"/>
                </a:cubicBezTo>
                <a:cubicBezTo>
                  <a:pt x="6071" y="8506"/>
                  <a:pt x="6071" y="8506"/>
                  <a:pt x="6071" y="8506"/>
                </a:cubicBezTo>
                <a:cubicBezTo>
                  <a:pt x="6682" y="7895"/>
                  <a:pt x="6682" y="7895"/>
                  <a:pt x="6682" y="7895"/>
                </a:cubicBezTo>
                <a:lnTo>
                  <a:pt x="5256" y="6469"/>
                </a:lnTo>
                <a:close/>
                <a:moveTo>
                  <a:pt x="7701" y="6876"/>
                </a:moveTo>
                <a:cubicBezTo>
                  <a:pt x="7090" y="7487"/>
                  <a:pt x="7090" y="7487"/>
                  <a:pt x="7090" y="7487"/>
                </a:cubicBezTo>
                <a:cubicBezTo>
                  <a:pt x="5663" y="6061"/>
                  <a:pt x="5663" y="6061"/>
                  <a:pt x="5663" y="6061"/>
                </a:cubicBezTo>
                <a:cubicBezTo>
                  <a:pt x="6275" y="5246"/>
                  <a:pt x="6275" y="5246"/>
                  <a:pt x="6275" y="5246"/>
                </a:cubicBezTo>
                <a:lnTo>
                  <a:pt x="7701" y="6876"/>
                </a:lnTo>
                <a:close/>
                <a:moveTo>
                  <a:pt x="8516" y="6672"/>
                </a:moveTo>
                <a:cubicBezTo>
                  <a:pt x="5867" y="9321"/>
                  <a:pt x="5867" y="9321"/>
                  <a:pt x="5867" y="9321"/>
                </a:cubicBezTo>
                <a:cubicBezTo>
                  <a:pt x="3625" y="7080"/>
                  <a:pt x="3625" y="7080"/>
                  <a:pt x="3625" y="7080"/>
                </a:cubicBezTo>
                <a:cubicBezTo>
                  <a:pt x="6275" y="4431"/>
                  <a:pt x="6275" y="4431"/>
                  <a:pt x="6275" y="4431"/>
                </a:cubicBezTo>
                <a:lnTo>
                  <a:pt x="8516" y="6672"/>
                </a:lnTo>
                <a:close/>
                <a:moveTo>
                  <a:pt x="19316" y="18287"/>
                </a:moveTo>
                <a:cubicBezTo>
                  <a:pt x="19316" y="18899"/>
                  <a:pt x="18908" y="19306"/>
                  <a:pt x="18297" y="19306"/>
                </a:cubicBezTo>
                <a:cubicBezTo>
                  <a:pt x="17686" y="19306"/>
                  <a:pt x="17278" y="18899"/>
                  <a:pt x="17278" y="18287"/>
                </a:cubicBezTo>
                <a:cubicBezTo>
                  <a:pt x="17278" y="17676"/>
                  <a:pt x="17686" y="17269"/>
                  <a:pt x="18297" y="17269"/>
                </a:cubicBezTo>
                <a:cubicBezTo>
                  <a:pt x="18908" y="17269"/>
                  <a:pt x="19316" y="17676"/>
                  <a:pt x="19316" y="18287"/>
                </a:cubicBezTo>
                <a:close/>
                <a:moveTo>
                  <a:pt x="2810" y="6265"/>
                </a:moveTo>
                <a:cubicBezTo>
                  <a:pt x="365" y="3819"/>
                  <a:pt x="365" y="3819"/>
                  <a:pt x="365" y="3819"/>
                </a:cubicBezTo>
                <a:cubicBezTo>
                  <a:pt x="-450" y="5653"/>
                  <a:pt x="161" y="7895"/>
                  <a:pt x="1588" y="9525"/>
                </a:cubicBezTo>
                <a:cubicBezTo>
                  <a:pt x="2810" y="10544"/>
                  <a:pt x="4441" y="11155"/>
                  <a:pt x="5867" y="11155"/>
                </a:cubicBezTo>
                <a:cubicBezTo>
                  <a:pt x="6682" y="10952"/>
                  <a:pt x="7497" y="11359"/>
                  <a:pt x="8108" y="11970"/>
                </a:cubicBezTo>
                <a:cubicBezTo>
                  <a:pt x="16667" y="20325"/>
                  <a:pt x="16667" y="20325"/>
                  <a:pt x="16667" y="20325"/>
                </a:cubicBezTo>
                <a:cubicBezTo>
                  <a:pt x="17482" y="21344"/>
                  <a:pt x="19316" y="21344"/>
                  <a:pt x="20131" y="20325"/>
                </a:cubicBezTo>
                <a:cubicBezTo>
                  <a:pt x="21150" y="19306"/>
                  <a:pt x="21150" y="17676"/>
                  <a:pt x="20131" y="16657"/>
                </a:cubicBezTo>
                <a:cubicBezTo>
                  <a:pt x="11776" y="8302"/>
                  <a:pt x="11776" y="8302"/>
                  <a:pt x="11776" y="8302"/>
                </a:cubicBezTo>
                <a:cubicBezTo>
                  <a:pt x="11165" y="7691"/>
                  <a:pt x="10961" y="6876"/>
                  <a:pt x="10961" y="6061"/>
                </a:cubicBezTo>
                <a:cubicBezTo>
                  <a:pt x="11165" y="4431"/>
                  <a:pt x="10554" y="2801"/>
                  <a:pt x="9331" y="1782"/>
                </a:cubicBezTo>
                <a:cubicBezTo>
                  <a:pt x="9127" y="1374"/>
                  <a:pt x="8720" y="1170"/>
                  <a:pt x="8312" y="967"/>
                </a:cubicBezTo>
                <a:lnTo>
                  <a:pt x="2810" y="6265"/>
                </a:lnTo>
                <a:close/>
              </a:path>
            </a:pathLst>
          </a:custGeom>
          <a:solidFill>
            <a:schemeClr val="accent4">
              <a:lumOff val="58054"/>
            </a:schemeClr>
          </a:solidFill>
          <a:ln w="12700">
            <a:miter lim="400000"/>
          </a:ln>
        </p:spPr>
        <p:txBody>
          <a:bodyPr lIns="109727" tIns="109727" rIns="109727" bIns="109727"/>
          <a:lstStyle/>
          <a:p>
            <a:endParaRPr/>
          </a:p>
        </p:txBody>
      </p:sp>
      <p:sp>
        <p:nvSpPr>
          <p:cNvPr id="521" name="Shape"/>
          <p:cNvSpPr/>
          <p:nvPr/>
        </p:nvSpPr>
        <p:spPr>
          <a:xfrm>
            <a:off x="6493821" y="9553356"/>
            <a:ext cx="401891" cy="172242"/>
          </a:xfrm>
          <a:custGeom>
            <a:avLst/>
            <a:gdLst/>
            <a:ahLst/>
            <a:cxnLst>
              <a:cxn ang="0">
                <a:pos x="wd2" y="hd2"/>
              </a:cxn>
              <a:cxn ang="5400000">
                <a:pos x="wd2" y="hd2"/>
              </a:cxn>
              <a:cxn ang="10800000">
                <a:pos x="wd2" y="hd2"/>
              </a:cxn>
              <a:cxn ang="16200000">
                <a:pos x="wd2" y="hd2"/>
              </a:cxn>
            </a:cxnLst>
            <a:rect l="0" t="0" r="r" b="b"/>
            <a:pathLst>
              <a:path w="21600" h="21600" extrusionOk="0">
                <a:moveTo>
                  <a:pt x="17897" y="10080"/>
                </a:moveTo>
                <a:lnTo>
                  <a:pt x="17897" y="8640"/>
                </a:lnTo>
                <a:lnTo>
                  <a:pt x="17280" y="10080"/>
                </a:lnTo>
                <a:lnTo>
                  <a:pt x="17280" y="7200"/>
                </a:lnTo>
                <a:lnTo>
                  <a:pt x="16046" y="7200"/>
                </a:lnTo>
                <a:lnTo>
                  <a:pt x="16046" y="10080"/>
                </a:lnTo>
                <a:lnTo>
                  <a:pt x="15429" y="8640"/>
                </a:lnTo>
                <a:lnTo>
                  <a:pt x="15429" y="10080"/>
                </a:lnTo>
                <a:lnTo>
                  <a:pt x="16046" y="11520"/>
                </a:lnTo>
                <a:lnTo>
                  <a:pt x="15429" y="12960"/>
                </a:lnTo>
                <a:lnTo>
                  <a:pt x="16046" y="12960"/>
                </a:lnTo>
                <a:lnTo>
                  <a:pt x="16663" y="11520"/>
                </a:lnTo>
                <a:lnTo>
                  <a:pt x="17280" y="12960"/>
                </a:lnTo>
                <a:lnTo>
                  <a:pt x="17897" y="12960"/>
                </a:lnTo>
                <a:lnTo>
                  <a:pt x="17280" y="11520"/>
                </a:lnTo>
                <a:lnTo>
                  <a:pt x="17897" y="10080"/>
                </a:lnTo>
                <a:close/>
                <a:moveTo>
                  <a:pt x="14194" y="10080"/>
                </a:moveTo>
                <a:lnTo>
                  <a:pt x="14194" y="8640"/>
                </a:lnTo>
                <a:lnTo>
                  <a:pt x="12960" y="10080"/>
                </a:lnTo>
                <a:lnTo>
                  <a:pt x="12960" y="7200"/>
                </a:lnTo>
                <a:lnTo>
                  <a:pt x="12343" y="7200"/>
                </a:lnTo>
                <a:lnTo>
                  <a:pt x="12343" y="10080"/>
                </a:lnTo>
                <a:lnTo>
                  <a:pt x="11726" y="8640"/>
                </a:lnTo>
                <a:lnTo>
                  <a:pt x="11109" y="10080"/>
                </a:lnTo>
                <a:lnTo>
                  <a:pt x="12343" y="11520"/>
                </a:lnTo>
                <a:lnTo>
                  <a:pt x="11726" y="12960"/>
                </a:lnTo>
                <a:lnTo>
                  <a:pt x="12343" y="12960"/>
                </a:lnTo>
                <a:lnTo>
                  <a:pt x="12960" y="11520"/>
                </a:lnTo>
                <a:lnTo>
                  <a:pt x="12960" y="12960"/>
                </a:lnTo>
                <a:lnTo>
                  <a:pt x="14194" y="12960"/>
                </a:lnTo>
                <a:lnTo>
                  <a:pt x="13577" y="11520"/>
                </a:lnTo>
                <a:lnTo>
                  <a:pt x="14194" y="10080"/>
                </a:lnTo>
                <a:close/>
                <a:moveTo>
                  <a:pt x="10491" y="10080"/>
                </a:moveTo>
                <a:lnTo>
                  <a:pt x="9874" y="8640"/>
                </a:lnTo>
                <a:lnTo>
                  <a:pt x="9257" y="10080"/>
                </a:lnTo>
                <a:lnTo>
                  <a:pt x="9257" y="7200"/>
                </a:lnTo>
                <a:lnTo>
                  <a:pt x="8640" y="7200"/>
                </a:lnTo>
                <a:lnTo>
                  <a:pt x="8640" y="10080"/>
                </a:lnTo>
                <a:lnTo>
                  <a:pt x="8023" y="8640"/>
                </a:lnTo>
                <a:lnTo>
                  <a:pt x="7406" y="10080"/>
                </a:lnTo>
                <a:lnTo>
                  <a:pt x="8023" y="11520"/>
                </a:lnTo>
                <a:lnTo>
                  <a:pt x="8023" y="12960"/>
                </a:lnTo>
                <a:lnTo>
                  <a:pt x="8640" y="12960"/>
                </a:lnTo>
                <a:lnTo>
                  <a:pt x="8640" y="11520"/>
                </a:lnTo>
                <a:lnTo>
                  <a:pt x="9257" y="12960"/>
                </a:lnTo>
                <a:lnTo>
                  <a:pt x="9874" y="12960"/>
                </a:lnTo>
                <a:lnTo>
                  <a:pt x="9257" y="11520"/>
                </a:lnTo>
                <a:lnTo>
                  <a:pt x="10491" y="10080"/>
                </a:lnTo>
                <a:close/>
                <a:moveTo>
                  <a:pt x="6171" y="10080"/>
                </a:moveTo>
                <a:lnTo>
                  <a:pt x="6171" y="8640"/>
                </a:lnTo>
                <a:lnTo>
                  <a:pt x="5554" y="10080"/>
                </a:lnTo>
                <a:lnTo>
                  <a:pt x="5554" y="7200"/>
                </a:lnTo>
                <a:lnTo>
                  <a:pt x="4937" y="7200"/>
                </a:lnTo>
                <a:lnTo>
                  <a:pt x="4937" y="10080"/>
                </a:lnTo>
                <a:lnTo>
                  <a:pt x="3703" y="8640"/>
                </a:lnTo>
                <a:lnTo>
                  <a:pt x="3703" y="10080"/>
                </a:lnTo>
                <a:lnTo>
                  <a:pt x="4320" y="11520"/>
                </a:lnTo>
                <a:lnTo>
                  <a:pt x="3703" y="12960"/>
                </a:lnTo>
                <a:lnTo>
                  <a:pt x="4320" y="12960"/>
                </a:lnTo>
                <a:lnTo>
                  <a:pt x="4937" y="11520"/>
                </a:lnTo>
                <a:lnTo>
                  <a:pt x="5554" y="12960"/>
                </a:lnTo>
                <a:lnTo>
                  <a:pt x="6171" y="12960"/>
                </a:lnTo>
                <a:lnTo>
                  <a:pt x="5554" y="11520"/>
                </a:lnTo>
                <a:lnTo>
                  <a:pt x="6171" y="10080"/>
                </a:lnTo>
                <a:close/>
                <a:moveTo>
                  <a:pt x="21600" y="0"/>
                </a:moveTo>
                <a:lnTo>
                  <a:pt x="0" y="0"/>
                </a:lnTo>
                <a:lnTo>
                  <a:pt x="0" y="21600"/>
                </a:lnTo>
                <a:lnTo>
                  <a:pt x="21600" y="21600"/>
                </a:lnTo>
                <a:lnTo>
                  <a:pt x="21600" y="0"/>
                </a:lnTo>
                <a:close/>
                <a:moveTo>
                  <a:pt x="19131" y="4320"/>
                </a:moveTo>
                <a:lnTo>
                  <a:pt x="19131" y="15840"/>
                </a:lnTo>
                <a:lnTo>
                  <a:pt x="2469" y="15840"/>
                </a:lnTo>
                <a:lnTo>
                  <a:pt x="2469" y="4320"/>
                </a:lnTo>
                <a:lnTo>
                  <a:pt x="19131" y="4320"/>
                </a:lnTo>
                <a:close/>
              </a:path>
            </a:pathLst>
          </a:custGeom>
          <a:solidFill>
            <a:schemeClr val="accent4">
              <a:lumOff val="58054"/>
            </a:schemeClr>
          </a:solidFill>
          <a:ln w="12700">
            <a:miter lim="400000"/>
          </a:ln>
        </p:spPr>
        <p:txBody>
          <a:bodyPr lIns="109727" tIns="109727" rIns="109727" bIns="109727"/>
          <a:lstStyle/>
          <a:p>
            <a:endParaRPr/>
          </a:p>
        </p:txBody>
      </p:sp>
      <p:sp>
        <p:nvSpPr>
          <p:cNvPr id="522" name="Shape"/>
          <p:cNvSpPr/>
          <p:nvPr/>
        </p:nvSpPr>
        <p:spPr>
          <a:xfrm>
            <a:off x="3517146" y="9438530"/>
            <a:ext cx="378925" cy="401891"/>
          </a:xfrm>
          <a:custGeom>
            <a:avLst/>
            <a:gdLst/>
            <a:ahLst/>
            <a:cxnLst>
              <a:cxn ang="0">
                <a:pos x="wd2" y="hd2"/>
              </a:cxn>
              <a:cxn ang="5400000">
                <a:pos x="wd2" y="hd2"/>
              </a:cxn>
              <a:cxn ang="10800000">
                <a:pos x="wd2" y="hd2"/>
              </a:cxn>
              <a:cxn ang="16200000">
                <a:pos x="wd2" y="hd2"/>
              </a:cxn>
            </a:cxnLst>
            <a:rect l="0" t="0" r="r" b="b"/>
            <a:pathLst>
              <a:path w="21600" h="21600" extrusionOk="0">
                <a:moveTo>
                  <a:pt x="9838" y="2517"/>
                </a:moveTo>
                <a:cubicBezTo>
                  <a:pt x="16681" y="2517"/>
                  <a:pt x="16681" y="2517"/>
                  <a:pt x="16681" y="2517"/>
                </a:cubicBezTo>
                <a:cubicBezTo>
                  <a:pt x="16681" y="0"/>
                  <a:pt x="16681" y="0"/>
                  <a:pt x="16681" y="0"/>
                </a:cubicBezTo>
                <a:cubicBezTo>
                  <a:pt x="21600" y="4823"/>
                  <a:pt x="21600" y="4823"/>
                  <a:pt x="21600" y="4823"/>
                </a:cubicBezTo>
                <a:cubicBezTo>
                  <a:pt x="16681" y="9647"/>
                  <a:pt x="16681" y="9647"/>
                  <a:pt x="16681" y="9647"/>
                </a:cubicBezTo>
                <a:cubicBezTo>
                  <a:pt x="16681" y="7130"/>
                  <a:pt x="16681" y="7130"/>
                  <a:pt x="16681" y="7130"/>
                </a:cubicBezTo>
                <a:cubicBezTo>
                  <a:pt x="9838" y="7130"/>
                  <a:pt x="9838" y="7130"/>
                  <a:pt x="9838" y="7130"/>
                </a:cubicBezTo>
                <a:cubicBezTo>
                  <a:pt x="6844" y="7130"/>
                  <a:pt x="4705" y="9227"/>
                  <a:pt x="4705" y="11953"/>
                </a:cubicBezTo>
                <a:cubicBezTo>
                  <a:pt x="4705" y="14889"/>
                  <a:pt x="6844" y="16986"/>
                  <a:pt x="9838" y="16986"/>
                </a:cubicBezTo>
                <a:cubicBezTo>
                  <a:pt x="16467" y="16986"/>
                  <a:pt x="16467" y="16986"/>
                  <a:pt x="16467" y="16986"/>
                </a:cubicBezTo>
                <a:cubicBezTo>
                  <a:pt x="16467" y="21600"/>
                  <a:pt x="16467" y="21600"/>
                  <a:pt x="16467" y="21600"/>
                </a:cubicBezTo>
                <a:cubicBezTo>
                  <a:pt x="9838" y="21600"/>
                  <a:pt x="9838" y="21600"/>
                  <a:pt x="9838" y="21600"/>
                </a:cubicBezTo>
                <a:cubicBezTo>
                  <a:pt x="4491" y="21600"/>
                  <a:pt x="0" y="17406"/>
                  <a:pt x="0" y="11953"/>
                </a:cubicBezTo>
                <a:cubicBezTo>
                  <a:pt x="0" y="6711"/>
                  <a:pt x="4491" y="2517"/>
                  <a:pt x="9838" y="2517"/>
                </a:cubicBezTo>
                <a:close/>
              </a:path>
            </a:pathLst>
          </a:custGeom>
          <a:solidFill>
            <a:schemeClr val="accent4">
              <a:lumOff val="58054"/>
            </a:schemeClr>
          </a:solidFill>
          <a:ln w="12700">
            <a:miter lim="400000"/>
          </a:ln>
        </p:spPr>
        <p:txBody>
          <a:bodyPr lIns="109727" tIns="109727" rIns="109727" bIns="109727"/>
          <a:lstStyle/>
          <a:p>
            <a:endParaRPr/>
          </a:p>
        </p:txBody>
      </p:sp>
      <p:sp>
        <p:nvSpPr>
          <p:cNvPr id="523" name="Shape"/>
          <p:cNvSpPr/>
          <p:nvPr/>
        </p:nvSpPr>
        <p:spPr>
          <a:xfrm>
            <a:off x="9399478" y="10431746"/>
            <a:ext cx="397061" cy="371026"/>
          </a:xfrm>
          <a:custGeom>
            <a:avLst/>
            <a:gdLst/>
            <a:ahLst/>
            <a:cxnLst>
              <a:cxn ang="0">
                <a:pos x="wd2" y="hd2"/>
              </a:cxn>
              <a:cxn ang="5400000">
                <a:pos x="wd2" y="hd2"/>
              </a:cxn>
              <a:cxn ang="10800000">
                <a:pos x="wd2" y="hd2"/>
              </a:cxn>
              <a:cxn ang="16200000">
                <a:pos x="wd2" y="hd2"/>
              </a:cxn>
            </a:cxnLst>
            <a:rect l="0" t="0" r="r" b="b"/>
            <a:pathLst>
              <a:path w="21340" h="21150" extrusionOk="0">
                <a:moveTo>
                  <a:pt x="10332" y="16132"/>
                </a:moveTo>
                <a:cubicBezTo>
                  <a:pt x="6386" y="20277"/>
                  <a:pt x="6386" y="20277"/>
                  <a:pt x="6386" y="20277"/>
                </a:cubicBezTo>
                <a:cubicBezTo>
                  <a:pt x="1609" y="21150"/>
                  <a:pt x="1609" y="21150"/>
                  <a:pt x="1609" y="21150"/>
                </a:cubicBezTo>
                <a:cubicBezTo>
                  <a:pt x="2648" y="16350"/>
                  <a:pt x="2648" y="16350"/>
                  <a:pt x="2648" y="16350"/>
                </a:cubicBezTo>
                <a:cubicBezTo>
                  <a:pt x="6594" y="12204"/>
                  <a:pt x="6594" y="12204"/>
                  <a:pt x="6594" y="12204"/>
                </a:cubicBezTo>
                <a:cubicBezTo>
                  <a:pt x="7425" y="13077"/>
                  <a:pt x="7425" y="13077"/>
                  <a:pt x="7425" y="13077"/>
                </a:cubicBezTo>
                <a:cubicBezTo>
                  <a:pt x="3894" y="16786"/>
                  <a:pt x="3894" y="16786"/>
                  <a:pt x="3894" y="16786"/>
                </a:cubicBezTo>
                <a:cubicBezTo>
                  <a:pt x="3686" y="17004"/>
                  <a:pt x="3686" y="17223"/>
                  <a:pt x="3894" y="17441"/>
                </a:cubicBezTo>
                <a:cubicBezTo>
                  <a:pt x="4102" y="17659"/>
                  <a:pt x="4309" y="17659"/>
                  <a:pt x="4517" y="17441"/>
                </a:cubicBezTo>
                <a:cubicBezTo>
                  <a:pt x="8048" y="13732"/>
                  <a:pt x="8048" y="13732"/>
                  <a:pt x="8048" y="13732"/>
                </a:cubicBezTo>
                <a:cubicBezTo>
                  <a:pt x="8878" y="14604"/>
                  <a:pt x="8878" y="14604"/>
                  <a:pt x="8878" y="14604"/>
                </a:cubicBezTo>
                <a:cubicBezTo>
                  <a:pt x="5348" y="18313"/>
                  <a:pt x="5348" y="18313"/>
                  <a:pt x="5348" y="18313"/>
                </a:cubicBezTo>
                <a:cubicBezTo>
                  <a:pt x="5140" y="18532"/>
                  <a:pt x="5140" y="18750"/>
                  <a:pt x="5348" y="18968"/>
                </a:cubicBezTo>
                <a:cubicBezTo>
                  <a:pt x="5348" y="18968"/>
                  <a:pt x="5555" y="18968"/>
                  <a:pt x="5763" y="18968"/>
                </a:cubicBezTo>
                <a:cubicBezTo>
                  <a:pt x="9294" y="15041"/>
                  <a:pt x="9294" y="15041"/>
                  <a:pt x="9294" y="15041"/>
                </a:cubicBezTo>
                <a:lnTo>
                  <a:pt x="10332" y="16132"/>
                </a:lnTo>
                <a:close/>
                <a:moveTo>
                  <a:pt x="11578" y="6968"/>
                </a:moveTo>
                <a:cubicBezTo>
                  <a:pt x="17602" y="423"/>
                  <a:pt x="17602" y="423"/>
                  <a:pt x="17602" y="423"/>
                </a:cubicBezTo>
                <a:cubicBezTo>
                  <a:pt x="21340" y="4350"/>
                  <a:pt x="21340" y="4350"/>
                  <a:pt x="21340" y="4350"/>
                </a:cubicBezTo>
                <a:cubicBezTo>
                  <a:pt x="15317" y="10677"/>
                  <a:pt x="15317" y="10677"/>
                  <a:pt x="15317" y="10677"/>
                </a:cubicBezTo>
                <a:cubicBezTo>
                  <a:pt x="14486" y="9804"/>
                  <a:pt x="14486" y="9804"/>
                  <a:pt x="14486" y="9804"/>
                </a:cubicBezTo>
                <a:cubicBezTo>
                  <a:pt x="19471" y="4568"/>
                  <a:pt x="19471" y="4568"/>
                  <a:pt x="19471" y="4568"/>
                </a:cubicBezTo>
                <a:cubicBezTo>
                  <a:pt x="19471" y="4350"/>
                  <a:pt x="19471" y="4132"/>
                  <a:pt x="19471" y="3913"/>
                </a:cubicBezTo>
                <a:cubicBezTo>
                  <a:pt x="19263" y="3913"/>
                  <a:pt x="19055" y="3913"/>
                  <a:pt x="18848" y="3913"/>
                </a:cubicBezTo>
                <a:cubicBezTo>
                  <a:pt x="13863" y="9150"/>
                  <a:pt x="13863" y="9150"/>
                  <a:pt x="13863" y="9150"/>
                </a:cubicBezTo>
                <a:cubicBezTo>
                  <a:pt x="13032" y="8277"/>
                  <a:pt x="13032" y="8277"/>
                  <a:pt x="13032" y="8277"/>
                </a:cubicBezTo>
                <a:cubicBezTo>
                  <a:pt x="18017" y="3041"/>
                  <a:pt x="18017" y="3041"/>
                  <a:pt x="18017" y="3041"/>
                </a:cubicBezTo>
                <a:cubicBezTo>
                  <a:pt x="18225" y="3041"/>
                  <a:pt x="18225" y="2823"/>
                  <a:pt x="18017" y="2604"/>
                </a:cubicBezTo>
                <a:cubicBezTo>
                  <a:pt x="17809" y="2386"/>
                  <a:pt x="17602" y="2386"/>
                  <a:pt x="17394" y="2604"/>
                </a:cubicBezTo>
                <a:cubicBezTo>
                  <a:pt x="12409" y="7841"/>
                  <a:pt x="12409" y="7841"/>
                  <a:pt x="12409" y="7841"/>
                </a:cubicBezTo>
                <a:cubicBezTo>
                  <a:pt x="11578" y="6968"/>
                  <a:pt x="11578" y="6968"/>
                  <a:pt x="11578" y="6968"/>
                </a:cubicBezTo>
                <a:close/>
                <a:moveTo>
                  <a:pt x="17809" y="19623"/>
                </a:moveTo>
                <a:cubicBezTo>
                  <a:pt x="17394" y="19623"/>
                  <a:pt x="16978" y="19404"/>
                  <a:pt x="16978" y="18750"/>
                </a:cubicBezTo>
                <a:cubicBezTo>
                  <a:pt x="16978" y="18313"/>
                  <a:pt x="17394" y="17877"/>
                  <a:pt x="17809" y="17877"/>
                </a:cubicBezTo>
                <a:cubicBezTo>
                  <a:pt x="18432" y="17877"/>
                  <a:pt x="18848" y="18313"/>
                  <a:pt x="18848" y="18750"/>
                </a:cubicBezTo>
                <a:cubicBezTo>
                  <a:pt x="18848" y="19404"/>
                  <a:pt x="18432" y="19623"/>
                  <a:pt x="17809" y="19623"/>
                </a:cubicBezTo>
                <a:close/>
                <a:moveTo>
                  <a:pt x="19471" y="17441"/>
                </a:moveTo>
                <a:cubicBezTo>
                  <a:pt x="9709" y="6968"/>
                  <a:pt x="9709" y="6968"/>
                  <a:pt x="9709" y="6968"/>
                </a:cubicBezTo>
                <a:cubicBezTo>
                  <a:pt x="9086" y="6532"/>
                  <a:pt x="8878" y="5877"/>
                  <a:pt x="9086" y="5004"/>
                </a:cubicBezTo>
                <a:cubicBezTo>
                  <a:pt x="9086" y="3695"/>
                  <a:pt x="8671" y="2386"/>
                  <a:pt x="7632" y="1295"/>
                </a:cubicBezTo>
                <a:cubicBezTo>
                  <a:pt x="6386" y="-14"/>
                  <a:pt x="4517" y="-232"/>
                  <a:pt x="3063" y="204"/>
                </a:cubicBezTo>
                <a:cubicBezTo>
                  <a:pt x="5971" y="3259"/>
                  <a:pt x="5971" y="3259"/>
                  <a:pt x="5971" y="3259"/>
                </a:cubicBezTo>
                <a:cubicBezTo>
                  <a:pt x="5971" y="4350"/>
                  <a:pt x="4309" y="6313"/>
                  <a:pt x="3063" y="6095"/>
                </a:cubicBezTo>
                <a:cubicBezTo>
                  <a:pt x="155" y="3259"/>
                  <a:pt x="155" y="3259"/>
                  <a:pt x="155" y="3259"/>
                </a:cubicBezTo>
                <a:cubicBezTo>
                  <a:pt x="-260" y="4786"/>
                  <a:pt x="155" y="6750"/>
                  <a:pt x="1402" y="8059"/>
                </a:cubicBezTo>
                <a:cubicBezTo>
                  <a:pt x="2232" y="8932"/>
                  <a:pt x="3271" y="9368"/>
                  <a:pt x="4517" y="9368"/>
                </a:cubicBezTo>
                <a:cubicBezTo>
                  <a:pt x="4725" y="9368"/>
                  <a:pt x="5763" y="9368"/>
                  <a:pt x="6594" y="10241"/>
                </a:cubicBezTo>
                <a:cubicBezTo>
                  <a:pt x="16563" y="20495"/>
                  <a:pt x="16563" y="20495"/>
                  <a:pt x="16563" y="20495"/>
                </a:cubicBezTo>
                <a:cubicBezTo>
                  <a:pt x="17394" y="21368"/>
                  <a:pt x="18640" y="21368"/>
                  <a:pt x="19471" y="20495"/>
                </a:cubicBezTo>
                <a:cubicBezTo>
                  <a:pt x="20302" y="19623"/>
                  <a:pt x="20302" y="18313"/>
                  <a:pt x="19471" y="17441"/>
                </a:cubicBezTo>
                <a:close/>
              </a:path>
            </a:pathLst>
          </a:custGeom>
          <a:solidFill>
            <a:schemeClr val="accent4">
              <a:lumOff val="58054"/>
            </a:schemeClr>
          </a:solidFill>
          <a:ln w="12700">
            <a:miter lim="400000"/>
          </a:ln>
        </p:spPr>
        <p:txBody>
          <a:bodyPr lIns="109727" tIns="109727" rIns="109727" bIns="109727"/>
          <a:lstStyle/>
          <a:p>
            <a:endParaRPr/>
          </a:p>
        </p:txBody>
      </p:sp>
      <p:sp>
        <p:nvSpPr>
          <p:cNvPr id="524" name="Shape"/>
          <p:cNvSpPr/>
          <p:nvPr/>
        </p:nvSpPr>
        <p:spPr>
          <a:xfrm>
            <a:off x="6528268" y="12354687"/>
            <a:ext cx="332994" cy="392311"/>
          </a:xfrm>
          <a:custGeom>
            <a:avLst/>
            <a:gdLst/>
            <a:ahLst/>
            <a:cxnLst>
              <a:cxn ang="0">
                <a:pos x="wd2" y="hd2"/>
              </a:cxn>
              <a:cxn ang="5400000">
                <a:pos x="wd2" y="hd2"/>
              </a:cxn>
              <a:cxn ang="10800000">
                <a:pos x="wd2" y="hd2"/>
              </a:cxn>
              <a:cxn ang="16200000">
                <a:pos x="wd2" y="hd2"/>
              </a:cxn>
            </a:cxnLst>
            <a:rect l="0" t="0" r="r" b="b"/>
            <a:pathLst>
              <a:path w="21600" h="21085" extrusionOk="0">
                <a:moveTo>
                  <a:pt x="14152" y="21047"/>
                </a:moveTo>
                <a:cubicBezTo>
                  <a:pt x="10428" y="20636"/>
                  <a:pt x="8441" y="18167"/>
                  <a:pt x="0" y="18167"/>
                </a:cubicBezTo>
                <a:cubicBezTo>
                  <a:pt x="0" y="15699"/>
                  <a:pt x="0" y="9527"/>
                  <a:pt x="0" y="9527"/>
                </a:cubicBezTo>
                <a:cubicBezTo>
                  <a:pt x="7200" y="9527"/>
                  <a:pt x="10428" y="5619"/>
                  <a:pt x="11421" y="2533"/>
                </a:cubicBezTo>
                <a:cubicBezTo>
                  <a:pt x="11917" y="1299"/>
                  <a:pt x="12414" y="-347"/>
                  <a:pt x="14152" y="64"/>
                </a:cubicBezTo>
                <a:cubicBezTo>
                  <a:pt x="15890" y="476"/>
                  <a:pt x="15641" y="4590"/>
                  <a:pt x="14400" y="7470"/>
                </a:cubicBezTo>
                <a:cubicBezTo>
                  <a:pt x="15890" y="8293"/>
                  <a:pt x="18124" y="9116"/>
                  <a:pt x="21600" y="8704"/>
                </a:cubicBezTo>
                <a:cubicBezTo>
                  <a:pt x="21600" y="9733"/>
                  <a:pt x="21600" y="10556"/>
                  <a:pt x="20607" y="10762"/>
                </a:cubicBezTo>
                <a:cubicBezTo>
                  <a:pt x="19366" y="11173"/>
                  <a:pt x="19366" y="11173"/>
                  <a:pt x="19366" y="11173"/>
                </a:cubicBezTo>
                <a:cubicBezTo>
                  <a:pt x="19117" y="11173"/>
                  <a:pt x="18869" y="11584"/>
                  <a:pt x="18869" y="11790"/>
                </a:cubicBezTo>
                <a:cubicBezTo>
                  <a:pt x="19117" y="12202"/>
                  <a:pt x="19366" y="12407"/>
                  <a:pt x="19862" y="12202"/>
                </a:cubicBezTo>
                <a:cubicBezTo>
                  <a:pt x="21103" y="11996"/>
                  <a:pt x="21103" y="11996"/>
                  <a:pt x="21103" y="11996"/>
                </a:cubicBezTo>
                <a:cubicBezTo>
                  <a:pt x="20855" y="13230"/>
                  <a:pt x="20607" y="14053"/>
                  <a:pt x="19614" y="14259"/>
                </a:cubicBezTo>
                <a:cubicBezTo>
                  <a:pt x="18869" y="14464"/>
                  <a:pt x="18869" y="14464"/>
                  <a:pt x="18869" y="14464"/>
                </a:cubicBezTo>
                <a:cubicBezTo>
                  <a:pt x="18372" y="14670"/>
                  <a:pt x="18124" y="14876"/>
                  <a:pt x="18372" y="15287"/>
                </a:cubicBezTo>
                <a:cubicBezTo>
                  <a:pt x="18372" y="15699"/>
                  <a:pt x="18869" y="15904"/>
                  <a:pt x="19117" y="15699"/>
                </a:cubicBezTo>
                <a:cubicBezTo>
                  <a:pt x="20359" y="15493"/>
                  <a:pt x="20359" y="15493"/>
                  <a:pt x="20359" y="15493"/>
                </a:cubicBezTo>
                <a:cubicBezTo>
                  <a:pt x="20110" y="16522"/>
                  <a:pt x="20110" y="17344"/>
                  <a:pt x="18869" y="17550"/>
                </a:cubicBezTo>
                <a:cubicBezTo>
                  <a:pt x="18124" y="17962"/>
                  <a:pt x="18124" y="17962"/>
                  <a:pt x="18124" y="17962"/>
                </a:cubicBezTo>
                <a:cubicBezTo>
                  <a:pt x="17628" y="17962"/>
                  <a:pt x="17628" y="18373"/>
                  <a:pt x="17628" y="18579"/>
                </a:cubicBezTo>
                <a:cubicBezTo>
                  <a:pt x="17876" y="18990"/>
                  <a:pt x="18124" y="19196"/>
                  <a:pt x="18621" y="18990"/>
                </a:cubicBezTo>
                <a:cubicBezTo>
                  <a:pt x="19366" y="18784"/>
                  <a:pt x="19366" y="18784"/>
                  <a:pt x="19366" y="18784"/>
                </a:cubicBezTo>
                <a:cubicBezTo>
                  <a:pt x="19117" y="20636"/>
                  <a:pt x="16883" y="21253"/>
                  <a:pt x="14152" y="21047"/>
                </a:cubicBezTo>
                <a:close/>
              </a:path>
            </a:pathLst>
          </a:custGeom>
          <a:solidFill>
            <a:schemeClr val="accent4">
              <a:lumOff val="58054"/>
            </a:schemeClr>
          </a:solidFill>
          <a:ln w="12700">
            <a:miter lim="400000"/>
          </a:ln>
        </p:spPr>
        <p:txBody>
          <a:bodyPr lIns="109727" tIns="109727" rIns="109727" bIns="109727"/>
          <a:lstStyle/>
          <a:p>
            <a:endParaRPr/>
          </a:p>
        </p:txBody>
      </p:sp>
      <p:sp>
        <p:nvSpPr>
          <p:cNvPr id="525" name="Shape"/>
          <p:cNvSpPr/>
          <p:nvPr/>
        </p:nvSpPr>
        <p:spPr>
          <a:xfrm>
            <a:off x="7553790" y="5680384"/>
            <a:ext cx="390406" cy="403269"/>
          </a:xfrm>
          <a:custGeom>
            <a:avLst/>
            <a:gdLst/>
            <a:ahLst/>
            <a:cxnLst>
              <a:cxn ang="0">
                <a:pos x="wd2" y="hd2"/>
              </a:cxn>
              <a:cxn ang="5400000">
                <a:pos x="wd2" y="hd2"/>
              </a:cxn>
              <a:cxn ang="10800000">
                <a:pos x="wd2" y="hd2"/>
              </a:cxn>
              <a:cxn ang="16200000">
                <a:pos x="wd2" y="hd2"/>
              </a:cxn>
            </a:cxnLst>
            <a:rect l="0" t="0" r="r" b="b"/>
            <a:pathLst>
              <a:path w="21600" h="21072" extrusionOk="0">
                <a:moveTo>
                  <a:pt x="16777" y="19238"/>
                </a:moveTo>
                <a:cubicBezTo>
                  <a:pt x="14889" y="17404"/>
                  <a:pt x="14889" y="17404"/>
                  <a:pt x="14889" y="17404"/>
                </a:cubicBezTo>
                <a:cubicBezTo>
                  <a:pt x="15728" y="16589"/>
                  <a:pt x="15728" y="16589"/>
                  <a:pt x="15728" y="16589"/>
                </a:cubicBezTo>
                <a:cubicBezTo>
                  <a:pt x="16777" y="17608"/>
                  <a:pt x="16777" y="17608"/>
                  <a:pt x="16777" y="17608"/>
                </a:cubicBezTo>
                <a:cubicBezTo>
                  <a:pt x="19293" y="15163"/>
                  <a:pt x="19293" y="15163"/>
                  <a:pt x="19293" y="15163"/>
                </a:cubicBezTo>
                <a:cubicBezTo>
                  <a:pt x="20132" y="15978"/>
                  <a:pt x="20132" y="15978"/>
                  <a:pt x="20132" y="15978"/>
                </a:cubicBezTo>
                <a:lnTo>
                  <a:pt x="16777" y="19238"/>
                </a:lnTo>
                <a:close/>
                <a:moveTo>
                  <a:pt x="17406" y="13125"/>
                </a:moveTo>
                <a:cubicBezTo>
                  <a:pt x="15309" y="13125"/>
                  <a:pt x="13421" y="14959"/>
                  <a:pt x="13421" y="16997"/>
                </a:cubicBezTo>
                <a:cubicBezTo>
                  <a:pt x="13421" y="19238"/>
                  <a:pt x="15309" y="21072"/>
                  <a:pt x="17406" y="21072"/>
                </a:cubicBezTo>
                <a:cubicBezTo>
                  <a:pt x="19713" y="21072"/>
                  <a:pt x="21600" y="19238"/>
                  <a:pt x="21600" y="16997"/>
                </a:cubicBezTo>
                <a:cubicBezTo>
                  <a:pt x="21600" y="14959"/>
                  <a:pt x="19713" y="13125"/>
                  <a:pt x="17406" y="13125"/>
                </a:cubicBezTo>
                <a:close/>
                <a:moveTo>
                  <a:pt x="17406" y="4363"/>
                </a:moveTo>
                <a:cubicBezTo>
                  <a:pt x="16986" y="5178"/>
                  <a:pt x="16148" y="5381"/>
                  <a:pt x="15309" y="4974"/>
                </a:cubicBezTo>
                <a:cubicBezTo>
                  <a:pt x="14680" y="4566"/>
                  <a:pt x="14260" y="3751"/>
                  <a:pt x="14680" y="2936"/>
                </a:cubicBezTo>
                <a:cubicBezTo>
                  <a:pt x="15099" y="2121"/>
                  <a:pt x="16148" y="1917"/>
                  <a:pt x="16986" y="2325"/>
                </a:cubicBezTo>
                <a:cubicBezTo>
                  <a:pt x="17616" y="2732"/>
                  <a:pt x="17825" y="3751"/>
                  <a:pt x="17406" y="4363"/>
                </a:cubicBezTo>
                <a:close/>
                <a:moveTo>
                  <a:pt x="18035" y="491"/>
                </a:moveTo>
                <a:cubicBezTo>
                  <a:pt x="16148" y="-528"/>
                  <a:pt x="13841" y="83"/>
                  <a:pt x="12792" y="1917"/>
                </a:cubicBezTo>
                <a:cubicBezTo>
                  <a:pt x="11324" y="4363"/>
                  <a:pt x="13631" y="5789"/>
                  <a:pt x="12163" y="8438"/>
                </a:cubicBezTo>
                <a:cubicBezTo>
                  <a:pt x="6920" y="16997"/>
                  <a:pt x="6920" y="16997"/>
                  <a:pt x="6920" y="16997"/>
                </a:cubicBezTo>
                <a:cubicBezTo>
                  <a:pt x="5243" y="15774"/>
                  <a:pt x="4194" y="13736"/>
                  <a:pt x="3775" y="11087"/>
                </a:cubicBezTo>
                <a:cubicBezTo>
                  <a:pt x="5662" y="11087"/>
                  <a:pt x="5662" y="11087"/>
                  <a:pt x="5662" y="11087"/>
                </a:cubicBezTo>
                <a:cubicBezTo>
                  <a:pt x="2726" y="6400"/>
                  <a:pt x="2726" y="6400"/>
                  <a:pt x="2726" y="6400"/>
                </a:cubicBezTo>
                <a:cubicBezTo>
                  <a:pt x="0" y="11087"/>
                  <a:pt x="0" y="11087"/>
                  <a:pt x="0" y="11087"/>
                </a:cubicBezTo>
                <a:cubicBezTo>
                  <a:pt x="1678" y="11087"/>
                  <a:pt x="1678" y="11087"/>
                  <a:pt x="1678" y="11087"/>
                </a:cubicBezTo>
                <a:cubicBezTo>
                  <a:pt x="2097" y="14755"/>
                  <a:pt x="3775" y="17812"/>
                  <a:pt x="6711" y="19442"/>
                </a:cubicBezTo>
                <a:cubicBezTo>
                  <a:pt x="8598" y="20664"/>
                  <a:pt x="10905" y="20868"/>
                  <a:pt x="13212" y="20664"/>
                </a:cubicBezTo>
                <a:cubicBezTo>
                  <a:pt x="12583" y="20053"/>
                  <a:pt x="12163" y="19442"/>
                  <a:pt x="11953" y="18627"/>
                </a:cubicBezTo>
                <a:cubicBezTo>
                  <a:pt x="10905" y="18627"/>
                  <a:pt x="9856" y="18423"/>
                  <a:pt x="8808" y="18015"/>
                </a:cubicBezTo>
                <a:cubicBezTo>
                  <a:pt x="14050" y="9457"/>
                  <a:pt x="14050" y="9457"/>
                  <a:pt x="14050" y="9457"/>
                </a:cubicBezTo>
                <a:cubicBezTo>
                  <a:pt x="15518" y="6808"/>
                  <a:pt x="18035" y="8030"/>
                  <a:pt x="19293" y="5585"/>
                </a:cubicBezTo>
                <a:cubicBezTo>
                  <a:pt x="20342" y="3751"/>
                  <a:pt x="19713" y="1510"/>
                  <a:pt x="18035" y="491"/>
                </a:cubicBezTo>
                <a:close/>
              </a:path>
            </a:pathLst>
          </a:custGeom>
          <a:solidFill>
            <a:schemeClr val="accent4">
              <a:lumOff val="58054"/>
            </a:schemeClr>
          </a:solidFill>
          <a:ln w="12700">
            <a:miter lim="400000"/>
          </a:ln>
        </p:spPr>
        <p:txBody>
          <a:bodyPr lIns="109727" tIns="109727" rIns="109727" bIns="109727"/>
          <a:lstStyle/>
          <a:p>
            <a:endParaRPr/>
          </a:p>
        </p:txBody>
      </p:sp>
      <p:sp>
        <p:nvSpPr>
          <p:cNvPr id="526" name="Shape"/>
          <p:cNvSpPr/>
          <p:nvPr/>
        </p:nvSpPr>
        <p:spPr>
          <a:xfrm>
            <a:off x="7576756" y="6626199"/>
            <a:ext cx="344473" cy="390407"/>
          </a:xfrm>
          <a:custGeom>
            <a:avLst/>
            <a:gdLst/>
            <a:ahLst/>
            <a:cxnLst>
              <a:cxn ang="0">
                <a:pos x="wd2" y="hd2"/>
              </a:cxn>
              <a:cxn ang="5400000">
                <a:pos x="wd2" y="hd2"/>
              </a:cxn>
              <a:cxn ang="10800000">
                <a:pos x="wd2" y="hd2"/>
              </a:cxn>
              <a:cxn ang="16200000">
                <a:pos x="wd2" y="hd2"/>
              </a:cxn>
            </a:cxnLst>
            <a:rect l="0" t="0" r="r" b="b"/>
            <a:pathLst>
              <a:path w="21600" h="21600" extrusionOk="0">
                <a:moveTo>
                  <a:pt x="16560" y="3812"/>
                </a:moveTo>
                <a:lnTo>
                  <a:pt x="4320" y="3812"/>
                </a:lnTo>
                <a:lnTo>
                  <a:pt x="4320" y="21600"/>
                </a:lnTo>
                <a:lnTo>
                  <a:pt x="21600" y="21600"/>
                </a:lnTo>
                <a:lnTo>
                  <a:pt x="21600" y="8259"/>
                </a:lnTo>
                <a:lnTo>
                  <a:pt x="16560" y="3812"/>
                </a:lnTo>
                <a:close/>
                <a:moveTo>
                  <a:pt x="15120" y="6353"/>
                </a:moveTo>
                <a:lnTo>
                  <a:pt x="15120" y="9529"/>
                </a:lnTo>
                <a:lnTo>
                  <a:pt x="18720" y="9529"/>
                </a:lnTo>
                <a:lnTo>
                  <a:pt x="18720" y="19694"/>
                </a:lnTo>
                <a:lnTo>
                  <a:pt x="7200" y="19694"/>
                </a:lnTo>
                <a:lnTo>
                  <a:pt x="7200" y="6353"/>
                </a:lnTo>
                <a:lnTo>
                  <a:pt x="15120" y="6353"/>
                </a:lnTo>
                <a:close/>
                <a:moveTo>
                  <a:pt x="12240" y="0"/>
                </a:moveTo>
                <a:lnTo>
                  <a:pt x="0" y="0"/>
                </a:lnTo>
                <a:lnTo>
                  <a:pt x="0" y="20329"/>
                </a:lnTo>
                <a:lnTo>
                  <a:pt x="2160" y="20329"/>
                </a:lnTo>
                <a:lnTo>
                  <a:pt x="2160" y="1906"/>
                </a:lnTo>
                <a:lnTo>
                  <a:pt x="15120" y="1906"/>
                </a:lnTo>
                <a:lnTo>
                  <a:pt x="12240" y="0"/>
                </a:lnTo>
                <a:close/>
              </a:path>
            </a:pathLst>
          </a:custGeom>
          <a:solidFill>
            <a:schemeClr val="accent4">
              <a:lumOff val="58054"/>
            </a:schemeClr>
          </a:solidFill>
          <a:ln w="12700">
            <a:miter lim="400000"/>
          </a:ln>
        </p:spPr>
        <p:txBody>
          <a:bodyPr lIns="109727" tIns="109727" rIns="109727" bIns="109727"/>
          <a:lstStyle/>
          <a:p>
            <a:endParaRPr/>
          </a:p>
        </p:txBody>
      </p:sp>
      <p:sp>
        <p:nvSpPr>
          <p:cNvPr id="527" name="Shape"/>
          <p:cNvSpPr/>
          <p:nvPr/>
        </p:nvSpPr>
        <p:spPr>
          <a:xfrm>
            <a:off x="7622682" y="7579560"/>
            <a:ext cx="252618" cy="397720"/>
          </a:xfrm>
          <a:custGeom>
            <a:avLst/>
            <a:gdLst/>
            <a:ahLst/>
            <a:cxnLst>
              <a:cxn ang="0">
                <a:pos x="wd2" y="hd2"/>
              </a:cxn>
              <a:cxn ang="5400000">
                <a:pos x="wd2" y="hd2"/>
              </a:cxn>
              <a:cxn ang="10800000">
                <a:pos x="wd2" y="hd2"/>
              </a:cxn>
              <a:cxn ang="16200000">
                <a:pos x="wd2" y="hd2"/>
              </a:cxn>
            </a:cxnLst>
            <a:rect l="0" t="0" r="r" b="b"/>
            <a:pathLst>
              <a:path w="21600" h="19688" extrusionOk="0">
                <a:moveTo>
                  <a:pt x="9450" y="11469"/>
                </a:moveTo>
                <a:cubicBezTo>
                  <a:pt x="15188" y="6690"/>
                  <a:pt x="15188" y="6690"/>
                  <a:pt x="15188" y="6690"/>
                </a:cubicBezTo>
                <a:cubicBezTo>
                  <a:pt x="11813" y="6690"/>
                  <a:pt x="11813" y="6690"/>
                  <a:pt x="11813" y="6690"/>
                </a:cubicBezTo>
                <a:cubicBezTo>
                  <a:pt x="13500" y="3249"/>
                  <a:pt x="13500" y="3249"/>
                  <a:pt x="13500" y="3249"/>
                </a:cubicBezTo>
                <a:cubicBezTo>
                  <a:pt x="7425" y="8028"/>
                  <a:pt x="7425" y="8028"/>
                  <a:pt x="7425" y="8028"/>
                </a:cubicBezTo>
                <a:cubicBezTo>
                  <a:pt x="11137" y="8028"/>
                  <a:pt x="11137" y="8028"/>
                  <a:pt x="11137" y="8028"/>
                </a:cubicBezTo>
                <a:lnTo>
                  <a:pt x="9450" y="11469"/>
                </a:lnTo>
                <a:close/>
                <a:moveTo>
                  <a:pt x="21600" y="5734"/>
                </a:moveTo>
                <a:cubicBezTo>
                  <a:pt x="21600" y="9366"/>
                  <a:pt x="16200" y="11469"/>
                  <a:pt x="16200" y="14336"/>
                </a:cubicBezTo>
                <a:cubicBezTo>
                  <a:pt x="13500" y="14336"/>
                  <a:pt x="13500" y="14336"/>
                  <a:pt x="13500" y="14336"/>
                </a:cubicBezTo>
                <a:cubicBezTo>
                  <a:pt x="13500" y="10704"/>
                  <a:pt x="18900" y="8984"/>
                  <a:pt x="18900" y="5734"/>
                </a:cubicBezTo>
                <a:cubicBezTo>
                  <a:pt x="18900" y="0"/>
                  <a:pt x="2700" y="0"/>
                  <a:pt x="2700" y="5734"/>
                </a:cubicBezTo>
                <a:cubicBezTo>
                  <a:pt x="2700" y="8984"/>
                  <a:pt x="8100" y="10704"/>
                  <a:pt x="8100" y="14336"/>
                </a:cubicBezTo>
                <a:cubicBezTo>
                  <a:pt x="5737" y="14336"/>
                  <a:pt x="5737" y="14336"/>
                  <a:pt x="5737" y="14336"/>
                </a:cubicBezTo>
                <a:cubicBezTo>
                  <a:pt x="5737" y="11469"/>
                  <a:pt x="0" y="9366"/>
                  <a:pt x="0" y="5734"/>
                </a:cubicBezTo>
                <a:cubicBezTo>
                  <a:pt x="0" y="-1912"/>
                  <a:pt x="21600" y="-1912"/>
                  <a:pt x="21600" y="5734"/>
                </a:cubicBezTo>
                <a:close/>
                <a:moveTo>
                  <a:pt x="7425" y="18541"/>
                </a:moveTo>
                <a:cubicBezTo>
                  <a:pt x="9112" y="19497"/>
                  <a:pt x="9450" y="19688"/>
                  <a:pt x="10125" y="19688"/>
                </a:cubicBezTo>
                <a:cubicBezTo>
                  <a:pt x="11475" y="19688"/>
                  <a:pt x="11475" y="19688"/>
                  <a:pt x="11475" y="19688"/>
                </a:cubicBezTo>
                <a:cubicBezTo>
                  <a:pt x="12150" y="19688"/>
                  <a:pt x="12487" y="19497"/>
                  <a:pt x="14175" y="18541"/>
                </a:cubicBezTo>
                <a:lnTo>
                  <a:pt x="7425" y="18541"/>
                </a:lnTo>
                <a:close/>
                <a:moveTo>
                  <a:pt x="14513" y="16821"/>
                </a:moveTo>
                <a:cubicBezTo>
                  <a:pt x="7425" y="16821"/>
                  <a:pt x="7425" y="16821"/>
                  <a:pt x="7425" y="16821"/>
                </a:cubicBezTo>
                <a:cubicBezTo>
                  <a:pt x="6750" y="16821"/>
                  <a:pt x="6412" y="17012"/>
                  <a:pt x="6412" y="17394"/>
                </a:cubicBezTo>
                <a:cubicBezTo>
                  <a:pt x="6412" y="17585"/>
                  <a:pt x="6750" y="17776"/>
                  <a:pt x="7425" y="17776"/>
                </a:cubicBezTo>
                <a:cubicBezTo>
                  <a:pt x="14513" y="17776"/>
                  <a:pt x="14513" y="17776"/>
                  <a:pt x="14513" y="17776"/>
                </a:cubicBezTo>
                <a:cubicBezTo>
                  <a:pt x="14850" y="17776"/>
                  <a:pt x="15188" y="17585"/>
                  <a:pt x="15188" y="17394"/>
                </a:cubicBezTo>
                <a:cubicBezTo>
                  <a:pt x="15188" y="17012"/>
                  <a:pt x="14850" y="16821"/>
                  <a:pt x="14513" y="16821"/>
                </a:cubicBezTo>
                <a:close/>
                <a:moveTo>
                  <a:pt x="14513" y="15100"/>
                </a:moveTo>
                <a:cubicBezTo>
                  <a:pt x="7087" y="15100"/>
                  <a:pt x="7087" y="15100"/>
                  <a:pt x="7087" y="15100"/>
                </a:cubicBezTo>
                <a:cubicBezTo>
                  <a:pt x="6750" y="15100"/>
                  <a:pt x="6075" y="15292"/>
                  <a:pt x="6075" y="15483"/>
                </a:cubicBezTo>
                <a:cubicBezTo>
                  <a:pt x="6075" y="15865"/>
                  <a:pt x="6750" y="16056"/>
                  <a:pt x="7087" y="16056"/>
                </a:cubicBezTo>
                <a:cubicBezTo>
                  <a:pt x="14513" y="16056"/>
                  <a:pt x="14513" y="16056"/>
                  <a:pt x="14513" y="16056"/>
                </a:cubicBezTo>
                <a:cubicBezTo>
                  <a:pt x="15188" y="16056"/>
                  <a:pt x="15525" y="15865"/>
                  <a:pt x="15525" y="15483"/>
                </a:cubicBezTo>
                <a:cubicBezTo>
                  <a:pt x="15525" y="15292"/>
                  <a:pt x="15188" y="15100"/>
                  <a:pt x="14513" y="15100"/>
                </a:cubicBezTo>
                <a:close/>
              </a:path>
            </a:pathLst>
          </a:custGeom>
          <a:solidFill>
            <a:schemeClr val="accent4">
              <a:lumOff val="58054"/>
            </a:schemeClr>
          </a:solidFill>
          <a:ln w="12700">
            <a:miter lim="400000"/>
          </a:ln>
        </p:spPr>
        <p:txBody>
          <a:bodyPr lIns="109727" tIns="109727" rIns="109727" bIns="109727"/>
          <a:lstStyle/>
          <a:p>
            <a:endParaRPr/>
          </a:p>
        </p:txBody>
      </p:sp>
      <p:sp>
        <p:nvSpPr>
          <p:cNvPr id="528" name="Shape"/>
          <p:cNvSpPr/>
          <p:nvPr/>
        </p:nvSpPr>
        <p:spPr>
          <a:xfrm>
            <a:off x="7553790" y="8544826"/>
            <a:ext cx="390406" cy="310033"/>
          </a:xfrm>
          <a:custGeom>
            <a:avLst/>
            <a:gdLst/>
            <a:ahLst/>
            <a:cxnLst>
              <a:cxn ang="0">
                <a:pos x="wd2" y="hd2"/>
              </a:cxn>
              <a:cxn ang="5400000">
                <a:pos x="wd2" y="hd2"/>
              </a:cxn>
              <a:cxn ang="10800000">
                <a:pos x="wd2" y="hd2"/>
              </a:cxn>
              <a:cxn ang="16200000">
                <a:pos x="wd2" y="hd2"/>
              </a:cxn>
            </a:cxnLst>
            <a:rect l="0" t="0" r="r" b="b"/>
            <a:pathLst>
              <a:path w="21600" h="21600" extrusionOk="0">
                <a:moveTo>
                  <a:pt x="21600" y="12000"/>
                </a:moveTo>
                <a:lnTo>
                  <a:pt x="15247" y="20000"/>
                </a:lnTo>
                <a:lnTo>
                  <a:pt x="12071" y="16000"/>
                </a:lnTo>
                <a:lnTo>
                  <a:pt x="19059" y="8000"/>
                </a:lnTo>
                <a:lnTo>
                  <a:pt x="21600" y="12000"/>
                </a:lnTo>
                <a:close/>
                <a:moveTo>
                  <a:pt x="11435" y="16800"/>
                </a:moveTo>
                <a:lnTo>
                  <a:pt x="14612" y="20800"/>
                </a:lnTo>
                <a:lnTo>
                  <a:pt x="10165" y="21600"/>
                </a:lnTo>
                <a:lnTo>
                  <a:pt x="11435" y="16800"/>
                </a:lnTo>
                <a:close/>
                <a:moveTo>
                  <a:pt x="12071" y="8000"/>
                </a:moveTo>
                <a:lnTo>
                  <a:pt x="3812" y="8000"/>
                </a:lnTo>
                <a:lnTo>
                  <a:pt x="3812" y="1600"/>
                </a:lnTo>
                <a:lnTo>
                  <a:pt x="12071" y="1600"/>
                </a:lnTo>
                <a:lnTo>
                  <a:pt x="12071" y="8000"/>
                </a:lnTo>
                <a:close/>
                <a:moveTo>
                  <a:pt x="13976" y="0"/>
                </a:moveTo>
                <a:lnTo>
                  <a:pt x="0" y="0"/>
                </a:lnTo>
                <a:lnTo>
                  <a:pt x="0" y="21600"/>
                </a:lnTo>
                <a:lnTo>
                  <a:pt x="8894" y="21600"/>
                </a:lnTo>
                <a:lnTo>
                  <a:pt x="8894" y="20000"/>
                </a:lnTo>
                <a:lnTo>
                  <a:pt x="1906" y="20000"/>
                </a:lnTo>
                <a:lnTo>
                  <a:pt x="1906" y="12000"/>
                </a:lnTo>
                <a:lnTo>
                  <a:pt x="13341" y="12000"/>
                </a:lnTo>
                <a:lnTo>
                  <a:pt x="16518" y="7200"/>
                </a:lnTo>
                <a:lnTo>
                  <a:pt x="16518" y="4000"/>
                </a:lnTo>
                <a:lnTo>
                  <a:pt x="13976" y="0"/>
                </a:lnTo>
                <a:close/>
                <a:moveTo>
                  <a:pt x="9529" y="2400"/>
                </a:moveTo>
                <a:lnTo>
                  <a:pt x="11435" y="2400"/>
                </a:lnTo>
                <a:lnTo>
                  <a:pt x="11435" y="6400"/>
                </a:lnTo>
                <a:lnTo>
                  <a:pt x="9529" y="6400"/>
                </a:lnTo>
                <a:lnTo>
                  <a:pt x="9529" y="2400"/>
                </a:lnTo>
                <a:close/>
              </a:path>
            </a:pathLst>
          </a:custGeom>
          <a:solidFill>
            <a:schemeClr val="accent4">
              <a:lumOff val="58054"/>
            </a:schemeClr>
          </a:solidFill>
          <a:ln w="12700">
            <a:miter lim="400000"/>
          </a:ln>
        </p:spPr>
        <p:txBody>
          <a:bodyPr lIns="109727" tIns="109727" rIns="109727" bIns="109727"/>
          <a:lstStyle/>
          <a:p>
            <a:endParaRPr/>
          </a:p>
        </p:txBody>
      </p:sp>
      <p:sp>
        <p:nvSpPr>
          <p:cNvPr id="529" name="Shape"/>
          <p:cNvSpPr/>
          <p:nvPr/>
        </p:nvSpPr>
        <p:spPr>
          <a:xfrm>
            <a:off x="7553790" y="9461494"/>
            <a:ext cx="390406" cy="355962"/>
          </a:xfrm>
          <a:custGeom>
            <a:avLst/>
            <a:gdLst/>
            <a:ahLst/>
            <a:cxnLst>
              <a:cxn ang="0">
                <a:pos x="wd2" y="hd2"/>
              </a:cxn>
              <a:cxn ang="5400000">
                <a:pos x="wd2" y="hd2"/>
              </a:cxn>
              <a:cxn ang="10800000">
                <a:pos x="wd2" y="hd2"/>
              </a:cxn>
              <a:cxn ang="16200000">
                <a:pos x="wd2" y="hd2"/>
              </a:cxn>
            </a:cxnLst>
            <a:rect l="0" t="0" r="r" b="b"/>
            <a:pathLst>
              <a:path w="21600" h="21600" extrusionOk="0">
                <a:moveTo>
                  <a:pt x="17537" y="11148"/>
                </a:moveTo>
                <a:cubicBezTo>
                  <a:pt x="17537" y="13239"/>
                  <a:pt x="16681" y="15329"/>
                  <a:pt x="15398" y="16723"/>
                </a:cubicBezTo>
                <a:cubicBezTo>
                  <a:pt x="13901" y="18348"/>
                  <a:pt x="11976" y="19277"/>
                  <a:pt x="9838" y="19277"/>
                </a:cubicBezTo>
                <a:cubicBezTo>
                  <a:pt x="7699" y="19277"/>
                  <a:pt x="5774" y="18348"/>
                  <a:pt x="4277" y="16723"/>
                </a:cubicBezTo>
                <a:cubicBezTo>
                  <a:pt x="2780" y="15329"/>
                  <a:pt x="2139" y="13006"/>
                  <a:pt x="2139" y="10916"/>
                </a:cubicBezTo>
                <a:cubicBezTo>
                  <a:pt x="2139" y="8594"/>
                  <a:pt x="2780" y="6503"/>
                  <a:pt x="4277" y="4877"/>
                </a:cubicBezTo>
                <a:cubicBezTo>
                  <a:pt x="5774" y="3252"/>
                  <a:pt x="7699" y="2323"/>
                  <a:pt x="9838" y="2323"/>
                </a:cubicBezTo>
                <a:cubicBezTo>
                  <a:pt x="11549" y="2323"/>
                  <a:pt x="13046" y="3019"/>
                  <a:pt x="14329" y="4181"/>
                </a:cubicBezTo>
                <a:cubicBezTo>
                  <a:pt x="16040" y="2323"/>
                  <a:pt x="16040" y="2323"/>
                  <a:pt x="16040" y="2323"/>
                </a:cubicBezTo>
                <a:cubicBezTo>
                  <a:pt x="14329" y="929"/>
                  <a:pt x="12190" y="0"/>
                  <a:pt x="9838" y="0"/>
                </a:cubicBezTo>
                <a:cubicBezTo>
                  <a:pt x="4277" y="0"/>
                  <a:pt x="0" y="4877"/>
                  <a:pt x="0" y="10916"/>
                </a:cubicBezTo>
                <a:cubicBezTo>
                  <a:pt x="0" y="16723"/>
                  <a:pt x="4277" y="21600"/>
                  <a:pt x="9838" y="21600"/>
                </a:cubicBezTo>
                <a:cubicBezTo>
                  <a:pt x="15184" y="21600"/>
                  <a:pt x="19675" y="16723"/>
                  <a:pt x="19675" y="10916"/>
                </a:cubicBezTo>
                <a:cubicBezTo>
                  <a:pt x="19675" y="10219"/>
                  <a:pt x="19675" y="9523"/>
                  <a:pt x="19675" y="9058"/>
                </a:cubicBezTo>
                <a:lnTo>
                  <a:pt x="17537" y="11148"/>
                </a:lnTo>
                <a:close/>
                <a:moveTo>
                  <a:pt x="21600" y="4413"/>
                </a:moveTo>
                <a:cubicBezTo>
                  <a:pt x="10479" y="16490"/>
                  <a:pt x="10479" y="16490"/>
                  <a:pt x="10479" y="16490"/>
                </a:cubicBezTo>
                <a:cubicBezTo>
                  <a:pt x="4491" y="9755"/>
                  <a:pt x="4491" y="9755"/>
                  <a:pt x="4491" y="9755"/>
                </a:cubicBezTo>
                <a:cubicBezTo>
                  <a:pt x="7057" y="6968"/>
                  <a:pt x="7057" y="6968"/>
                  <a:pt x="7057" y="6968"/>
                </a:cubicBezTo>
                <a:cubicBezTo>
                  <a:pt x="10479" y="10684"/>
                  <a:pt x="10479" y="10684"/>
                  <a:pt x="10479" y="10684"/>
                </a:cubicBezTo>
                <a:cubicBezTo>
                  <a:pt x="19034" y="1626"/>
                  <a:pt x="19034" y="1626"/>
                  <a:pt x="19034" y="1626"/>
                </a:cubicBezTo>
                <a:lnTo>
                  <a:pt x="21600" y="4413"/>
                </a:lnTo>
                <a:close/>
              </a:path>
            </a:pathLst>
          </a:custGeom>
          <a:solidFill>
            <a:schemeClr val="accent4">
              <a:lumOff val="58054"/>
            </a:schemeClr>
          </a:solidFill>
          <a:ln w="12700">
            <a:miter lim="400000"/>
          </a:ln>
        </p:spPr>
        <p:txBody>
          <a:bodyPr lIns="109727" tIns="109727" rIns="109727" bIns="109727"/>
          <a:lstStyle/>
          <a:p>
            <a:endParaRPr/>
          </a:p>
        </p:txBody>
      </p:sp>
      <p:sp>
        <p:nvSpPr>
          <p:cNvPr id="530" name="Shape"/>
          <p:cNvSpPr/>
          <p:nvPr/>
        </p:nvSpPr>
        <p:spPr>
          <a:xfrm>
            <a:off x="7588237" y="11398764"/>
            <a:ext cx="321510" cy="401891"/>
          </a:xfrm>
          <a:custGeom>
            <a:avLst/>
            <a:gdLst/>
            <a:ahLst/>
            <a:cxnLst>
              <a:cxn ang="0">
                <a:pos x="wd2" y="hd2"/>
              </a:cxn>
              <a:cxn ang="5400000">
                <a:pos x="wd2" y="hd2"/>
              </a:cxn>
              <a:cxn ang="10800000">
                <a:pos x="wd2" y="hd2"/>
              </a:cxn>
              <a:cxn ang="16200000">
                <a:pos x="wd2" y="hd2"/>
              </a:cxn>
            </a:cxnLst>
            <a:rect l="0" t="0" r="r" b="b"/>
            <a:pathLst>
              <a:path w="21600" h="21600" extrusionOk="0">
                <a:moveTo>
                  <a:pt x="10029" y="0"/>
                </a:moveTo>
                <a:lnTo>
                  <a:pt x="10029" y="9874"/>
                </a:lnTo>
                <a:lnTo>
                  <a:pt x="6943" y="7406"/>
                </a:lnTo>
                <a:lnTo>
                  <a:pt x="3857" y="9874"/>
                </a:lnTo>
                <a:lnTo>
                  <a:pt x="3857" y="0"/>
                </a:lnTo>
                <a:lnTo>
                  <a:pt x="0" y="0"/>
                </a:lnTo>
                <a:lnTo>
                  <a:pt x="0" y="21600"/>
                </a:lnTo>
                <a:lnTo>
                  <a:pt x="12343" y="21600"/>
                </a:lnTo>
                <a:lnTo>
                  <a:pt x="12343" y="14811"/>
                </a:lnTo>
                <a:lnTo>
                  <a:pt x="21600" y="14811"/>
                </a:lnTo>
                <a:lnTo>
                  <a:pt x="21600" y="0"/>
                </a:lnTo>
                <a:lnTo>
                  <a:pt x="10029" y="0"/>
                </a:lnTo>
                <a:close/>
                <a:moveTo>
                  <a:pt x="15429" y="16663"/>
                </a:moveTo>
                <a:lnTo>
                  <a:pt x="21600" y="16663"/>
                </a:lnTo>
                <a:lnTo>
                  <a:pt x="15429" y="21600"/>
                </a:lnTo>
                <a:lnTo>
                  <a:pt x="15429" y="16663"/>
                </a:lnTo>
                <a:close/>
              </a:path>
            </a:pathLst>
          </a:custGeom>
          <a:solidFill>
            <a:schemeClr val="accent4">
              <a:lumOff val="58054"/>
            </a:schemeClr>
          </a:solidFill>
          <a:ln w="12700">
            <a:miter lim="400000"/>
          </a:ln>
        </p:spPr>
        <p:txBody>
          <a:bodyPr lIns="109727" tIns="109727" rIns="109727" bIns="109727"/>
          <a:lstStyle/>
          <a:p>
            <a:endParaRPr/>
          </a:p>
        </p:txBody>
      </p:sp>
      <p:sp>
        <p:nvSpPr>
          <p:cNvPr id="531" name="Shape"/>
          <p:cNvSpPr/>
          <p:nvPr/>
        </p:nvSpPr>
        <p:spPr>
          <a:xfrm>
            <a:off x="8509859" y="5733433"/>
            <a:ext cx="390407" cy="287065"/>
          </a:xfrm>
          <a:custGeom>
            <a:avLst/>
            <a:gdLst/>
            <a:ahLst/>
            <a:cxnLst>
              <a:cxn ang="0">
                <a:pos x="wd2" y="hd2"/>
              </a:cxn>
              <a:cxn ang="5400000">
                <a:pos x="wd2" y="hd2"/>
              </a:cxn>
              <a:cxn ang="10800000">
                <a:pos x="wd2" y="hd2"/>
              </a:cxn>
              <a:cxn ang="16200000">
                <a:pos x="wd2" y="hd2"/>
              </a:cxn>
            </a:cxnLst>
            <a:rect l="0" t="0" r="r" b="b"/>
            <a:pathLst>
              <a:path w="21600" h="21600" extrusionOk="0">
                <a:moveTo>
                  <a:pt x="13765" y="19611"/>
                </a:moveTo>
                <a:cubicBezTo>
                  <a:pt x="13765" y="20747"/>
                  <a:pt x="13129" y="21600"/>
                  <a:pt x="12494" y="21600"/>
                </a:cubicBezTo>
                <a:cubicBezTo>
                  <a:pt x="11647" y="21600"/>
                  <a:pt x="11012" y="20747"/>
                  <a:pt x="11012" y="19611"/>
                </a:cubicBezTo>
                <a:cubicBezTo>
                  <a:pt x="11012" y="18758"/>
                  <a:pt x="11647" y="17905"/>
                  <a:pt x="12494" y="17905"/>
                </a:cubicBezTo>
                <a:cubicBezTo>
                  <a:pt x="13129" y="17905"/>
                  <a:pt x="13765" y="18758"/>
                  <a:pt x="13765" y="19611"/>
                </a:cubicBezTo>
                <a:close/>
                <a:moveTo>
                  <a:pt x="21600" y="284"/>
                </a:moveTo>
                <a:cubicBezTo>
                  <a:pt x="20965" y="3126"/>
                  <a:pt x="20965" y="3126"/>
                  <a:pt x="20965" y="3126"/>
                </a:cubicBezTo>
                <a:cubicBezTo>
                  <a:pt x="19271" y="3126"/>
                  <a:pt x="19271" y="3126"/>
                  <a:pt x="19271" y="3126"/>
                </a:cubicBezTo>
                <a:cubicBezTo>
                  <a:pt x="16094" y="16484"/>
                  <a:pt x="16094" y="16484"/>
                  <a:pt x="16094" y="16484"/>
                </a:cubicBezTo>
                <a:cubicBezTo>
                  <a:pt x="4024" y="16484"/>
                  <a:pt x="4024" y="16484"/>
                  <a:pt x="4024" y="16484"/>
                </a:cubicBezTo>
                <a:cubicBezTo>
                  <a:pt x="2965" y="13074"/>
                  <a:pt x="2965" y="13074"/>
                  <a:pt x="2965" y="13074"/>
                </a:cubicBezTo>
                <a:cubicBezTo>
                  <a:pt x="7412" y="14211"/>
                  <a:pt x="10800" y="8242"/>
                  <a:pt x="9318" y="2842"/>
                </a:cubicBezTo>
                <a:cubicBezTo>
                  <a:pt x="15459" y="2842"/>
                  <a:pt x="15459" y="2842"/>
                  <a:pt x="15459" y="2842"/>
                </a:cubicBezTo>
                <a:cubicBezTo>
                  <a:pt x="12918" y="13358"/>
                  <a:pt x="12918" y="13358"/>
                  <a:pt x="12918" y="13358"/>
                </a:cubicBezTo>
                <a:cubicBezTo>
                  <a:pt x="14612" y="13358"/>
                  <a:pt x="14612" y="13358"/>
                  <a:pt x="14612" y="13358"/>
                </a:cubicBezTo>
                <a:cubicBezTo>
                  <a:pt x="17788" y="284"/>
                  <a:pt x="17788" y="284"/>
                  <a:pt x="17788" y="284"/>
                </a:cubicBezTo>
                <a:lnTo>
                  <a:pt x="21600" y="284"/>
                </a:lnTo>
                <a:close/>
                <a:moveTo>
                  <a:pt x="9106" y="19611"/>
                </a:moveTo>
                <a:cubicBezTo>
                  <a:pt x="9106" y="20747"/>
                  <a:pt x="8471" y="21600"/>
                  <a:pt x="7835" y="21600"/>
                </a:cubicBezTo>
                <a:cubicBezTo>
                  <a:pt x="6988" y="21600"/>
                  <a:pt x="6353" y="20747"/>
                  <a:pt x="6353" y="19611"/>
                </a:cubicBezTo>
                <a:cubicBezTo>
                  <a:pt x="6353" y="18758"/>
                  <a:pt x="6988" y="17905"/>
                  <a:pt x="7835" y="17905"/>
                </a:cubicBezTo>
                <a:cubicBezTo>
                  <a:pt x="8471" y="17905"/>
                  <a:pt x="9106" y="18758"/>
                  <a:pt x="9106" y="19611"/>
                </a:cubicBezTo>
                <a:close/>
                <a:moveTo>
                  <a:pt x="6565" y="6537"/>
                </a:moveTo>
                <a:cubicBezTo>
                  <a:pt x="1694" y="6537"/>
                  <a:pt x="1694" y="6537"/>
                  <a:pt x="1694" y="6537"/>
                </a:cubicBezTo>
                <a:cubicBezTo>
                  <a:pt x="1694" y="4832"/>
                  <a:pt x="1694" y="4832"/>
                  <a:pt x="1694" y="4832"/>
                </a:cubicBezTo>
                <a:cubicBezTo>
                  <a:pt x="6565" y="4832"/>
                  <a:pt x="6565" y="4832"/>
                  <a:pt x="6565" y="4832"/>
                </a:cubicBezTo>
                <a:lnTo>
                  <a:pt x="6565" y="6537"/>
                </a:lnTo>
                <a:close/>
                <a:moveTo>
                  <a:pt x="4024" y="0"/>
                </a:moveTo>
                <a:cubicBezTo>
                  <a:pt x="1694" y="0"/>
                  <a:pt x="0" y="2558"/>
                  <a:pt x="0" y="5684"/>
                </a:cubicBezTo>
                <a:cubicBezTo>
                  <a:pt x="0" y="8811"/>
                  <a:pt x="1694" y="11084"/>
                  <a:pt x="4024" y="11084"/>
                </a:cubicBezTo>
                <a:cubicBezTo>
                  <a:pt x="6353" y="11084"/>
                  <a:pt x="8259" y="8811"/>
                  <a:pt x="8259" y="5684"/>
                </a:cubicBezTo>
                <a:cubicBezTo>
                  <a:pt x="8259" y="2558"/>
                  <a:pt x="6353" y="0"/>
                  <a:pt x="4024"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32" name="Shape"/>
          <p:cNvSpPr/>
          <p:nvPr/>
        </p:nvSpPr>
        <p:spPr>
          <a:xfrm>
            <a:off x="8509859" y="6729541"/>
            <a:ext cx="390407" cy="183721"/>
          </a:xfrm>
          <a:custGeom>
            <a:avLst/>
            <a:gdLst/>
            <a:ahLst/>
            <a:cxnLst>
              <a:cxn ang="0">
                <a:pos x="wd2" y="hd2"/>
              </a:cxn>
              <a:cxn ang="5400000">
                <a:pos x="wd2" y="hd2"/>
              </a:cxn>
              <a:cxn ang="10800000">
                <a:pos x="wd2" y="hd2"/>
              </a:cxn>
              <a:cxn ang="16200000">
                <a:pos x="wd2" y="hd2"/>
              </a:cxn>
            </a:cxnLst>
            <a:rect l="0" t="0" r="r" b="b"/>
            <a:pathLst>
              <a:path w="21600" h="21600" extrusionOk="0">
                <a:moveTo>
                  <a:pt x="8388" y="8100"/>
                </a:moveTo>
                <a:cubicBezTo>
                  <a:pt x="8179" y="8100"/>
                  <a:pt x="8179" y="7200"/>
                  <a:pt x="8598" y="7200"/>
                </a:cubicBezTo>
                <a:cubicBezTo>
                  <a:pt x="8808" y="7200"/>
                  <a:pt x="9227" y="7650"/>
                  <a:pt x="9437" y="7650"/>
                </a:cubicBezTo>
                <a:cubicBezTo>
                  <a:pt x="9437" y="7650"/>
                  <a:pt x="9647" y="6300"/>
                  <a:pt x="9647" y="6300"/>
                </a:cubicBezTo>
                <a:cubicBezTo>
                  <a:pt x="9227" y="5850"/>
                  <a:pt x="9017" y="5850"/>
                  <a:pt x="8808" y="5850"/>
                </a:cubicBezTo>
                <a:cubicBezTo>
                  <a:pt x="8808" y="4950"/>
                  <a:pt x="8808" y="4950"/>
                  <a:pt x="8808" y="4950"/>
                </a:cubicBezTo>
                <a:cubicBezTo>
                  <a:pt x="8179" y="4950"/>
                  <a:pt x="8179" y="4950"/>
                  <a:pt x="8179" y="4950"/>
                </a:cubicBezTo>
                <a:cubicBezTo>
                  <a:pt x="8179" y="5850"/>
                  <a:pt x="8179" y="5850"/>
                  <a:pt x="8179" y="5850"/>
                </a:cubicBezTo>
                <a:cubicBezTo>
                  <a:pt x="7550" y="6300"/>
                  <a:pt x="7340" y="7200"/>
                  <a:pt x="7340" y="8100"/>
                </a:cubicBezTo>
                <a:cubicBezTo>
                  <a:pt x="7340" y="9900"/>
                  <a:pt x="8388" y="9900"/>
                  <a:pt x="8598" y="10350"/>
                </a:cubicBezTo>
                <a:cubicBezTo>
                  <a:pt x="9017" y="10800"/>
                  <a:pt x="8808" y="11250"/>
                  <a:pt x="8598" y="11250"/>
                </a:cubicBezTo>
                <a:cubicBezTo>
                  <a:pt x="8179" y="11700"/>
                  <a:pt x="7759" y="11250"/>
                  <a:pt x="7550" y="10800"/>
                </a:cubicBezTo>
                <a:cubicBezTo>
                  <a:pt x="7340" y="12600"/>
                  <a:pt x="7340" y="12600"/>
                  <a:pt x="7340" y="12600"/>
                </a:cubicBezTo>
                <a:cubicBezTo>
                  <a:pt x="7550" y="12600"/>
                  <a:pt x="7969" y="13050"/>
                  <a:pt x="8179" y="13050"/>
                </a:cubicBezTo>
                <a:cubicBezTo>
                  <a:pt x="8179" y="13950"/>
                  <a:pt x="8179" y="13950"/>
                  <a:pt x="8179" y="13950"/>
                </a:cubicBezTo>
                <a:cubicBezTo>
                  <a:pt x="8808" y="13950"/>
                  <a:pt x="8808" y="13950"/>
                  <a:pt x="8808" y="13950"/>
                </a:cubicBezTo>
                <a:cubicBezTo>
                  <a:pt x="8808" y="13050"/>
                  <a:pt x="8808" y="13050"/>
                  <a:pt x="8808" y="13050"/>
                </a:cubicBezTo>
                <a:cubicBezTo>
                  <a:pt x="9227" y="12600"/>
                  <a:pt x="9856" y="12150"/>
                  <a:pt x="9856" y="10800"/>
                </a:cubicBezTo>
                <a:cubicBezTo>
                  <a:pt x="9856" y="9450"/>
                  <a:pt x="9017" y="9000"/>
                  <a:pt x="8388" y="8100"/>
                </a:cubicBezTo>
                <a:close/>
                <a:moveTo>
                  <a:pt x="8388" y="16200"/>
                </a:moveTo>
                <a:cubicBezTo>
                  <a:pt x="6711" y="16200"/>
                  <a:pt x="5243" y="13050"/>
                  <a:pt x="5243" y="9450"/>
                </a:cubicBezTo>
                <a:cubicBezTo>
                  <a:pt x="5243" y="5400"/>
                  <a:pt x="6711" y="2250"/>
                  <a:pt x="8388" y="2250"/>
                </a:cubicBezTo>
                <a:cubicBezTo>
                  <a:pt x="10276" y="2250"/>
                  <a:pt x="11744" y="5400"/>
                  <a:pt x="11744" y="9450"/>
                </a:cubicBezTo>
                <a:cubicBezTo>
                  <a:pt x="11744" y="13050"/>
                  <a:pt x="10276" y="16200"/>
                  <a:pt x="8388" y="16200"/>
                </a:cubicBezTo>
                <a:close/>
                <a:moveTo>
                  <a:pt x="13002" y="13500"/>
                </a:moveTo>
                <a:cubicBezTo>
                  <a:pt x="13002" y="8550"/>
                  <a:pt x="14680" y="4500"/>
                  <a:pt x="16986" y="3150"/>
                </a:cubicBezTo>
                <a:cubicBezTo>
                  <a:pt x="16986" y="0"/>
                  <a:pt x="16986" y="0"/>
                  <a:pt x="16986" y="0"/>
                </a:cubicBezTo>
                <a:cubicBezTo>
                  <a:pt x="0" y="0"/>
                  <a:pt x="0" y="0"/>
                  <a:pt x="0" y="0"/>
                </a:cubicBezTo>
                <a:cubicBezTo>
                  <a:pt x="0" y="18900"/>
                  <a:pt x="0" y="18900"/>
                  <a:pt x="0" y="18900"/>
                </a:cubicBezTo>
                <a:cubicBezTo>
                  <a:pt x="13841" y="18900"/>
                  <a:pt x="13841" y="18900"/>
                  <a:pt x="13841" y="18900"/>
                </a:cubicBezTo>
                <a:cubicBezTo>
                  <a:pt x="13212" y="17100"/>
                  <a:pt x="13002" y="15300"/>
                  <a:pt x="13002" y="13500"/>
                </a:cubicBezTo>
                <a:close/>
                <a:moveTo>
                  <a:pt x="18245" y="16650"/>
                </a:moveTo>
                <a:cubicBezTo>
                  <a:pt x="18245" y="17550"/>
                  <a:pt x="18245" y="17550"/>
                  <a:pt x="18245" y="17550"/>
                </a:cubicBezTo>
                <a:cubicBezTo>
                  <a:pt x="17616" y="17550"/>
                  <a:pt x="17616" y="17550"/>
                  <a:pt x="17616" y="17550"/>
                </a:cubicBezTo>
                <a:cubicBezTo>
                  <a:pt x="17616" y="16650"/>
                  <a:pt x="17616" y="16650"/>
                  <a:pt x="17616" y="16650"/>
                </a:cubicBezTo>
                <a:cubicBezTo>
                  <a:pt x="17406" y="16650"/>
                  <a:pt x="16986" y="16650"/>
                  <a:pt x="16777" y="16200"/>
                </a:cubicBezTo>
                <a:cubicBezTo>
                  <a:pt x="16986" y="14850"/>
                  <a:pt x="16986" y="14850"/>
                  <a:pt x="16986" y="14850"/>
                </a:cubicBezTo>
                <a:cubicBezTo>
                  <a:pt x="17196" y="15300"/>
                  <a:pt x="17616" y="15300"/>
                  <a:pt x="18035" y="15300"/>
                </a:cubicBezTo>
                <a:cubicBezTo>
                  <a:pt x="18245" y="15300"/>
                  <a:pt x="18245" y="14850"/>
                  <a:pt x="18035" y="14400"/>
                </a:cubicBezTo>
                <a:cubicBezTo>
                  <a:pt x="17616" y="13950"/>
                  <a:pt x="16777" y="13950"/>
                  <a:pt x="16777" y="12150"/>
                </a:cubicBezTo>
                <a:cubicBezTo>
                  <a:pt x="16777" y="11700"/>
                  <a:pt x="16986" y="10800"/>
                  <a:pt x="17616" y="10350"/>
                </a:cubicBezTo>
                <a:cubicBezTo>
                  <a:pt x="17616" y="9450"/>
                  <a:pt x="17616" y="9450"/>
                  <a:pt x="17616" y="9450"/>
                </a:cubicBezTo>
                <a:cubicBezTo>
                  <a:pt x="18245" y="9450"/>
                  <a:pt x="18245" y="9450"/>
                  <a:pt x="18245" y="9450"/>
                </a:cubicBezTo>
                <a:cubicBezTo>
                  <a:pt x="18245" y="10350"/>
                  <a:pt x="18245" y="10350"/>
                  <a:pt x="18245" y="10350"/>
                </a:cubicBezTo>
                <a:cubicBezTo>
                  <a:pt x="18454" y="10350"/>
                  <a:pt x="18664" y="10350"/>
                  <a:pt x="18874" y="10350"/>
                </a:cubicBezTo>
                <a:cubicBezTo>
                  <a:pt x="18874" y="10800"/>
                  <a:pt x="18664" y="11700"/>
                  <a:pt x="18664" y="11700"/>
                </a:cubicBezTo>
                <a:cubicBezTo>
                  <a:pt x="18664" y="11700"/>
                  <a:pt x="18245" y="11700"/>
                  <a:pt x="18035" y="11700"/>
                </a:cubicBezTo>
                <a:cubicBezTo>
                  <a:pt x="17616" y="11700"/>
                  <a:pt x="17616" y="12150"/>
                  <a:pt x="17825" y="12600"/>
                </a:cubicBezTo>
                <a:cubicBezTo>
                  <a:pt x="18245" y="13050"/>
                  <a:pt x="19083" y="13500"/>
                  <a:pt x="19083" y="14850"/>
                </a:cubicBezTo>
                <a:cubicBezTo>
                  <a:pt x="19083" y="15750"/>
                  <a:pt x="18664" y="16650"/>
                  <a:pt x="18245" y="16650"/>
                </a:cubicBezTo>
                <a:close/>
                <a:moveTo>
                  <a:pt x="17825" y="5400"/>
                </a:moveTo>
                <a:cubicBezTo>
                  <a:pt x="15728" y="5400"/>
                  <a:pt x="14050" y="9000"/>
                  <a:pt x="14050" y="13500"/>
                </a:cubicBezTo>
                <a:cubicBezTo>
                  <a:pt x="14050" y="18000"/>
                  <a:pt x="15728" y="21600"/>
                  <a:pt x="17825" y="21600"/>
                </a:cubicBezTo>
                <a:cubicBezTo>
                  <a:pt x="19922" y="21600"/>
                  <a:pt x="21600" y="18000"/>
                  <a:pt x="21600" y="13500"/>
                </a:cubicBezTo>
                <a:cubicBezTo>
                  <a:pt x="21600" y="9000"/>
                  <a:pt x="19922" y="5400"/>
                  <a:pt x="17825" y="5400"/>
                </a:cubicBezTo>
                <a:close/>
                <a:moveTo>
                  <a:pt x="17825" y="7650"/>
                </a:moveTo>
                <a:cubicBezTo>
                  <a:pt x="19293" y="7650"/>
                  <a:pt x="20551" y="10350"/>
                  <a:pt x="20551" y="13500"/>
                </a:cubicBezTo>
                <a:cubicBezTo>
                  <a:pt x="20551" y="16650"/>
                  <a:pt x="19293" y="19350"/>
                  <a:pt x="17825" y="19350"/>
                </a:cubicBezTo>
                <a:cubicBezTo>
                  <a:pt x="16357" y="19350"/>
                  <a:pt x="15099" y="16650"/>
                  <a:pt x="15099" y="13500"/>
                </a:cubicBezTo>
                <a:cubicBezTo>
                  <a:pt x="15099" y="10350"/>
                  <a:pt x="16357" y="7650"/>
                  <a:pt x="17825" y="7650"/>
                </a:cubicBezTo>
                <a:close/>
              </a:path>
            </a:pathLst>
          </a:custGeom>
          <a:solidFill>
            <a:schemeClr val="accent4">
              <a:lumOff val="58054"/>
            </a:schemeClr>
          </a:solidFill>
          <a:ln w="12700">
            <a:miter lim="400000"/>
          </a:ln>
        </p:spPr>
        <p:txBody>
          <a:bodyPr lIns="109727" tIns="109727" rIns="109727" bIns="109727"/>
          <a:lstStyle/>
          <a:p>
            <a:endParaRPr/>
          </a:p>
        </p:txBody>
      </p:sp>
      <p:sp>
        <p:nvSpPr>
          <p:cNvPr id="533" name="Shape"/>
          <p:cNvSpPr/>
          <p:nvPr/>
        </p:nvSpPr>
        <p:spPr>
          <a:xfrm>
            <a:off x="8509859" y="7598354"/>
            <a:ext cx="390407" cy="321510"/>
          </a:xfrm>
          <a:custGeom>
            <a:avLst/>
            <a:gdLst/>
            <a:ahLst/>
            <a:cxnLst>
              <a:cxn ang="0">
                <a:pos x="wd2" y="hd2"/>
              </a:cxn>
              <a:cxn ang="5400000">
                <a:pos x="wd2" y="hd2"/>
              </a:cxn>
              <a:cxn ang="10800000">
                <a:pos x="wd2" y="hd2"/>
              </a:cxn>
              <a:cxn ang="16200000">
                <a:pos x="wd2" y="hd2"/>
              </a:cxn>
            </a:cxnLst>
            <a:rect l="0" t="0" r="r" b="b"/>
            <a:pathLst>
              <a:path w="21600" h="21600" extrusionOk="0">
                <a:moveTo>
                  <a:pt x="15518" y="16135"/>
                </a:moveTo>
                <a:cubicBezTo>
                  <a:pt x="17616" y="21600"/>
                  <a:pt x="17616" y="21600"/>
                  <a:pt x="17616" y="21600"/>
                </a:cubicBezTo>
                <a:cubicBezTo>
                  <a:pt x="4194" y="21600"/>
                  <a:pt x="4194" y="21600"/>
                  <a:pt x="4194" y="21600"/>
                </a:cubicBezTo>
                <a:cubicBezTo>
                  <a:pt x="6082" y="16135"/>
                  <a:pt x="6082" y="16135"/>
                  <a:pt x="6082" y="16135"/>
                </a:cubicBezTo>
                <a:lnTo>
                  <a:pt x="15518" y="16135"/>
                </a:lnTo>
                <a:close/>
                <a:moveTo>
                  <a:pt x="19503" y="9108"/>
                </a:moveTo>
                <a:cubicBezTo>
                  <a:pt x="19293" y="9108"/>
                  <a:pt x="18874" y="8588"/>
                  <a:pt x="18874" y="8328"/>
                </a:cubicBezTo>
                <a:cubicBezTo>
                  <a:pt x="18874" y="7807"/>
                  <a:pt x="19293" y="7547"/>
                  <a:pt x="19503" y="7547"/>
                </a:cubicBezTo>
                <a:cubicBezTo>
                  <a:pt x="19922" y="7547"/>
                  <a:pt x="20132" y="7807"/>
                  <a:pt x="20132" y="8328"/>
                </a:cubicBezTo>
                <a:cubicBezTo>
                  <a:pt x="20132" y="8588"/>
                  <a:pt x="19922" y="9108"/>
                  <a:pt x="19503" y="9108"/>
                </a:cubicBezTo>
                <a:close/>
                <a:moveTo>
                  <a:pt x="16777" y="5725"/>
                </a:moveTo>
                <a:cubicBezTo>
                  <a:pt x="5033" y="5725"/>
                  <a:pt x="5033" y="5725"/>
                  <a:pt x="5033" y="5725"/>
                </a:cubicBezTo>
                <a:cubicBezTo>
                  <a:pt x="5033" y="2602"/>
                  <a:pt x="5033" y="2602"/>
                  <a:pt x="5033" y="2602"/>
                </a:cubicBezTo>
                <a:cubicBezTo>
                  <a:pt x="16777" y="2602"/>
                  <a:pt x="16777" y="2602"/>
                  <a:pt x="16777" y="2602"/>
                </a:cubicBezTo>
                <a:lnTo>
                  <a:pt x="16777" y="5725"/>
                </a:lnTo>
                <a:close/>
                <a:moveTo>
                  <a:pt x="18874" y="5725"/>
                </a:moveTo>
                <a:cubicBezTo>
                  <a:pt x="18874" y="0"/>
                  <a:pt x="18874" y="0"/>
                  <a:pt x="18874" y="0"/>
                </a:cubicBezTo>
                <a:cubicBezTo>
                  <a:pt x="2936" y="0"/>
                  <a:pt x="2936" y="0"/>
                  <a:pt x="2936" y="0"/>
                </a:cubicBezTo>
                <a:cubicBezTo>
                  <a:pt x="2936" y="5725"/>
                  <a:pt x="2936" y="5725"/>
                  <a:pt x="2936" y="5725"/>
                </a:cubicBezTo>
                <a:cubicBezTo>
                  <a:pt x="0" y="5725"/>
                  <a:pt x="0" y="5725"/>
                  <a:pt x="0" y="5725"/>
                </a:cubicBezTo>
                <a:cubicBezTo>
                  <a:pt x="0" y="18998"/>
                  <a:pt x="0" y="18998"/>
                  <a:pt x="0" y="18998"/>
                </a:cubicBezTo>
                <a:cubicBezTo>
                  <a:pt x="2726" y="18998"/>
                  <a:pt x="2726" y="18998"/>
                  <a:pt x="2726" y="18998"/>
                </a:cubicBezTo>
                <a:cubicBezTo>
                  <a:pt x="4823" y="13793"/>
                  <a:pt x="4823" y="13793"/>
                  <a:pt x="4823" y="13793"/>
                </a:cubicBezTo>
                <a:cubicBezTo>
                  <a:pt x="16986" y="13793"/>
                  <a:pt x="16986" y="13793"/>
                  <a:pt x="16986" y="13793"/>
                </a:cubicBezTo>
                <a:cubicBezTo>
                  <a:pt x="18874" y="18998"/>
                  <a:pt x="18874" y="18998"/>
                  <a:pt x="18874" y="18998"/>
                </a:cubicBezTo>
                <a:cubicBezTo>
                  <a:pt x="21600" y="18998"/>
                  <a:pt x="21600" y="18998"/>
                  <a:pt x="21600" y="18998"/>
                </a:cubicBezTo>
                <a:cubicBezTo>
                  <a:pt x="21600" y="5725"/>
                  <a:pt x="21600" y="5725"/>
                  <a:pt x="21600" y="5725"/>
                </a:cubicBezTo>
                <a:lnTo>
                  <a:pt x="18874" y="5725"/>
                </a:lnTo>
                <a:close/>
              </a:path>
            </a:pathLst>
          </a:custGeom>
          <a:solidFill>
            <a:schemeClr val="accent4">
              <a:lumOff val="58054"/>
            </a:schemeClr>
          </a:solidFill>
          <a:ln w="12700">
            <a:miter lim="400000"/>
          </a:ln>
        </p:spPr>
        <p:txBody>
          <a:bodyPr lIns="109727" tIns="109727" rIns="109727" bIns="109727"/>
          <a:lstStyle/>
          <a:p>
            <a:endParaRPr/>
          </a:p>
        </p:txBody>
      </p:sp>
      <p:sp>
        <p:nvSpPr>
          <p:cNvPr id="534" name="Shape"/>
          <p:cNvSpPr/>
          <p:nvPr/>
        </p:nvSpPr>
        <p:spPr>
          <a:xfrm>
            <a:off x="1625250" y="7563910"/>
            <a:ext cx="378925" cy="390407"/>
          </a:xfrm>
          <a:custGeom>
            <a:avLst/>
            <a:gdLst/>
            <a:ahLst/>
            <a:cxnLst>
              <a:cxn ang="0">
                <a:pos x="wd2" y="hd2"/>
              </a:cxn>
              <a:cxn ang="5400000">
                <a:pos x="wd2" y="hd2"/>
              </a:cxn>
              <a:cxn ang="10800000">
                <a:pos x="wd2" y="hd2"/>
              </a:cxn>
              <a:cxn ang="16200000">
                <a:pos x="wd2" y="hd2"/>
              </a:cxn>
            </a:cxnLst>
            <a:rect l="0" t="0" r="r" b="b"/>
            <a:pathLst>
              <a:path w="21600" h="21600" extrusionOk="0">
                <a:moveTo>
                  <a:pt x="13745" y="15099"/>
                </a:moveTo>
                <a:cubicBezTo>
                  <a:pt x="13091" y="15099"/>
                  <a:pt x="12655" y="15518"/>
                  <a:pt x="12655" y="15938"/>
                </a:cubicBezTo>
                <a:cubicBezTo>
                  <a:pt x="12655" y="16567"/>
                  <a:pt x="13091" y="16986"/>
                  <a:pt x="13745" y="16986"/>
                </a:cubicBezTo>
                <a:cubicBezTo>
                  <a:pt x="14182" y="16986"/>
                  <a:pt x="14618" y="16567"/>
                  <a:pt x="14618" y="15938"/>
                </a:cubicBezTo>
                <a:cubicBezTo>
                  <a:pt x="14618" y="15518"/>
                  <a:pt x="14182" y="15099"/>
                  <a:pt x="13745" y="15099"/>
                </a:cubicBezTo>
                <a:close/>
                <a:moveTo>
                  <a:pt x="10909" y="15099"/>
                </a:moveTo>
                <a:cubicBezTo>
                  <a:pt x="10255" y="15099"/>
                  <a:pt x="9818" y="15518"/>
                  <a:pt x="9818" y="15938"/>
                </a:cubicBezTo>
                <a:cubicBezTo>
                  <a:pt x="9818" y="16567"/>
                  <a:pt x="10255" y="16986"/>
                  <a:pt x="10909" y="16986"/>
                </a:cubicBezTo>
                <a:cubicBezTo>
                  <a:pt x="11345" y="16986"/>
                  <a:pt x="11782" y="16567"/>
                  <a:pt x="11782" y="15938"/>
                </a:cubicBezTo>
                <a:cubicBezTo>
                  <a:pt x="11782" y="15518"/>
                  <a:pt x="11345" y="15099"/>
                  <a:pt x="10909" y="15099"/>
                </a:cubicBezTo>
                <a:close/>
                <a:moveTo>
                  <a:pt x="8073" y="15099"/>
                </a:moveTo>
                <a:cubicBezTo>
                  <a:pt x="7418" y="15099"/>
                  <a:pt x="6982" y="15518"/>
                  <a:pt x="6982" y="15938"/>
                </a:cubicBezTo>
                <a:cubicBezTo>
                  <a:pt x="6982" y="16567"/>
                  <a:pt x="7418" y="16986"/>
                  <a:pt x="8073" y="16986"/>
                </a:cubicBezTo>
                <a:cubicBezTo>
                  <a:pt x="8509" y="16986"/>
                  <a:pt x="8945" y="16567"/>
                  <a:pt x="8945" y="15938"/>
                </a:cubicBezTo>
                <a:cubicBezTo>
                  <a:pt x="8945" y="15518"/>
                  <a:pt x="8509" y="15099"/>
                  <a:pt x="8073" y="15099"/>
                </a:cubicBezTo>
                <a:close/>
                <a:moveTo>
                  <a:pt x="15709" y="1887"/>
                </a:moveTo>
                <a:cubicBezTo>
                  <a:pt x="15709" y="4404"/>
                  <a:pt x="15709" y="4404"/>
                  <a:pt x="15709" y="4404"/>
                </a:cubicBezTo>
                <a:cubicBezTo>
                  <a:pt x="18109" y="5872"/>
                  <a:pt x="19418" y="8388"/>
                  <a:pt x="19418" y="11115"/>
                </a:cubicBezTo>
                <a:cubicBezTo>
                  <a:pt x="19418" y="13421"/>
                  <a:pt x="18545" y="15518"/>
                  <a:pt x="17018" y="17196"/>
                </a:cubicBezTo>
                <a:cubicBezTo>
                  <a:pt x="15273" y="18664"/>
                  <a:pt x="13091" y="19503"/>
                  <a:pt x="10909" y="19503"/>
                </a:cubicBezTo>
                <a:cubicBezTo>
                  <a:pt x="8509" y="19503"/>
                  <a:pt x="6327" y="18664"/>
                  <a:pt x="4800" y="17196"/>
                </a:cubicBezTo>
                <a:cubicBezTo>
                  <a:pt x="3055" y="15518"/>
                  <a:pt x="2182" y="13421"/>
                  <a:pt x="2182" y="11115"/>
                </a:cubicBezTo>
                <a:cubicBezTo>
                  <a:pt x="2182" y="8388"/>
                  <a:pt x="3709" y="5872"/>
                  <a:pt x="5891" y="4404"/>
                </a:cubicBezTo>
                <a:cubicBezTo>
                  <a:pt x="5891" y="1887"/>
                  <a:pt x="5891" y="1887"/>
                  <a:pt x="5891" y="1887"/>
                </a:cubicBezTo>
                <a:cubicBezTo>
                  <a:pt x="2400" y="3565"/>
                  <a:pt x="0" y="7130"/>
                  <a:pt x="0" y="11115"/>
                </a:cubicBezTo>
                <a:cubicBezTo>
                  <a:pt x="0" y="16986"/>
                  <a:pt x="4800" y="21600"/>
                  <a:pt x="10909" y="21600"/>
                </a:cubicBezTo>
                <a:cubicBezTo>
                  <a:pt x="16800" y="21600"/>
                  <a:pt x="21600" y="16986"/>
                  <a:pt x="21600" y="11115"/>
                </a:cubicBezTo>
                <a:cubicBezTo>
                  <a:pt x="21600" y="7130"/>
                  <a:pt x="19200" y="3565"/>
                  <a:pt x="15709" y="1887"/>
                </a:cubicBezTo>
                <a:close/>
                <a:moveTo>
                  <a:pt x="14182" y="8388"/>
                </a:moveTo>
                <a:cubicBezTo>
                  <a:pt x="16800" y="8388"/>
                  <a:pt x="16800" y="8388"/>
                  <a:pt x="16800" y="8388"/>
                </a:cubicBezTo>
                <a:cubicBezTo>
                  <a:pt x="10909" y="14050"/>
                  <a:pt x="10909" y="14050"/>
                  <a:pt x="10909" y="14050"/>
                </a:cubicBezTo>
                <a:cubicBezTo>
                  <a:pt x="4800" y="8388"/>
                  <a:pt x="4800" y="8388"/>
                  <a:pt x="4800" y="8388"/>
                </a:cubicBezTo>
                <a:cubicBezTo>
                  <a:pt x="7636" y="8388"/>
                  <a:pt x="7636" y="8388"/>
                  <a:pt x="7636" y="8388"/>
                </a:cubicBezTo>
                <a:cubicBezTo>
                  <a:pt x="7636" y="0"/>
                  <a:pt x="7636" y="0"/>
                  <a:pt x="7636" y="0"/>
                </a:cubicBezTo>
                <a:cubicBezTo>
                  <a:pt x="14182" y="0"/>
                  <a:pt x="14182" y="0"/>
                  <a:pt x="14182" y="0"/>
                </a:cubicBezTo>
                <a:cubicBezTo>
                  <a:pt x="14182" y="8388"/>
                  <a:pt x="14182" y="8388"/>
                  <a:pt x="14182" y="8388"/>
                </a:cubicBezTo>
                <a:close/>
              </a:path>
            </a:pathLst>
          </a:custGeom>
          <a:solidFill>
            <a:schemeClr val="accent4">
              <a:lumOff val="58054"/>
            </a:schemeClr>
          </a:solidFill>
          <a:ln w="12700">
            <a:miter lim="400000"/>
          </a:ln>
        </p:spPr>
        <p:txBody>
          <a:bodyPr lIns="109727" tIns="109727" rIns="109727" bIns="109727"/>
          <a:lstStyle/>
          <a:p>
            <a:endParaRPr/>
          </a:p>
        </p:txBody>
      </p:sp>
      <p:sp>
        <p:nvSpPr>
          <p:cNvPr id="535" name="Shape"/>
          <p:cNvSpPr/>
          <p:nvPr/>
        </p:nvSpPr>
        <p:spPr>
          <a:xfrm>
            <a:off x="8507890" y="9446186"/>
            <a:ext cx="394349" cy="394235"/>
          </a:xfrm>
          <a:custGeom>
            <a:avLst/>
            <a:gdLst/>
            <a:ahLst/>
            <a:cxnLst>
              <a:cxn ang="0">
                <a:pos x="wd2" y="hd2"/>
              </a:cxn>
              <a:cxn ang="5400000">
                <a:pos x="wd2" y="hd2"/>
              </a:cxn>
              <a:cxn ang="10800000">
                <a:pos x="wd2" y="hd2"/>
              </a:cxn>
              <a:cxn ang="16200000">
                <a:pos x="wd2" y="hd2"/>
              </a:cxn>
            </a:cxnLst>
            <a:rect l="0" t="0" r="r" b="b"/>
            <a:pathLst>
              <a:path w="21195" h="21189" extrusionOk="0">
                <a:moveTo>
                  <a:pt x="18517" y="17075"/>
                </a:moveTo>
                <a:cubicBezTo>
                  <a:pt x="15843" y="16458"/>
                  <a:pt x="12551" y="14812"/>
                  <a:pt x="13580" y="12755"/>
                </a:cubicBezTo>
                <a:cubicBezTo>
                  <a:pt x="14197" y="13783"/>
                  <a:pt x="16048" y="14400"/>
                  <a:pt x="17488" y="13578"/>
                </a:cubicBezTo>
                <a:cubicBezTo>
                  <a:pt x="13374" y="12549"/>
                  <a:pt x="19546" y="5143"/>
                  <a:pt x="13991" y="1235"/>
                </a:cubicBezTo>
                <a:cubicBezTo>
                  <a:pt x="12140" y="-411"/>
                  <a:pt x="9260" y="-411"/>
                  <a:pt x="7203" y="1235"/>
                </a:cubicBezTo>
                <a:cubicBezTo>
                  <a:pt x="1648" y="5143"/>
                  <a:pt x="8026" y="12549"/>
                  <a:pt x="3706" y="13578"/>
                </a:cubicBezTo>
                <a:cubicBezTo>
                  <a:pt x="5146" y="14400"/>
                  <a:pt x="7203" y="13783"/>
                  <a:pt x="7820" y="12755"/>
                </a:cubicBezTo>
                <a:cubicBezTo>
                  <a:pt x="8643" y="14812"/>
                  <a:pt x="5557" y="16458"/>
                  <a:pt x="2883" y="17075"/>
                </a:cubicBezTo>
                <a:cubicBezTo>
                  <a:pt x="-203" y="17692"/>
                  <a:pt x="3" y="19749"/>
                  <a:pt x="3" y="21189"/>
                </a:cubicBezTo>
                <a:cubicBezTo>
                  <a:pt x="21191" y="21189"/>
                  <a:pt x="21191" y="21189"/>
                  <a:pt x="21191" y="21189"/>
                </a:cubicBezTo>
                <a:cubicBezTo>
                  <a:pt x="21191" y="19749"/>
                  <a:pt x="21397" y="17692"/>
                  <a:pt x="18517" y="17075"/>
                </a:cubicBezTo>
                <a:close/>
              </a:path>
            </a:pathLst>
          </a:custGeom>
          <a:solidFill>
            <a:schemeClr val="accent4">
              <a:lumOff val="58054"/>
            </a:schemeClr>
          </a:solidFill>
          <a:ln w="12700">
            <a:miter lim="400000"/>
          </a:ln>
        </p:spPr>
        <p:txBody>
          <a:bodyPr lIns="109727" tIns="109727" rIns="109727" bIns="109727"/>
          <a:lstStyle/>
          <a:p>
            <a:endParaRPr/>
          </a:p>
        </p:txBody>
      </p:sp>
      <p:sp>
        <p:nvSpPr>
          <p:cNvPr id="536" name="Shape"/>
          <p:cNvSpPr/>
          <p:nvPr/>
        </p:nvSpPr>
        <p:spPr>
          <a:xfrm>
            <a:off x="13155686" y="10473054"/>
            <a:ext cx="390407" cy="293354"/>
          </a:xfrm>
          <a:custGeom>
            <a:avLst/>
            <a:gdLst/>
            <a:ahLst/>
            <a:cxnLst>
              <a:cxn ang="0">
                <a:pos x="wd2" y="hd2"/>
              </a:cxn>
              <a:cxn ang="5400000">
                <a:pos x="wd2" y="hd2"/>
              </a:cxn>
              <a:cxn ang="10800000">
                <a:pos x="wd2" y="hd2"/>
              </a:cxn>
              <a:cxn ang="16200000">
                <a:pos x="wd2" y="hd2"/>
              </a:cxn>
            </a:cxnLst>
            <a:rect l="0" t="0" r="r" b="b"/>
            <a:pathLst>
              <a:path w="21600" h="21224" extrusionOk="0">
                <a:moveTo>
                  <a:pt x="19922" y="171"/>
                </a:moveTo>
                <a:cubicBezTo>
                  <a:pt x="14050" y="2905"/>
                  <a:pt x="14050" y="2905"/>
                  <a:pt x="14050" y="2905"/>
                </a:cubicBezTo>
                <a:cubicBezTo>
                  <a:pt x="14680" y="3725"/>
                  <a:pt x="15099" y="5092"/>
                  <a:pt x="15099" y="6186"/>
                </a:cubicBezTo>
                <a:cubicBezTo>
                  <a:pt x="15099" y="9194"/>
                  <a:pt x="13212" y="11654"/>
                  <a:pt x="10905" y="11654"/>
                </a:cubicBezTo>
                <a:cubicBezTo>
                  <a:pt x="8598" y="11654"/>
                  <a:pt x="6711" y="9194"/>
                  <a:pt x="6711" y="6186"/>
                </a:cubicBezTo>
                <a:cubicBezTo>
                  <a:pt x="6711" y="5092"/>
                  <a:pt x="6920" y="3725"/>
                  <a:pt x="7550" y="2905"/>
                </a:cubicBezTo>
                <a:cubicBezTo>
                  <a:pt x="1887" y="171"/>
                  <a:pt x="1887" y="171"/>
                  <a:pt x="1887" y="171"/>
                </a:cubicBezTo>
                <a:cubicBezTo>
                  <a:pt x="1049" y="-376"/>
                  <a:pt x="0" y="444"/>
                  <a:pt x="0" y="1811"/>
                </a:cubicBezTo>
                <a:cubicBezTo>
                  <a:pt x="0" y="12201"/>
                  <a:pt x="0" y="12201"/>
                  <a:pt x="0" y="12201"/>
                </a:cubicBezTo>
                <a:cubicBezTo>
                  <a:pt x="0" y="13295"/>
                  <a:pt x="1049" y="14115"/>
                  <a:pt x="1887" y="13842"/>
                </a:cubicBezTo>
                <a:cubicBezTo>
                  <a:pt x="6291" y="11654"/>
                  <a:pt x="6291" y="11654"/>
                  <a:pt x="6291" y="11654"/>
                </a:cubicBezTo>
                <a:cubicBezTo>
                  <a:pt x="5662" y="13842"/>
                  <a:pt x="3984" y="17123"/>
                  <a:pt x="3146" y="18490"/>
                </a:cubicBezTo>
                <a:cubicBezTo>
                  <a:pt x="6291" y="17943"/>
                  <a:pt x="6291" y="17943"/>
                  <a:pt x="6291" y="17943"/>
                </a:cubicBezTo>
                <a:cubicBezTo>
                  <a:pt x="7340" y="21224"/>
                  <a:pt x="7340" y="21224"/>
                  <a:pt x="7340" y="21224"/>
                </a:cubicBezTo>
                <a:cubicBezTo>
                  <a:pt x="9017" y="19310"/>
                  <a:pt x="10485" y="15756"/>
                  <a:pt x="10905" y="13295"/>
                </a:cubicBezTo>
                <a:cubicBezTo>
                  <a:pt x="11324" y="15756"/>
                  <a:pt x="12792" y="19310"/>
                  <a:pt x="14260" y="21224"/>
                </a:cubicBezTo>
                <a:cubicBezTo>
                  <a:pt x="15309" y="17943"/>
                  <a:pt x="15309" y="17943"/>
                  <a:pt x="15309" y="17943"/>
                </a:cubicBezTo>
                <a:cubicBezTo>
                  <a:pt x="18454" y="18490"/>
                  <a:pt x="18454" y="18490"/>
                  <a:pt x="18454" y="18490"/>
                </a:cubicBezTo>
                <a:cubicBezTo>
                  <a:pt x="17616" y="17123"/>
                  <a:pt x="15938" y="13842"/>
                  <a:pt x="15518" y="11654"/>
                </a:cubicBezTo>
                <a:cubicBezTo>
                  <a:pt x="19922" y="13842"/>
                  <a:pt x="19922" y="13842"/>
                  <a:pt x="19922" y="13842"/>
                </a:cubicBezTo>
                <a:cubicBezTo>
                  <a:pt x="20761" y="14115"/>
                  <a:pt x="21600" y="13295"/>
                  <a:pt x="21600" y="12201"/>
                </a:cubicBezTo>
                <a:cubicBezTo>
                  <a:pt x="21600" y="1811"/>
                  <a:pt x="21600" y="1811"/>
                  <a:pt x="21600" y="1811"/>
                </a:cubicBezTo>
                <a:cubicBezTo>
                  <a:pt x="21600" y="444"/>
                  <a:pt x="20761" y="-376"/>
                  <a:pt x="19922" y="171"/>
                </a:cubicBezTo>
                <a:close/>
                <a:moveTo>
                  <a:pt x="13631" y="6186"/>
                </a:moveTo>
                <a:cubicBezTo>
                  <a:pt x="13631" y="8373"/>
                  <a:pt x="12373" y="10014"/>
                  <a:pt x="10905" y="10014"/>
                </a:cubicBezTo>
                <a:cubicBezTo>
                  <a:pt x="9227" y="10014"/>
                  <a:pt x="7969" y="8373"/>
                  <a:pt x="7969" y="6186"/>
                </a:cubicBezTo>
                <a:cubicBezTo>
                  <a:pt x="7969" y="4272"/>
                  <a:pt x="9227" y="2632"/>
                  <a:pt x="10905" y="2632"/>
                </a:cubicBezTo>
                <a:cubicBezTo>
                  <a:pt x="12373" y="2632"/>
                  <a:pt x="13631" y="4272"/>
                  <a:pt x="13631" y="6186"/>
                </a:cubicBezTo>
                <a:close/>
              </a:path>
            </a:pathLst>
          </a:custGeom>
          <a:solidFill>
            <a:schemeClr val="accent4">
              <a:lumOff val="58054"/>
            </a:schemeClr>
          </a:solidFill>
          <a:ln w="12700">
            <a:miter lim="400000"/>
          </a:ln>
        </p:spPr>
        <p:txBody>
          <a:bodyPr lIns="109727" tIns="109727" rIns="109727" bIns="109727"/>
          <a:lstStyle/>
          <a:p>
            <a:endParaRPr/>
          </a:p>
        </p:txBody>
      </p:sp>
      <p:sp>
        <p:nvSpPr>
          <p:cNvPr id="537" name="Shape"/>
          <p:cNvSpPr/>
          <p:nvPr/>
        </p:nvSpPr>
        <p:spPr>
          <a:xfrm>
            <a:off x="8509859" y="11398764"/>
            <a:ext cx="390407" cy="401891"/>
          </a:xfrm>
          <a:custGeom>
            <a:avLst/>
            <a:gdLst/>
            <a:ahLst/>
            <a:cxnLst>
              <a:cxn ang="0">
                <a:pos x="wd2" y="hd2"/>
              </a:cxn>
              <a:cxn ang="5400000">
                <a:pos x="wd2" y="hd2"/>
              </a:cxn>
              <a:cxn ang="10800000">
                <a:pos x="wd2" y="hd2"/>
              </a:cxn>
              <a:cxn ang="16200000">
                <a:pos x="wd2" y="hd2"/>
              </a:cxn>
            </a:cxnLst>
            <a:rect l="0" t="0" r="r" b="b"/>
            <a:pathLst>
              <a:path w="21600" h="21600" extrusionOk="0">
                <a:moveTo>
                  <a:pt x="13002" y="4194"/>
                </a:moveTo>
                <a:cubicBezTo>
                  <a:pt x="7130" y="12163"/>
                  <a:pt x="7130" y="12163"/>
                  <a:pt x="7130" y="12163"/>
                </a:cubicBezTo>
                <a:cubicBezTo>
                  <a:pt x="10485" y="12163"/>
                  <a:pt x="10485" y="12163"/>
                  <a:pt x="10485" y="12163"/>
                </a:cubicBezTo>
                <a:cubicBezTo>
                  <a:pt x="8598" y="17196"/>
                  <a:pt x="8598" y="17196"/>
                  <a:pt x="8598" y="17196"/>
                </a:cubicBezTo>
                <a:cubicBezTo>
                  <a:pt x="15099" y="9647"/>
                  <a:pt x="15099" y="9647"/>
                  <a:pt x="15099" y="9647"/>
                </a:cubicBezTo>
                <a:cubicBezTo>
                  <a:pt x="11115" y="9647"/>
                  <a:pt x="11115" y="9647"/>
                  <a:pt x="11115" y="9647"/>
                </a:cubicBezTo>
                <a:lnTo>
                  <a:pt x="13002" y="4194"/>
                </a:lnTo>
                <a:close/>
                <a:moveTo>
                  <a:pt x="10905" y="0"/>
                </a:moveTo>
                <a:cubicBezTo>
                  <a:pt x="4823" y="0"/>
                  <a:pt x="0" y="4823"/>
                  <a:pt x="0" y="10695"/>
                </a:cubicBezTo>
                <a:cubicBezTo>
                  <a:pt x="0" y="16777"/>
                  <a:pt x="4823" y="21600"/>
                  <a:pt x="10905" y="21600"/>
                </a:cubicBezTo>
                <a:cubicBezTo>
                  <a:pt x="16777" y="21600"/>
                  <a:pt x="21600" y="16777"/>
                  <a:pt x="21600" y="10695"/>
                </a:cubicBezTo>
                <a:cubicBezTo>
                  <a:pt x="21600" y="4823"/>
                  <a:pt x="16777" y="0"/>
                  <a:pt x="10905" y="0"/>
                </a:cubicBezTo>
                <a:close/>
                <a:moveTo>
                  <a:pt x="10905" y="2097"/>
                </a:moveTo>
                <a:cubicBezTo>
                  <a:pt x="13212" y="2097"/>
                  <a:pt x="15309" y="2936"/>
                  <a:pt x="16986" y="4614"/>
                </a:cubicBezTo>
                <a:cubicBezTo>
                  <a:pt x="18664" y="6291"/>
                  <a:pt x="19503" y="8388"/>
                  <a:pt x="19503" y="10695"/>
                </a:cubicBezTo>
                <a:cubicBezTo>
                  <a:pt x="19503" y="13002"/>
                  <a:pt x="18664" y="15309"/>
                  <a:pt x="16986" y="16986"/>
                </a:cubicBezTo>
                <a:cubicBezTo>
                  <a:pt x="15309" y="18454"/>
                  <a:pt x="13212" y="19503"/>
                  <a:pt x="10905" y="19503"/>
                </a:cubicBezTo>
                <a:cubicBezTo>
                  <a:pt x="8598" y="19503"/>
                  <a:pt x="6291" y="18454"/>
                  <a:pt x="4614" y="16986"/>
                </a:cubicBezTo>
                <a:cubicBezTo>
                  <a:pt x="3146" y="15309"/>
                  <a:pt x="2097" y="13002"/>
                  <a:pt x="2097" y="10695"/>
                </a:cubicBezTo>
                <a:cubicBezTo>
                  <a:pt x="2097" y="8388"/>
                  <a:pt x="3146" y="6291"/>
                  <a:pt x="4614" y="4614"/>
                </a:cubicBezTo>
                <a:cubicBezTo>
                  <a:pt x="6291" y="2936"/>
                  <a:pt x="8598" y="2097"/>
                  <a:pt x="1090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538" name="Shape"/>
          <p:cNvSpPr/>
          <p:nvPr/>
        </p:nvSpPr>
        <p:spPr>
          <a:xfrm>
            <a:off x="9438812" y="6623327"/>
            <a:ext cx="309467" cy="394237"/>
          </a:xfrm>
          <a:custGeom>
            <a:avLst/>
            <a:gdLst/>
            <a:ahLst/>
            <a:cxnLst>
              <a:cxn ang="0">
                <a:pos x="wd2" y="hd2"/>
              </a:cxn>
              <a:cxn ang="5400000">
                <a:pos x="wd2" y="hd2"/>
              </a:cxn>
              <a:cxn ang="10800000">
                <a:pos x="wd2" y="hd2"/>
              </a:cxn>
              <a:cxn ang="16200000">
                <a:pos x="wd2" y="hd2"/>
              </a:cxn>
            </a:cxnLst>
            <a:rect l="0" t="0" r="r" b="b"/>
            <a:pathLst>
              <a:path w="20791" h="20600" extrusionOk="0">
                <a:moveTo>
                  <a:pt x="19733" y="14350"/>
                </a:moveTo>
                <a:cubicBezTo>
                  <a:pt x="17333" y="15350"/>
                  <a:pt x="13600" y="15750"/>
                  <a:pt x="10933" y="15750"/>
                </a:cubicBezTo>
                <a:cubicBezTo>
                  <a:pt x="7733" y="15750"/>
                  <a:pt x="4000" y="15350"/>
                  <a:pt x="1066" y="14350"/>
                </a:cubicBezTo>
                <a:cubicBezTo>
                  <a:pt x="0" y="13950"/>
                  <a:pt x="-267" y="15950"/>
                  <a:pt x="1333" y="16550"/>
                </a:cubicBezTo>
                <a:cubicBezTo>
                  <a:pt x="1600" y="17550"/>
                  <a:pt x="1866" y="18350"/>
                  <a:pt x="2400" y="18950"/>
                </a:cubicBezTo>
                <a:cubicBezTo>
                  <a:pt x="4800" y="21150"/>
                  <a:pt x="15733" y="21150"/>
                  <a:pt x="18400" y="18950"/>
                </a:cubicBezTo>
                <a:cubicBezTo>
                  <a:pt x="18666" y="18350"/>
                  <a:pt x="18933" y="17550"/>
                  <a:pt x="19200" y="16550"/>
                </a:cubicBezTo>
                <a:cubicBezTo>
                  <a:pt x="20800" y="15950"/>
                  <a:pt x="20800" y="14150"/>
                  <a:pt x="19733" y="14350"/>
                </a:cubicBezTo>
                <a:close/>
                <a:moveTo>
                  <a:pt x="4533" y="2150"/>
                </a:moveTo>
                <a:cubicBezTo>
                  <a:pt x="4533" y="2550"/>
                  <a:pt x="7200" y="2950"/>
                  <a:pt x="10400" y="2950"/>
                </a:cubicBezTo>
                <a:cubicBezTo>
                  <a:pt x="13866" y="2950"/>
                  <a:pt x="16533" y="2550"/>
                  <a:pt x="16533" y="2150"/>
                </a:cubicBezTo>
                <a:cubicBezTo>
                  <a:pt x="16533" y="1750"/>
                  <a:pt x="13866" y="1550"/>
                  <a:pt x="10400" y="1550"/>
                </a:cubicBezTo>
                <a:cubicBezTo>
                  <a:pt x="7200" y="1550"/>
                  <a:pt x="4533" y="1750"/>
                  <a:pt x="4533" y="2150"/>
                </a:cubicBezTo>
                <a:close/>
                <a:moveTo>
                  <a:pt x="1066" y="5550"/>
                </a:moveTo>
                <a:cubicBezTo>
                  <a:pt x="1333" y="3750"/>
                  <a:pt x="1600" y="2350"/>
                  <a:pt x="2133" y="1350"/>
                </a:cubicBezTo>
                <a:cubicBezTo>
                  <a:pt x="4266" y="-450"/>
                  <a:pt x="16266" y="-450"/>
                  <a:pt x="18400" y="1350"/>
                </a:cubicBezTo>
                <a:cubicBezTo>
                  <a:pt x="18933" y="2350"/>
                  <a:pt x="19466" y="3750"/>
                  <a:pt x="19733" y="5550"/>
                </a:cubicBezTo>
                <a:cubicBezTo>
                  <a:pt x="17866" y="6550"/>
                  <a:pt x="14133" y="7150"/>
                  <a:pt x="9600" y="6950"/>
                </a:cubicBezTo>
                <a:cubicBezTo>
                  <a:pt x="5333" y="6950"/>
                  <a:pt x="2400" y="6150"/>
                  <a:pt x="1066" y="5550"/>
                </a:cubicBezTo>
                <a:close/>
                <a:moveTo>
                  <a:pt x="19733" y="12950"/>
                </a:moveTo>
                <a:cubicBezTo>
                  <a:pt x="18133" y="13950"/>
                  <a:pt x="14133" y="14550"/>
                  <a:pt x="9600" y="14350"/>
                </a:cubicBezTo>
                <a:cubicBezTo>
                  <a:pt x="5333" y="14350"/>
                  <a:pt x="2133" y="13550"/>
                  <a:pt x="800" y="12750"/>
                </a:cubicBezTo>
                <a:cubicBezTo>
                  <a:pt x="800" y="11550"/>
                  <a:pt x="800" y="10350"/>
                  <a:pt x="800" y="9150"/>
                </a:cubicBezTo>
                <a:cubicBezTo>
                  <a:pt x="266" y="8950"/>
                  <a:pt x="0" y="8350"/>
                  <a:pt x="0" y="7750"/>
                </a:cubicBezTo>
                <a:cubicBezTo>
                  <a:pt x="0" y="7150"/>
                  <a:pt x="266" y="6750"/>
                  <a:pt x="800" y="6950"/>
                </a:cubicBezTo>
                <a:cubicBezTo>
                  <a:pt x="1600" y="7150"/>
                  <a:pt x="800" y="6950"/>
                  <a:pt x="800" y="6950"/>
                </a:cubicBezTo>
                <a:cubicBezTo>
                  <a:pt x="800" y="6950"/>
                  <a:pt x="4000" y="8350"/>
                  <a:pt x="10933" y="8350"/>
                </a:cubicBezTo>
                <a:cubicBezTo>
                  <a:pt x="13600" y="8350"/>
                  <a:pt x="17333" y="7950"/>
                  <a:pt x="19733" y="6950"/>
                </a:cubicBezTo>
                <a:cubicBezTo>
                  <a:pt x="19733" y="6950"/>
                  <a:pt x="19733" y="6950"/>
                  <a:pt x="19733" y="6950"/>
                </a:cubicBezTo>
                <a:cubicBezTo>
                  <a:pt x="20800" y="6550"/>
                  <a:pt x="21333" y="8550"/>
                  <a:pt x="20000" y="9150"/>
                </a:cubicBezTo>
                <a:cubicBezTo>
                  <a:pt x="20000" y="10550"/>
                  <a:pt x="20000" y="11750"/>
                  <a:pt x="19733" y="12950"/>
                </a:cubicBezTo>
                <a:close/>
              </a:path>
            </a:pathLst>
          </a:custGeom>
          <a:solidFill>
            <a:schemeClr val="accent4">
              <a:lumOff val="58054"/>
            </a:schemeClr>
          </a:solidFill>
          <a:ln w="12700">
            <a:miter lim="400000"/>
          </a:ln>
        </p:spPr>
        <p:txBody>
          <a:bodyPr lIns="109727" tIns="109727" rIns="109727" bIns="109727"/>
          <a:lstStyle/>
          <a:p>
            <a:endParaRPr/>
          </a:p>
        </p:txBody>
      </p:sp>
      <p:sp>
        <p:nvSpPr>
          <p:cNvPr id="539" name="Shape"/>
          <p:cNvSpPr/>
          <p:nvPr/>
        </p:nvSpPr>
        <p:spPr>
          <a:xfrm>
            <a:off x="9443601" y="7558292"/>
            <a:ext cx="327025" cy="394561"/>
          </a:xfrm>
          <a:custGeom>
            <a:avLst/>
            <a:gdLst/>
            <a:ahLst/>
            <a:cxnLst>
              <a:cxn ang="0">
                <a:pos x="wd2" y="hd2"/>
              </a:cxn>
              <a:cxn ang="5400000">
                <a:pos x="wd2" y="hd2"/>
              </a:cxn>
              <a:cxn ang="10800000">
                <a:pos x="wd2" y="hd2"/>
              </a:cxn>
              <a:cxn ang="16200000">
                <a:pos x="wd2" y="hd2"/>
              </a:cxn>
            </a:cxnLst>
            <a:rect l="0" t="0" r="r" b="b"/>
            <a:pathLst>
              <a:path w="19224" h="20060" extrusionOk="0">
                <a:moveTo>
                  <a:pt x="5258" y="15367"/>
                </a:moveTo>
                <a:cubicBezTo>
                  <a:pt x="2961" y="16340"/>
                  <a:pt x="2731" y="18091"/>
                  <a:pt x="3880" y="19259"/>
                </a:cubicBezTo>
                <a:cubicBezTo>
                  <a:pt x="5718" y="21010"/>
                  <a:pt x="9165" y="19648"/>
                  <a:pt x="7326" y="17507"/>
                </a:cubicBezTo>
                <a:cubicBezTo>
                  <a:pt x="6637" y="16924"/>
                  <a:pt x="5948" y="15951"/>
                  <a:pt x="5258" y="15367"/>
                </a:cubicBezTo>
                <a:close/>
                <a:moveTo>
                  <a:pt x="6407" y="7388"/>
                </a:moveTo>
                <a:cubicBezTo>
                  <a:pt x="14680" y="3302"/>
                  <a:pt x="14680" y="3302"/>
                  <a:pt x="14680" y="3302"/>
                </a:cubicBezTo>
                <a:cubicBezTo>
                  <a:pt x="15139" y="1161"/>
                  <a:pt x="12382" y="-590"/>
                  <a:pt x="10084" y="188"/>
                </a:cubicBezTo>
                <a:cubicBezTo>
                  <a:pt x="10084" y="188"/>
                  <a:pt x="10084" y="188"/>
                  <a:pt x="10084" y="188"/>
                </a:cubicBezTo>
                <a:cubicBezTo>
                  <a:pt x="3190" y="3302"/>
                  <a:pt x="3190" y="3302"/>
                  <a:pt x="3190" y="3302"/>
                </a:cubicBezTo>
                <a:cubicBezTo>
                  <a:pt x="5258" y="3691"/>
                  <a:pt x="6637" y="5442"/>
                  <a:pt x="6407" y="7388"/>
                </a:cubicBezTo>
                <a:close/>
                <a:moveTo>
                  <a:pt x="17667" y="14394"/>
                </a:moveTo>
                <a:cubicBezTo>
                  <a:pt x="17437" y="14588"/>
                  <a:pt x="18356" y="14199"/>
                  <a:pt x="9624" y="18869"/>
                </a:cubicBezTo>
                <a:cubicBezTo>
                  <a:pt x="9624" y="18091"/>
                  <a:pt x="9395" y="17313"/>
                  <a:pt x="8705" y="16729"/>
                </a:cubicBezTo>
                <a:cubicBezTo>
                  <a:pt x="8475" y="16340"/>
                  <a:pt x="2041" y="9529"/>
                  <a:pt x="892" y="8361"/>
                </a:cubicBezTo>
                <a:cubicBezTo>
                  <a:pt x="-1865" y="5442"/>
                  <a:pt x="2501" y="3302"/>
                  <a:pt x="4109" y="5442"/>
                </a:cubicBezTo>
                <a:cubicBezTo>
                  <a:pt x="5029" y="6415"/>
                  <a:pt x="4799" y="7972"/>
                  <a:pt x="3650" y="8751"/>
                </a:cubicBezTo>
                <a:cubicBezTo>
                  <a:pt x="4569" y="9724"/>
                  <a:pt x="4569" y="9724"/>
                  <a:pt x="4569" y="9724"/>
                </a:cubicBezTo>
                <a:cubicBezTo>
                  <a:pt x="13531" y="5442"/>
                  <a:pt x="13531" y="5442"/>
                  <a:pt x="13531" y="5442"/>
                </a:cubicBezTo>
                <a:cubicBezTo>
                  <a:pt x="14909" y="6610"/>
                  <a:pt x="17667" y="9529"/>
                  <a:pt x="18586" y="10502"/>
                </a:cubicBezTo>
                <a:cubicBezTo>
                  <a:pt x="19735" y="11669"/>
                  <a:pt x="19275" y="13615"/>
                  <a:pt x="17667" y="14394"/>
                </a:cubicBezTo>
                <a:close/>
              </a:path>
            </a:pathLst>
          </a:custGeom>
          <a:solidFill>
            <a:schemeClr val="accent4">
              <a:lumOff val="58054"/>
            </a:schemeClr>
          </a:solidFill>
          <a:ln w="12700">
            <a:miter lim="400000"/>
          </a:ln>
        </p:spPr>
        <p:txBody>
          <a:bodyPr lIns="109727" tIns="109727" rIns="109727" bIns="109727"/>
          <a:lstStyle/>
          <a:p>
            <a:endParaRPr/>
          </a:p>
        </p:txBody>
      </p:sp>
      <p:sp>
        <p:nvSpPr>
          <p:cNvPr id="540" name="Shape"/>
          <p:cNvSpPr/>
          <p:nvPr/>
        </p:nvSpPr>
        <p:spPr>
          <a:xfrm>
            <a:off x="9486507" y="8498897"/>
            <a:ext cx="218173" cy="401891"/>
          </a:xfrm>
          <a:custGeom>
            <a:avLst/>
            <a:gdLst/>
            <a:ahLst/>
            <a:cxnLst>
              <a:cxn ang="0">
                <a:pos x="wd2" y="hd2"/>
              </a:cxn>
              <a:cxn ang="5400000">
                <a:pos x="wd2" y="hd2"/>
              </a:cxn>
              <a:cxn ang="10800000">
                <a:pos x="wd2" y="hd2"/>
              </a:cxn>
              <a:cxn ang="16200000">
                <a:pos x="wd2" y="hd2"/>
              </a:cxn>
            </a:cxnLst>
            <a:rect l="0" t="0" r="r" b="b"/>
            <a:pathLst>
              <a:path w="21600" h="21600" extrusionOk="0">
                <a:moveTo>
                  <a:pt x="18900" y="17616"/>
                </a:moveTo>
                <a:cubicBezTo>
                  <a:pt x="2314" y="17616"/>
                  <a:pt x="2314" y="17616"/>
                  <a:pt x="2314" y="17616"/>
                </a:cubicBezTo>
                <a:cubicBezTo>
                  <a:pt x="2314" y="3565"/>
                  <a:pt x="2314" y="3565"/>
                  <a:pt x="2314" y="3565"/>
                </a:cubicBezTo>
                <a:cubicBezTo>
                  <a:pt x="18900" y="3565"/>
                  <a:pt x="18900" y="3565"/>
                  <a:pt x="18900" y="3565"/>
                </a:cubicBezTo>
                <a:lnTo>
                  <a:pt x="18900" y="17616"/>
                </a:lnTo>
                <a:close/>
                <a:moveTo>
                  <a:pt x="10800" y="20342"/>
                </a:moveTo>
                <a:cubicBezTo>
                  <a:pt x="10029" y="20342"/>
                  <a:pt x="9257" y="19922"/>
                  <a:pt x="9257" y="19503"/>
                </a:cubicBezTo>
                <a:cubicBezTo>
                  <a:pt x="9257" y="19083"/>
                  <a:pt x="10029" y="18664"/>
                  <a:pt x="10800" y="18664"/>
                </a:cubicBezTo>
                <a:cubicBezTo>
                  <a:pt x="11571" y="18664"/>
                  <a:pt x="12343" y="19083"/>
                  <a:pt x="12343" y="19503"/>
                </a:cubicBezTo>
                <a:cubicBezTo>
                  <a:pt x="12343" y="19922"/>
                  <a:pt x="11571" y="20342"/>
                  <a:pt x="10800" y="20342"/>
                </a:cubicBezTo>
                <a:close/>
                <a:moveTo>
                  <a:pt x="10800" y="1468"/>
                </a:moveTo>
                <a:cubicBezTo>
                  <a:pt x="11186" y="1468"/>
                  <a:pt x="11186" y="1678"/>
                  <a:pt x="11186" y="1887"/>
                </a:cubicBezTo>
                <a:cubicBezTo>
                  <a:pt x="11186" y="2097"/>
                  <a:pt x="11186" y="2307"/>
                  <a:pt x="10800" y="2307"/>
                </a:cubicBezTo>
                <a:cubicBezTo>
                  <a:pt x="10414" y="2307"/>
                  <a:pt x="10029" y="2097"/>
                  <a:pt x="10029" y="1887"/>
                </a:cubicBezTo>
                <a:cubicBezTo>
                  <a:pt x="10029" y="1678"/>
                  <a:pt x="10414" y="1468"/>
                  <a:pt x="10800" y="1468"/>
                </a:cubicBezTo>
                <a:close/>
                <a:moveTo>
                  <a:pt x="10414" y="0"/>
                </a:moveTo>
                <a:cubicBezTo>
                  <a:pt x="5400" y="0"/>
                  <a:pt x="0" y="210"/>
                  <a:pt x="0" y="2936"/>
                </a:cubicBezTo>
                <a:cubicBezTo>
                  <a:pt x="0" y="3984"/>
                  <a:pt x="0" y="17825"/>
                  <a:pt x="0" y="18664"/>
                </a:cubicBezTo>
                <a:cubicBezTo>
                  <a:pt x="0" y="21390"/>
                  <a:pt x="6171" y="21600"/>
                  <a:pt x="10800" y="21600"/>
                </a:cubicBezTo>
                <a:cubicBezTo>
                  <a:pt x="15043" y="21600"/>
                  <a:pt x="21600" y="21390"/>
                  <a:pt x="21600" y="18664"/>
                </a:cubicBezTo>
                <a:cubicBezTo>
                  <a:pt x="21600" y="17616"/>
                  <a:pt x="21600" y="3984"/>
                  <a:pt x="21600" y="2936"/>
                </a:cubicBezTo>
                <a:cubicBezTo>
                  <a:pt x="21600" y="210"/>
                  <a:pt x="15814" y="0"/>
                  <a:pt x="10414"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41" name="Shape"/>
          <p:cNvSpPr/>
          <p:nvPr/>
        </p:nvSpPr>
        <p:spPr>
          <a:xfrm>
            <a:off x="8561528" y="8504641"/>
            <a:ext cx="287065" cy="390406"/>
          </a:xfrm>
          <a:custGeom>
            <a:avLst/>
            <a:gdLst/>
            <a:ahLst/>
            <a:cxnLst>
              <a:cxn ang="0">
                <a:pos x="wd2" y="hd2"/>
              </a:cxn>
              <a:cxn ang="5400000">
                <a:pos x="wd2" y="hd2"/>
              </a:cxn>
              <a:cxn ang="10800000">
                <a:pos x="wd2" y="hd2"/>
              </a:cxn>
              <a:cxn ang="16200000">
                <a:pos x="wd2" y="hd2"/>
              </a:cxn>
            </a:cxnLst>
            <a:rect l="0" t="0" r="r" b="b"/>
            <a:pathLst>
              <a:path w="21600" h="21600" extrusionOk="0">
                <a:moveTo>
                  <a:pt x="12843" y="15309"/>
                </a:moveTo>
                <a:cubicBezTo>
                  <a:pt x="12843" y="14470"/>
                  <a:pt x="11968" y="13841"/>
                  <a:pt x="10800" y="13841"/>
                </a:cubicBezTo>
                <a:cubicBezTo>
                  <a:pt x="9632" y="13841"/>
                  <a:pt x="8757" y="14470"/>
                  <a:pt x="8757" y="15309"/>
                </a:cubicBezTo>
                <a:cubicBezTo>
                  <a:pt x="8757" y="15728"/>
                  <a:pt x="9049" y="16148"/>
                  <a:pt x="9341" y="16357"/>
                </a:cubicBezTo>
                <a:cubicBezTo>
                  <a:pt x="9632" y="16567"/>
                  <a:pt x="9924" y="16777"/>
                  <a:pt x="9924" y="17196"/>
                </a:cubicBezTo>
                <a:cubicBezTo>
                  <a:pt x="9924" y="18454"/>
                  <a:pt x="9924" y="18454"/>
                  <a:pt x="9924" y="18454"/>
                </a:cubicBezTo>
                <a:cubicBezTo>
                  <a:pt x="11676" y="18454"/>
                  <a:pt x="11676" y="18454"/>
                  <a:pt x="11676" y="18454"/>
                </a:cubicBezTo>
                <a:cubicBezTo>
                  <a:pt x="11676" y="17196"/>
                  <a:pt x="11676" y="17196"/>
                  <a:pt x="11676" y="17196"/>
                </a:cubicBezTo>
                <a:cubicBezTo>
                  <a:pt x="11676" y="16777"/>
                  <a:pt x="11676" y="16567"/>
                  <a:pt x="11968" y="16357"/>
                </a:cubicBezTo>
                <a:cubicBezTo>
                  <a:pt x="12551" y="16148"/>
                  <a:pt x="12843" y="15728"/>
                  <a:pt x="12843" y="15309"/>
                </a:cubicBezTo>
                <a:close/>
                <a:moveTo>
                  <a:pt x="21600" y="10695"/>
                </a:moveTo>
                <a:cubicBezTo>
                  <a:pt x="21600" y="21600"/>
                  <a:pt x="21600" y="21600"/>
                  <a:pt x="21600" y="21600"/>
                </a:cubicBezTo>
                <a:cubicBezTo>
                  <a:pt x="0" y="21600"/>
                  <a:pt x="0" y="21600"/>
                  <a:pt x="0" y="21600"/>
                </a:cubicBezTo>
                <a:cubicBezTo>
                  <a:pt x="0" y="10695"/>
                  <a:pt x="0" y="10695"/>
                  <a:pt x="0" y="10695"/>
                </a:cubicBezTo>
                <a:lnTo>
                  <a:pt x="21600" y="10695"/>
                </a:lnTo>
                <a:close/>
                <a:moveTo>
                  <a:pt x="6422" y="9227"/>
                </a:moveTo>
                <a:cubicBezTo>
                  <a:pt x="2627" y="9227"/>
                  <a:pt x="2627" y="9227"/>
                  <a:pt x="2627" y="9227"/>
                </a:cubicBezTo>
                <a:cubicBezTo>
                  <a:pt x="2627" y="5872"/>
                  <a:pt x="2627" y="5872"/>
                  <a:pt x="2627" y="5872"/>
                </a:cubicBezTo>
                <a:cubicBezTo>
                  <a:pt x="2627" y="2726"/>
                  <a:pt x="6422" y="0"/>
                  <a:pt x="10800" y="0"/>
                </a:cubicBezTo>
                <a:cubicBezTo>
                  <a:pt x="15178" y="0"/>
                  <a:pt x="18681" y="2726"/>
                  <a:pt x="18681" y="5872"/>
                </a:cubicBezTo>
                <a:cubicBezTo>
                  <a:pt x="18681" y="9227"/>
                  <a:pt x="18681" y="9227"/>
                  <a:pt x="18681" y="9227"/>
                </a:cubicBezTo>
                <a:cubicBezTo>
                  <a:pt x="15178" y="9227"/>
                  <a:pt x="15178" y="9227"/>
                  <a:pt x="15178" y="9227"/>
                </a:cubicBezTo>
                <a:cubicBezTo>
                  <a:pt x="15178" y="5872"/>
                  <a:pt x="15178" y="5872"/>
                  <a:pt x="15178" y="5872"/>
                </a:cubicBezTo>
                <a:cubicBezTo>
                  <a:pt x="15178" y="4194"/>
                  <a:pt x="13135" y="2726"/>
                  <a:pt x="10800" y="2726"/>
                </a:cubicBezTo>
                <a:cubicBezTo>
                  <a:pt x="8173" y="2726"/>
                  <a:pt x="6422" y="4194"/>
                  <a:pt x="6422" y="5872"/>
                </a:cubicBezTo>
                <a:lnTo>
                  <a:pt x="6422" y="9227"/>
                </a:lnTo>
                <a:close/>
              </a:path>
            </a:pathLst>
          </a:custGeom>
          <a:solidFill>
            <a:schemeClr val="accent4">
              <a:lumOff val="58054"/>
            </a:schemeClr>
          </a:solidFill>
          <a:ln w="12700">
            <a:miter lim="400000"/>
          </a:ln>
        </p:spPr>
        <p:txBody>
          <a:bodyPr lIns="109727" tIns="109727" rIns="109727" bIns="109727"/>
          <a:lstStyle/>
          <a:p>
            <a:endParaRPr/>
          </a:p>
        </p:txBody>
      </p:sp>
      <p:sp>
        <p:nvSpPr>
          <p:cNvPr id="542" name="Shape"/>
          <p:cNvSpPr/>
          <p:nvPr/>
        </p:nvSpPr>
        <p:spPr>
          <a:xfrm>
            <a:off x="9394648" y="9461494"/>
            <a:ext cx="401890" cy="355962"/>
          </a:xfrm>
          <a:custGeom>
            <a:avLst/>
            <a:gdLst/>
            <a:ahLst/>
            <a:cxnLst>
              <a:cxn ang="0">
                <a:pos x="wd2" y="hd2"/>
              </a:cxn>
              <a:cxn ang="5400000">
                <a:pos x="wd2" y="hd2"/>
              </a:cxn>
              <a:cxn ang="10800000">
                <a:pos x="wd2" y="hd2"/>
              </a:cxn>
              <a:cxn ang="16200000">
                <a:pos x="wd2" y="hd2"/>
              </a:cxn>
            </a:cxnLst>
            <a:rect l="0" t="0" r="r" b="b"/>
            <a:pathLst>
              <a:path w="21600" h="21600" extrusionOk="0">
                <a:moveTo>
                  <a:pt x="9257" y="16723"/>
                </a:moveTo>
                <a:lnTo>
                  <a:pt x="9257" y="9755"/>
                </a:lnTo>
                <a:lnTo>
                  <a:pt x="14194" y="13239"/>
                </a:lnTo>
                <a:lnTo>
                  <a:pt x="9257" y="16723"/>
                </a:lnTo>
                <a:close/>
                <a:moveTo>
                  <a:pt x="3086" y="18813"/>
                </a:moveTo>
                <a:lnTo>
                  <a:pt x="3086" y="6968"/>
                </a:lnTo>
                <a:lnTo>
                  <a:pt x="18514" y="6968"/>
                </a:lnTo>
                <a:lnTo>
                  <a:pt x="18514" y="18813"/>
                </a:lnTo>
                <a:lnTo>
                  <a:pt x="3086" y="18813"/>
                </a:lnTo>
                <a:close/>
                <a:moveTo>
                  <a:pt x="11726" y="4877"/>
                </a:moveTo>
                <a:lnTo>
                  <a:pt x="14811" y="1394"/>
                </a:lnTo>
                <a:lnTo>
                  <a:pt x="14194" y="0"/>
                </a:lnTo>
                <a:lnTo>
                  <a:pt x="11109" y="4181"/>
                </a:lnTo>
                <a:lnTo>
                  <a:pt x="7406" y="0"/>
                </a:lnTo>
                <a:lnTo>
                  <a:pt x="6789" y="1394"/>
                </a:lnTo>
                <a:lnTo>
                  <a:pt x="9874" y="4877"/>
                </a:lnTo>
                <a:lnTo>
                  <a:pt x="0" y="4877"/>
                </a:lnTo>
                <a:lnTo>
                  <a:pt x="0" y="21600"/>
                </a:lnTo>
                <a:lnTo>
                  <a:pt x="21600" y="21600"/>
                </a:lnTo>
                <a:lnTo>
                  <a:pt x="21600" y="4877"/>
                </a:lnTo>
                <a:lnTo>
                  <a:pt x="11726" y="4877"/>
                </a:lnTo>
                <a:close/>
              </a:path>
            </a:pathLst>
          </a:custGeom>
          <a:solidFill>
            <a:schemeClr val="accent4">
              <a:lumOff val="58054"/>
            </a:schemeClr>
          </a:solidFill>
          <a:ln w="12700">
            <a:miter lim="400000"/>
          </a:ln>
        </p:spPr>
        <p:txBody>
          <a:bodyPr lIns="109727" tIns="109727" rIns="109727" bIns="109727"/>
          <a:lstStyle/>
          <a:p>
            <a:endParaRPr/>
          </a:p>
        </p:txBody>
      </p:sp>
      <p:sp>
        <p:nvSpPr>
          <p:cNvPr id="543" name="Shape"/>
          <p:cNvSpPr/>
          <p:nvPr/>
        </p:nvSpPr>
        <p:spPr>
          <a:xfrm>
            <a:off x="1613766" y="11421728"/>
            <a:ext cx="401891" cy="355962"/>
          </a:xfrm>
          <a:custGeom>
            <a:avLst/>
            <a:gdLst/>
            <a:ahLst/>
            <a:cxnLst>
              <a:cxn ang="0">
                <a:pos x="wd2" y="hd2"/>
              </a:cxn>
              <a:cxn ang="5400000">
                <a:pos x="wd2" y="hd2"/>
              </a:cxn>
              <a:cxn ang="10800000">
                <a:pos x="wd2" y="hd2"/>
              </a:cxn>
              <a:cxn ang="16200000">
                <a:pos x="wd2" y="hd2"/>
              </a:cxn>
            </a:cxnLst>
            <a:rect l="0" t="0" r="r" b="b"/>
            <a:pathLst>
              <a:path w="21600" h="21600" extrusionOk="0">
                <a:moveTo>
                  <a:pt x="15728" y="8687"/>
                </a:moveTo>
                <a:cubicBezTo>
                  <a:pt x="15309" y="9157"/>
                  <a:pt x="14470" y="9157"/>
                  <a:pt x="14050" y="8687"/>
                </a:cubicBezTo>
                <a:cubicBezTo>
                  <a:pt x="13421" y="8217"/>
                  <a:pt x="13421" y="7278"/>
                  <a:pt x="14050" y="6574"/>
                </a:cubicBezTo>
                <a:cubicBezTo>
                  <a:pt x="14470" y="6104"/>
                  <a:pt x="15309" y="6104"/>
                  <a:pt x="15728" y="6574"/>
                </a:cubicBezTo>
                <a:cubicBezTo>
                  <a:pt x="16148" y="7278"/>
                  <a:pt x="16148" y="8217"/>
                  <a:pt x="15728" y="8687"/>
                </a:cubicBezTo>
                <a:close/>
                <a:moveTo>
                  <a:pt x="14889" y="3052"/>
                </a:moveTo>
                <a:cubicBezTo>
                  <a:pt x="15938" y="3052"/>
                  <a:pt x="16986" y="3522"/>
                  <a:pt x="17825" y="4461"/>
                </a:cubicBezTo>
                <a:cubicBezTo>
                  <a:pt x="18454" y="5400"/>
                  <a:pt x="18874" y="6574"/>
                  <a:pt x="18874" y="7748"/>
                </a:cubicBezTo>
                <a:cubicBezTo>
                  <a:pt x="17406" y="7748"/>
                  <a:pt x="17406" y="7748"/>
                  <a:pt x="17406" y="7748"/>
                </a:cubicBezTo>
                <a:cubicBezTo>
                  <a:pt x="17406" y="7043"/>
                  <a:pt x="17196" y="6339"/>
                  <a:pt x="16567" y="5635"/>
                </a:cubicBezTo>
                <a:cubicBezTo>
                  <a:pt x="16148" y="5165"/>
                  <a:pt x="15518" y="4930"/>
                  <a:pt x="14889" y="4930"/>
                </a:cubicBezTo>
                <a:lnTo>
                  <a:pt x="14889" y="3052"/>
                </a:lnTo>
                <a:close/>
                <a:moveTo>
                  <a:pt x="14889" y="1643"/>
                </a:moveTo>
                <a:cubicBezTo>
                  <a:pt x="16148" y="1643"/>
                  <a:pt x="17616" y="2348"/>
                  <a:pt x="18664" y="3522"/>
                </a:cubicBezTo>
                <a:cubicBezTo>
                  <a:pt x="19713" y="4696"/>
                  <a:pt x="20132" y="6104"/>
                  <a:pt x="20132" y="7748"/>
                </a:cubicBezTo>
                <a:cubicBezTo>
                  <a:pt x="21600" y="7748"/>
                  <a:pt x="21600" y="7748"/>
                  <a:pt x="21600" y="7748"/>
                </a:cubicBezTo>
                <a:cubicBezTo>
                  <a:pt x="21600" y="5635"/>
                  <a:pt x="20971" y="3757"/>
                  <a:pt x="19713" y="2348"/>
                </a:cubicBezTo>
                <a:cubicBezTo>
                  <a:pt x="18454" y="704"/>
                  <a:pt x="16567" y="0"/>
                  <a:pt x="14889" y="0"/>
                </a:cubicBezTo>
                <a:lnTo>
                  <a:pt x="14889" y="1643"/>
                </a:lnTo>
                <a:close/>
                <a:moveTo>
                  <a:pt x="18454" y="9391"/>
                </a:moveTo>
                <a:cubicBezTo>
                  <a:pt x="18454" y="15261"/>
                  <a:pt x="18454" y="15261"/>
                  <a:pt x="18454" y="15261"/>
                </a:cubicBezTo>
                <a:cubicBezTo>
                  <a:pt x="2097" y="15261"/>
                  <a:pt x="2097" y="15261"/>
                  <a:pt x="2097" y="15261"/>
                </a:cubicBezTo>
                <a:cubicBezTo>
                  <a:pt x="2097" y="3522"/>
                  <a:pt x="2097" y="3522"/>
                  <a:pt x="2097" y="3522"/>
                </a:cubicBezTo>
                <a:cubicBezTo>
                  <a:pt x="13421" y="3522"/>
                  <a:pt x="13421" y="3522"/>
                  <a:pt x="13421" y="3522"/>
                </a:cubicBezTo>
                <a:cubicBezTo>
                  <a:pt x="13421" y="1174"/>
                  <a:pt x="13421" y="1174"/>
                  <a:pt x="13421" y="1174"/>
                </a:cubicBezTo>
                <a:cubicBezTo>
                  <a:pt x="0" y="1174"/>
                  <a:pt x="0" y="1174"/>
                  <a:pt x="0" y="1174"/>
                </a:cubicBezTo>
                <a:cubicBezTo>
                  <a:pt x="0" y="17609"/>
                  <a:pt x="0" y="17609"/>
                  <a:pt x="0" y="17609"/>
                </a:cubicBezTo>
                <a:cubicBezTo>
                  <a:pt x="20551" y="17609"/>
                  <a:pt x="20551" y="17609"/>
                  <a:pt x="20551" y="17609"/>
                </a:cubicBezTo>
                <a:cubicBezTo>
                  <a:pt x="20551" y="9391"/>
                  <a:pt x="20551" y="9391"/>
                  <a:pt x="20551" y="9391"/>
                </a:cubicBezTo>
                <a:lnTo>
                  <a:pt x="18454" y="9391"/>
                </a:lnTo>
                <a:close/>
                <a:moveTo>
                  <a:pt x="5243" y="19252"/>
                </a:moveTo>
                <a:cubicBezTo>
                  <a:pt x="15518" y="19252"/>
                  <a:pt x="15518" y="19252"/>
                  <a:pt x="15518" y="19252"/>
                </a:cubicBezTo>
                <a:cubicBezTo>
                  <a:pt x="14470" y="20661"/>
                  <a:pt x="12583" y="21600"/>
                  <a:pt x="10276" y="21600"/>
                </a:cubicBezTo>
                <a:cubicBezTo>
                  <a:pt x="8179" y="21600"/>
                  <a:pt x="6291" y="20661"/>
                  <a:pt x="5243" y="19252"/>
                </a:cubicBezTo>
                <a:close/>
              </a:path>
            </a:pathLst>
          </a:custGeom>
          <a:solidFill>
            <a:schemeClr val="accent4">
              <a:lumOff val="58054"/>
            </a:schemeClr>
          </a:solidFill>
          <a:ln w="12700">
            <a:miter lim="400000"/>
          </a:ln>
        </p:spPr>
        <p:txBody>
          <a:bodyPr lIns="109727" tIns="109727" rIns="109727" bIns="109727"/>
          <a:lstStyle/>
          <a:p>
            <a:endParaRPr/>
          </a:p>
        </p:txBody>
      </p:sp>
      <p:sp>
        <p:nvSpPr>
          <p:cNvPr id="544" name="Shape"/>
          <p:cNvSpPr/>
          <p:nvPr/>
        </p:nvSpPr>
        <p:spPr>
          <a:xfrm>
            <a:off x="11289935" y="10513793"/>
            <a:ext cx="401891" cy="206685"/>
          </a:xfrm>
          <a:custGeom>
            <a:avLst/>
            <a:gdLst/>
            <a:ahLst/>
            <a:cxnLst>
              <a:cxn ang="0">
                <a:pos x="wd2" y="hd2"/>
              </a:cxn>
              <a:cxn ang="5400000">
                <a:pos x="wd2" y="hd2"/>
              </a:cxn>
              <a:cxn ang="10800000">
                <a:pos x="wd2" y="hd2"/>
              </a:cxn>
              <a:cxn ang="16200000">
                <a:pos x="wd2" y="hd2"/>
              </a:cxn>
            </a:cxnLst>
            <a:rect l="0" t="0" r="r" b="b"/>
            <a:pathLst>
              <a:path w="21600" h="21600" extrusionOk="0">
                <a:moveTo>
                  <a:pt x="16567" y="4483"/>
                </a:moveTo>
                <a:cubicBezTo>
                  <a:pt x="18245" y="4483"/>
                  <a:pt x="19293" y="6521"/>
                  <a:pt x="19503" y="9781"/>
                </a:cubicBezTo>
                <a:cubicBezTo>
                  <a:pt x="21600" y="9781"/>
                  <a:pt x="21600" y="9781"/>
                  <a:pt x="21600" y="9781"/>
                </a:cubicBezTo>
                <a:cubicBezTo>
                  <a:pt x="21390" y="4075"/>
                  <a:pt x="19503" y="0"/>
                  <a:pt x="16567" y="0"/>
                </a:cubicBezTo>
                <a:cubicBezTo>
                  <a:pt x="11115" y="0"/>
                  <a:pt x="9227" y="17117"/>
                  <a:pt x="5033" y="17117"/>
                </a:cubicBezTo>
                <a:cubicBezTo>
                  <a:pt x="3565" y="17117"/>
                  <a:pt x="2517" y="15079"/>
                  <a:pt x="2307" y="12226"/>
                </a:cubicBezTo>
                <a:cubicBezTo>
                  <a:pt x="0" y="12226"/>
                  <a:pt x="0" y="12226"/>
                  <a:pt x="0" y="12226"/>
                </a:cubicBezTo>
                <a:cubicBezTo>
                  <a:pt x="419" y="17525"/>
                  <a:pt x="2307" y="21600"/>
                  <a:pt x="5033" y="21600"/>
                </a:cubicBezTo>
                <a:cubicBezTo>
                  <a:pt x="10485" y="21600"/>
                  <a:pt x="12792" y="4483"/>
                  <a:pt x="16567" y="4483"/>
                </a:cubicBezTo>
                <a:close/>
                <a:moveTo>
                  <a:pt x="14470" y="15487"/>
                </a:moveTo>
                <a:cubicBezTo>
                  <a:pt x="14050" y="15079"/>
                  <a:pt x="13631" y="14264"/>
                  <a:pt x="13212" y="13042"/>
                </a:cubicBezTo>
                <a:cubicBezTo>
                  <a:pt x="11953" y="16709"/>
                  <a:pt x="11953" y="16709"/>
                  <a:pt x="11953" y="16709"/>
                </a:cubicBezTo>
                <a:cubicBezTo>
                  <a:pt x="12373" y="17525"/>
                  <a:pt x="12792" y="18340"/>
                  <a:pt x="13212" y="18747"/>
                </a:cubicBezTo>
                <a:lnTo>
                  <a:pt x="14470" y="15487"/>
                </a:lnTo>
                <a:close/>
                <a:moveTo>
                  <a:pt x="629" y="5298"/>
                </a:moveTo>
                <a:cubicBezTo>
                  <a:pt x="419" y="6521"/>
                  <a:pt x="210" y="8151"/>
                  <a:pt x="0" y="9781"/>
                </a:cubicBezTo>
                <a:cubicBezTo>
                  <a:pt x="2307" y="9781"/>
                  <a:pt x="2307" y="9781"/>
                  <a:pt x="2307" y="9781"/>
                </a:cubicBezTo>
                <a:cubicBezTo>
                  <a:pt x="2307" y="8966"/>
                  <a:pt x="2307" y="8558"/>
                  <a:pt x="2517" y="8151"/>
                </a:cubicBezTo>
                <a:lnTo>
                  <a:pt x="629" y="5298"/>
                </a:lnTo>
                <a:close/>
                <a:moveTo>
                  <a:pt x="16567" y="21600"/>
                </a:moveTo>
                <a:cubicBezTo>
                  <a:pt x="16567" y="17117"/>
                  <a:pt x="16567" y="17117"/>
                  <a:pt x="16567" y="17117"/>
                </a:cubicBezTo>
                <a:cubicBezTo>
                  <a:pt x="16148" y="17117"/>
                  <a:pt x="15938" y="17117"/>
                  <a:pt x="15518" y="16709"/>
                </a:cubicBezTo>
                <a:cubicBezTo>
                  <a:pt x="14260" y="20377"/>
                  <a:pt x="14260" y="20377"/>
                  <a:pt x="14260" y="20377"/>
                </a:cubicBezTo>
                <a:cubicBezTo>
                  <a:pt x="14889" y="21192"/>
                  <a:pt x="15728" y="21600"/>
                  <a:pt x="16567" y="21600"/>
                </a:cubicBezTo>
                <a:close/>
                <a:moveTo>
                  <a:pt x="18454" y="15894"/>
                </a:moveTo>
                <a:cubicBezTo>
                  <a:pt x="18245" y="16302"/>
                  <a:pt x="18035" y="16709"/>
                  <a:pt x="17825" y="16709"/>
                </a:cubicBezTo>
                <a:cubicBezTo>
                  <a:pt x="17825" y="21192"/>
                  <a:pt x="17825" y="21192"/>
                  <a:pt x="17825" y="21192"/>
                </a:cubicBezTo>
                <a:cubicBezTo>
                  <a:pt x="18874" y="20785"/>
                  <a:pt x="19503" y="19970"/>
                  <a:pt x="20132" y="18747"/>
                </a:cubicBezTo>
                <a:lnTo>
                  <a:pt x="18454" y="15894"/>
                </a:lnTo>
                <a:close/>
                <a:moveTo>
                  <a:pt x="21600" y="12226"/>
                </a:moveTo>
                <a:cubicBezTo>
                  <a:pt x="19503" y="12226"/>
                  <a:pt x="19503" y="12226"/>
                  <a:pt x="19503" y="12226"/>
                </a:cubicBezTo>
                <a:cubicBezTo>
                  <a:pt x="19503" y="12634"/>
                  <a:pt x="19293" y="13449"/>
                  <a:pt x="19293" y="13857"/>
                </a:cubicBezTo>
                <a:cubicBezTo>
                  <a:pt x="20971" y="16709"/>
                  <a:pt x="20971" y="16709"/>
                  <a:pt x="20971" y="16709"/>
                </a:cubicBezTo>
                <a:cubicBezTo>
                  <a:pt x="21390" y="15487"/>
                  <a:pt x="21600" y="13857"/>
                  <a:pt x="21600" y="12226"/>
                </a:cubicBezTo>
                <a:close/>
                <a:moveTo>
                  <a:pt x="3146" y="5706"/>
                </a:moveTo>
                <a:cubicBezTo>
                  <a:pt x="3355" y="5298"/>
                  <a:pt x="3565" y="4891"/>
                  <a:pt x="3984" y="4891"/>
                </a:cubicBezTo>
                <a:cubicBezTo>
                  <a:pt x="3984" y="408"/>
                  <a:pt x="3984" y="408"/>
                  <a:pt x="3984" y="408"/>
                </a:cubicBezTo>
                <a:cubicBezTo>
                  <a:pt x="2936" y="815"/>
                  <a:pt x="2097" y="1630"/>
                  <a:pt x="1468" y="2853"/>
                </a:cubicBezTo>
                <a:lnTo>
                  <a:pt x="3146" y="5706"/>
                </a:lnTo>
                <a:close/>
                <a:moveTo>
                  <a:pt x="7550" y="1223"/>
                </a:moveTo>
                <a:cubicBezTo>
                  <a:pt x="6920" y="815"/>
                  <a:pt x="6082" y="0"/>
                  <a:pt x="5243" y="0"/>
                </a:cubicBezTo>
                <a:cubicBezTo>
                  <a:pt x="5243" y="4483"/>
                  <a:pt x="5243" y="4483"/>
                  <a:pt x="5243" y="4483"/>
                </a:cubicBezTo>
                <a:cubicBezTo>
                  <a:pt x="5662" y="4483"/>
                  <a:pt x="5872" y="4483"/>
                  <a:pt x="6291" y="4891"/>
                </a:cubicBezTo>
                <a:lnTo>
                  <a:pt x="7550" y="1223"/>
                </a:lnTo>
                <a:close/>
                <a:moveTo>
                  <a:pt x="8598" y="2853"/>
                </a:moveTo>
                <a:cubicBezTo>
                  <a:pt x="9017" y="3668"/>
                  <a:pt x="9437" y="4483"/>
                  <a:pt x="9856" y="5298"/>
                </a:cubicBezTo>
                <a:cubicBezTo>
                  <a:pt x="8388" y="8558"/>
                  <a:pt x="8388" y="8558"/>
                  <a:pt x="8388" y="8558"/>
                </a:cubicBezTo>
                <a:cubicBezTo>
                  <a:pt x="8179" y="7743"/>
                  <a:pt x="7759" y="6928"/>
                  <a:pt x="7340" y="6113"/>
                </a:cubicBezTo>
                <a:lnTo>
                  <a:pt x="8598" y="2853"/>
                </a:lnTo>
                <a:close/>
              </a:path>
            </a:pathLst>
          </a:custGeom>
          <a:solidFill>
            <a:schemeClr val="accent4">
              <a:lumOff val="58054"/>
            </a:schemeClr>
          </a:solidFill>
          <a:ln w="12700">
            <a:miter lim="400000"/>
          </a:ln>
        </p:spPr>
        <p:txBody>
          <a:bodyPr lIns="109727" tIns="109727" rIns="109727" bIns="109727"/>
          <a:lstStyle/>
          <a:p>
            <a:endParaRPr/>
          </a:p>
        </p:txBody>
      </p:sp>
      <p:sp>
        <p:nvSpPr>
          <p:cNvPr id="545" name="Shape"/>
          <p:cNvSpPr/>
          <p:nvPr/>
        </p:nvSpPr>
        <p:spPr>
          <a:xfrm>
            <a:off x="9394648" y="11433212"/>
            <a:ext cx="401890" cy="332994"/>
          </a:xfrm>
          <a:custGeom>
            <a:avLst/>
            <a:gdLst/>
            <a:ahLst/>
            <a:cxnLst>
              <a:cxn ang="0">
                <a:pos x="wd2" y="hd2"/>
              </a:cxn>
              <a:cxn ang="5400000">
                <a:pos x="wd2" y="hd2"/>
              </a:cxn>
              <a:cxn ang="10800000">
                <a:pos x="wd2" y="hd2"/>
              </a:cxn>
              <a:cxn ang="16200000">
                <a:pos x="wd2" y="hd2"/>
              </a:cxn>
            </a:cxnLst>
            <a:rect l="0" t="0" r="r" b="b"/>
            <a:pathLst>
              <a:path w="21600" h="21600" extrusionOk="0">
                <a:moveTo>
                  <a:pt x="16046" y="12662"/>
                </a:moveTo>
                <a:lnTo>
                  <a:pt x="16046" y="19366"/>
                </a:lnTo>
                <a:lnTo>
                  <a:pt x="2469" y="19366"/>
                </a:lnTo>
                <a:lnTo>
                  <a:pt x="2469" y="2234"/>
                </a:lnTo>
                <a:lnTo>
                  <a:pt x="14811" y="2234"/>
                </a:lnTo>
                <a:lnTo>
                  <a:pt x="16663" y="0"/>
                </a:lnTo>
                <a:lnTo>
                  <a:pt x="0" y="0"/>
                </a:lnTo>
                <a:lnTo>
                  <a:pt x="0" y="21600"/>
                </a:lnTo>
                <a:lnTo>
                  <a:pt x="18514" y="21600"/>
                </a:lnTo>
                <a:lnTo>
                  <a:pt x="18514" y="9683"/>
                </a:lnTo>
                <a:lnTo>
                  <a:pt x="16046" y="12662"/>
                </a:lnTo>
                <a:close/>
                <a:moveTo>
                  <a:pt x="21600" y="2979"/>
                </a:moveTo>
                <a:lnTo>
                  <a:pt x="10491" y="17131"/>
                </a:lnTo>
                <a:lnTo>
                  <a:pt x="4320" y="9683"/>
                </a:lnTo>
                <a:lnTo>
                  <a:pt x="6789" y="5959"/>
                </a:lnTo>
                <a:lnTo>
                  <a:pt x="10491" y="10428"/>
                </a:lnTo>
                <a:lnTo>
                  <a:pt x="19131" y="0"/>
                </a:lnTo>
                <a:lnTo>
                  <a:pt x="21600" y="2979"/>
                </a:lnTo>
                <a:close/>
              </a:path>
            </a:pathLst>
          </a:custGeom>
          <a:solidFill>
            <a:schemeClr val="accent4">
              <a:lumOff val="58054"/>
            </a:schemeClr>
          </a:solidFill>
          <a:ln w="12700">
            <a:miter lim="400000"/>
          </a:ln>
        </p:spPr>
        <p:txBody>
          <a:bodyPr lIns="109727" tIns="109727" rIns="109727" bIns="109727"/>
          <a:lstStyle/>
          <a:p>
            <a:endParaRPr/>
          </a:p>
        </p:txBody>
      </p:sp>
      <p:sp>
        <p:nvSpPr>
          <p:cNvPr id="546" name="Shape"/>
          <p:cNvSpPr/>
          <p:nvPr/>
        </p:nvSpPr>
        <p:spPr>
          <a:xfrm>
            <a:off x="9394648" y="12353974"/>
            <a:ext cx="401890" cy="390407"/>
          </a:xfrm>
          <a:custGeom>
            <a:avLst/>
            <a:gdLst/>
            <a:ahLst/>
            <a:cxnLst>
              <a:cxn ang="0">
                <a:pos x="wd2" y="hd2"/>
              </a:cxn>
              <a:cxn ang="5400000">
                <a:pos x="wd2" y="hd2"/>
              </a:cxn>
              <a:cxn ang="10800000">
                <a:pos x="wd2" y="hd2"/>
              </a:cxn>
              <a:cxn ang="16200000">
                <a:pos x="wd2" y="hd2"/>
              </a:cxn>
            </a:cxnLst>
            <a:rect l="0" t="0" r="r" b="b"/>
            <a:pathLst>
              <a:path w="21600" h="21600" extrusionOk="0">
                <a:moveTo>
                  <a:pt x="15938" y="15938"/>
                </a:moveTo>
                <a:cubicBezTo>
                  <a:pt x="6082" y="15938"/>
                  <a:pt x="6082" y="15938"/>
                  <a:pt x="6082" y="15938"/>
                </a:cubicBezTo>
                <a:cubicBezTo>
                  <a:pt x="4194" y="15938"/>
                  <a:pt x="2726" y="14470"/>
                  <a:pt x="2726" y="12583"/>
                </a:cubicBezTo>
                <a:cubicBezTo>
                  <a:pt x="2726" y="11324"/>
                  <a:pt x="3565" y="10066"/>
                  <a:pt x="4614" y="9647"/>
                </a:cubicBezTo>
                <a:cubicBezTo>
                  <a:pt x="4614" y="8388"/>
                  <a:pt x="5662" y="7340"/>
                  <a:pt x="6920" y="7340"/>
                </a:cubicBezTo>
                <a:cubicBezTo>
                  <a:pt x="7340" y="7340"/>
                  <a:pt x="7759" y="7550"/>
                  <a:pt x="8179" y="7759"/>
                </a:cubicBezTo>
                <a:cubicBezTo>
                  <a:pt x="9017" y="6291"/>
                  <a:pt x="10276" y="5452"/>
                  <a:pt x="11953" y="5452"/>
                </a:cubicBezTo>
                <a:cubicBezTo>
                  <a:pt x="14470" y="5452"/>
                  <a:pt x="16357" y="7340"/>
                  <a:pt x="16357" y="9856"/>
                </a:cubicBezTo>
                <a:cubicBezTo>
                  <a:pt x="17825" y="10066"/>
                  <a:pt x="18874" y="11324"/>
                  <a:pt x="18874" y="12792"/>
                </a:cubicBezTo>
                <a:cubicBezTo>
                  <a:pt x="18874" y="14470"/>
                  <a:pt x="17616" y="15938"/>
                  <a:pt x="15938" y="15938"/>
                </a:cubicBezTo>
                <a:close/>
                <a:moveTo>
                  <a:pt x="19083" y="0"/>
                </a:moveTo>
                <a:cubicBezTo>
                  <a:pt x="2726" y="0"/>
                  <a:pt x="2726" y="0"/>
                  <a:pt x="2726" y="0"/>
                </a:cubicBezTo>
                <a:cubicBezTo>
                  <a:pt x="1258" y="0"/>
                  <a:pt x="0" y="1258"/>
                  <a:pt x="0" y="2726"/>
                </a:cubicBezTo>
                <a:cubicBezTo>
                  <a:pt x="0" y="19083"/>
                  <a:pt x="0" y="19083"/>
                  <a:pt x="0" y="19083"/>
                </a:cubicBezTo>
                <a:cubicBezTo>
                  <a:pt x="0" y="20551"/>
                  <a:pt x="1258" y="21600"/>
                  <a:pt x="2726" y="21600"/>
                </a:cubicBezTo>
                <a:cubicBezTo>
                  <a:pt x="19083" y="21600"/>
                  <a:pt x="19083" y="21600"/>
                  <a:pt x="19083" y="21600"/>
                </a:cubicBezTo>
                <a:cubicBezTo>
                  <a:pt x="20551" y="21600"/>
                  <a:pt x="21600" y="20551"/>
                  <a:pt x="21600" y="19083"/>
                </a:cubicBezTo>
                <a:cubicBezTo>
                  <a:pt x="21600" y="2726"/>
                  <a:pt x="21600" y="2726"/>
                  <a:pt x="21600" y="2726"/>
                </a:cubicBezTo>
                <a:cubicBezTo>
                  <a:pt x="21600" y="1258"/>
                  <a:pt x="20551" y="0"/>
                  <a:pt x="19083"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47" name="Shape"/>
          <p:cNvSpPr/>
          <p:nvPr/>
        </p:nvSpPr>
        <p:spPr>
          <a:xfrm>
            <a:off x="10340309" y="5676020"/>
            <a:ext cx="390406" cy="401891"/>
          </a:xfrm>
          <a:custGeom>
            <a:avLst/>
            <a:gdLst/>
            <a:ahLst/>
            <a:cxnLst>
              <a:cxn ang="0">
                <a:pos x="wd2" y="hd2"/>
              </a:cxn>
              <a:cxn ang="5400000">
                <a:pos x="wd2" y="hd2"/>
              </a:cxn>
              <a:cxn ang="10800000">
                <a:pos x="wd2" y="hd2"/>
              </a:cxn>
              <a:cxn ang="16200000">
                <a:pos x="wd2" y="hd2"/>
              </a:cxn>
            </a:cxnLst>
            <a:rect l="0" t="0" r="r" b="b"/>
            <a:pathLst>
              <a:path w="21600" h="21600" extrusionOk="0">
                <a:moveTo>
                  <a:pt x="19922" y="13421"/>
                </a:moveTo>
                <a:cubicBezTo>
                  <a:pt x="21600" y="13421"/>
                  <a:pt x="21600" y="13421"/>
                  <a:pt x="21600" y="13421"/>
                </a:cubicBezTo>
                <a:cubicBezTo>
                  <a:pt x="21600" y="8179"/>
                  <a:pt x="21600" y="8179"/>
                  <a:pt x="21600" y="8179"/>
                </a:cubicBezTo>
                <a:cubicBezTo>
                  <a:pt x="19922" y="8179"/>
                  <a:pt x="19922" y="8179"/>
                  <a:pt x="19922" y="8179"/>
                </a:cubicBezTo>
                <a:lnTo>
                  <a:pt x="19922" y="13421"/>
                </a:lnTo>
                <a:close/>
                <a:moveTo>
                  <a:pt x="19922" y="19713"/>
                </a:moveTo>
                <a:cubicBezTo>
                  <a:pt x="17616" y="19713"/>
                  <a:pt x="17616" y="19713"/>
                  <a:pt x="17616" y="19713"/>
                </a:cubicBezTo>
                <a:cubicBezTo>
                  <a:pt x="17616" y="21600"/>
                  <a:pt x="17616" y="21600"/>
                  <a:pt x="17616" y="21600"/>
                </a:cubicBezTo>
                <a:cubicBezTo>
                  <a:pt x="21600" y="21600"/>
                  <a:pt x="21600" y="21600"/>
                  <a:pt x="21600" y="21600"/>
                </a:cubicBezTo>
                <a:cubicBezTo>
                  <a:pt x="21600" y="15099"/>
                  <a:pt x="21600" y="15099"/>
                  <a:pt x="21600" y="15099"/>
                </a:cubicBezTo>
                <a:cubicBezTo>
                  <a:pt x="19922" y="15099"/>
                  <a:pt x="19922" y="15099"/>
                  <a:pt x="19922" y="15099"/>
                </a:cubicBezTo>
                <a:lnTo>
                  <a:pt x="19922" y="19713"/>
                </a:lnTo>
                <a:close/>
                <a:moveTo>
                  <a:pt x="17616" y="0"/>
                </a:moveTo>
                <a:cubicBezTo>
                  <a:pt x="17616" y="1887"/>
                  <a:pt x="17616" y="1887"/>
                  <a:pt x="17616" y="1887"/>
                </a:cubicBezTo>
                <a:cubicBezTo>
                  <a:pt x="19922" y="1887"/>
                  <a:pt x="19922" y="1887"/>
                  <a:pt x="19922" y="1887"/>
                </a:cubicBezTo>
                <a:cubicBezTo>
                  <a:pt x="19922" y="6291"/>
                  <a:pt x="19922" y="6291"/>
                  <a:pt x="19922" y="6291"/>
                </a:cubicBezTo>
                <a:cubicBezTo>
                  <a:pt x="21600" y="6291"/>
                  <a:pt x="21600" y="6291"/>
                  <a:pt x="21600" y="6291"/>
                </a:cubicBezTo>
                <a:cubicBezTo>
                  <a:pt x="21600" y="0"/>
                  <a:pt x="21600" y="0"/>
                  <a:pt x="21600" y="0"/>
                </a:cubicBezTo>
                <a:cubicBezTo>
                  <a:pt x="17616" y="0"/>
                  <a:pt x="17616" y="0"/>
                  <a:pt x="17616" y="0"/>
                </a:cubicBezTo>
                <a:close/>
                <a:moveTo>
                  <a:pt x="4194" y="19713"/>
                </a:moveTo>
                <a:cubicBezTo>
                  <a:pt x="4194" y="19713"/>
                  <a:pt x="4194" y="19713"/>
                  <a:pt x="4194" y="19713"/>
                </a:cubicBezTo>
                <a:cubicBezTo>
                  <a:pt x="1887" y="19713"/>
                  <a:pt x="1887" y="19713"/>
                  <a:pt x="1887" y="19713"/>
                </a:cubicBezTo>
                <a:cubicBezTo>
                  <a:pt x="1887" y="15099"/>
                  <a:pt x="1887" y="15099"/>
                  <a:pt x="1887" y="15099"/>
                </a:cubicBezTo>
                <a:cubicBezTo>
                  <a:pt x="0" y="15099"/>
                  <a:pt x="0" y="15099"/>
                  <a:pt x="0" y="15099"/>
                </a:cubicBezTo>
                <a:cubicBezTo>
                  <a:pt x="0" y="21600"/>
                  <a:pt x="0" y="21600"/>
                  <a:pt x="0" y="21600"/>
                </a:cubicBezTo>
                <a:cubicBezTo>
                  <a:pt x="4194" y="21600"/>
                  <a:pt x="4194" y="21600"/>
                  <a:pt x="4194" y="21600"/>
                </a:cubicBezTo>
                <a:lnTo>
                  <a:pt x="4194" y="19713"/>
                </a:lnTo>
                <a:close/>
                <a:moveTo>
                  <a:pt x="1887" y="1887"/>
                </a:moveTo>
                <a:cubicBezTo>
                  <a:pt x="4194" y="1887"/>
                  <a:pt x="4194" y="1887"/>
                  <a:pt x="4194" y="1887"/>
                </a:cubicBezTo>
                <a:cubicBezTo>
                  <a:pt x="4194" y="0"/>
                  <a:pt x="4194" y="0"/>
                  <a:pt x="4194" y="0"/>
                </a:cubicBezTo>
                <a:cubicBezTo>
                  <a:pt x="0" y="0"/>
                  <a:pt x="0" y="0"/>
                  <a:pt x="0" y="0"/>
                </a:cubicBezTo>
                <a:cubicBezTo>
                  <a:pt x="0" y="6291"/>
                  <a:pt x="0" y="6291"/>
                  <a:pt x="0" y="6291"/>
                </a:cubicBezTo>
                <a:cubicBezTo>
                  <a:pt x="1887" y="6291"/>
                  <a:pt x="1887" y="6291"/>
                  <a:pt x="1887" y="6291"/>
                </a:cubicBezTo>
                <a:lnTo>
                  <a:pt x="1887" y="1887"/>
                </a:lnTo>
                <a:close/>
                <a:moveTo>
                  <a:pt x="1887" y="8179"/>
                </a:moveTo>
                <a:cubicBezTo>
                  <a:pt x="0" y="8179"/>
                  <a:pt x="0" y="8179"/>
                  <a:pt x="0" y="8179"/>
                </a:cubicBezTo>
                <a:cubicBezTo>
                  <a:pt x="0" y="13421"/>
                  <a:pt x="0" y="13421"/>
                  <a:pt x="0" y="13421"/>
                </a:cubicBezTo>
                <a:cubicBezTo>
                  <a:pt x="1887" y="13421"/>
                  <a:pt x="1887" y="13421"/>
                  <a:pt x="1887" y="13421"/>
                </a:cubicBezTo>
                <a:lnTo>
                  <a:pt x="1887" y="8179"/>
                </a:lnTo>
                <a:close/>
                <a:moveTo>
                  <a:pt x="12373" y="2726"/>
                </a:moveTo>
                <a:cubicBezTo>
                  <a:pt x="12373" y="10066"/>
                  <a:pt x="12373" y="10066"/>
                  <a:pt x="12373" y="10066"/>
                </a:cubicBezTo>
                <a:cubicBezTo>
                  <a:pt x="14470" y="10066"/>
                  <a:pt x="14470" y="10066"/>
                  <a:pt x="14470" y="10066"/>
                </a:cubicBezTo>
                <a:cubicBezTo>
                  <a:pt x="14470" y="11534"/>
                  <a:pt x="14470" y="11534"/>
                  <a:pt x="14470" y="11534"/>
                </a:cubicBezTo>
                <a:cubicBezTo>
                  <a:pt x="12373" y="11534"/>
                  <a:pt x="12373" y="11534"/>
                  <a:pt x="12373" y="11534"/>
                </a:cubicBezTo>
                <a:cubicBezTo>
                  <a:pt x="12373" y="18874"/>
                  <a:pt x="12373" y="18874"/>
                  <a:pt x="12373" y="18874"/>
                </a:cubicBezTo>
                <a:cubicBezTo>
                  <a:pt x="12373" y="19293"/>
                  <a:pt x="12792" y="19713"/>
                  <a:pt x="13212" y="19713"/>
                </a:cubicBezTo>
                <a:cubicBezTo>
                  <a:pt x="15309" y="19713"/>
                  <a:pt x="15309" y="19713"/>
                  <a:pt x="15309" y="19713"/>
                </a:cubicBezTo>
                <a:cubicBezTo>
                  <a:pt x="15309" y="21600"/>
                  <a:pt x="15309" y="21600"/>
                  <a:pt x="15309" y="21600"/>
                </a:cubicBezTo>
                <a:cubicBezTo>
                  <a:pt x="12792" y="21600"/>
                  <a:pt x="12792" y="21600"/>
                  <a:pt x="12792" y="21600"/>
                </a:cubicBezTo>
                <a:cubicBezTo>
                  <a:pt x="11953" y="21600"/>
                  <a:pt x="11324" y="21181"/>
                  <a:pt x="10905" y="20761"/>
                </a:cubicBezTo>
                <a:cubicBezTo>
                  <a:pt x="10905" y="20761"/>
                  <a:pt x="10905" y="20761"/>
                  <a:pt x="10905" y="20761"/>
                </a:cubicBezTo>
                <a:cubicBezTo>
                  <a:pt x="10485" y="21181"/>
                  <a:pt x="9856" y="21600"/>
                  <a:pt x="9017" y="21600"/>
                </a:cubicBezTo>
                <a:cubicBezTo>
                  <a:pt x="6501" y="21600"/>
                  <a:pt x="6501" y="21600"/>
                  <a:pt x="6501" y="21600"/>
                </a:cubicBezTo>
                <a:cubicBezTo>
                  <a:pt x="6501" y="19713"/>
                  <a:pt x="6501" y="19713"/>
                  <a:pt x="6501" y="19713"/>
                </a:cubicBezTo>
                <a:cubicBezTo>
                  <a:pt x="8598" y="19713"/>
                  <a:pt x="8598" y="19713"/>
                  <a:pt x="8598" y="19713"/>
                </a:cubicBezTo>
                <a:cubicBezTo>
                  <a:pt x="9017" y="19713"/>
                  <a:pt x="9437" y="19293"/>
                  <a:pt x="9437" y="18874"/>
                </a:cubicBezTo>
                <a:cubicBezTo>
                  <a:pt x="9437" y="11534"/>
                  <a:pt x="9437" y="11534"/>
                  <a:pt x="9437" y="11534"/>
                </a:cubicBezTo>
                <a:cubicBezTo>
                  <a:pt x="7340" y="11534"/>
                  <a:pt x="7340" y="11534"/>
                  <a:pt x="7340" y="11534"/>
                </a:cubicBezTo>
                <a:cubicBezTo>
                  <a:pt x="7340" y="10066"/>
                  <a:pt x="7340" y="10066"/>
                  <a:pt x="7340" y="10066"/>
                </a:cubicBezTo>
                <a:cubicBezTo>
                  <a:pt x="9437" y="10066"/>
                  <a:pt x="9437" y="10066"/>
                  <a:pt x="9437" y="10066"/>
                </a:cubicBezTo>
                <a:cubicBezTo>
                  <a:pt x="9437" y="2726"/>
                  <a:pt x="9437" y="2726"/>
                  <a:pt x="9437" y="2726"/>
                </a:cubicBezTo>
                <a:cubicBezTo>
                  <a:pt x="9437" y="2097"/>
                  <a:pt x="9017" y="1887"/>
                  <a:pt x="8598" y="1887"/>
                </a:cubicBezTo>
                <a:cubicBezTo>
                  <a:pt x="6501" y="1887"/>
                  <a:pt x="6501" y="1887"/>
                  <a:pt x="6501" y="1887"/>
                </a:cubicBezTo>
                <a:cubicBezTo>
                  <a:pt x="6501" y="0"/>
                  <a:pt x="6501" y="0"/>
                  <a:pt x="6501" y="0"/>
                </a:cubicBezTo>
                <a:cubicBezTo>
                  <a:pt x="9017" y="0"/>
                  <a:pt x="9017" y="0"/>
                  <a:pt x="9017" y="0"/>
                </a:cubicBezTo>
                <a:cubicBezTo>
                  <a:pt x="9856" y="0"/>
                  <a:pt x="10485" y="210"/>
                  <a:pt x="10905" y="839"/>
                </a:cubicBezTo>
                <a:cubicBezTo>
                  <a:pt x="10905" y="839"/>
                  <a:pt x="10905" y="839"/>
                  <a:pt x="10905" y="839"/>
                </a:cubicBezTo>
                <a:cubicBezTo>
                  <a:pt x="11324" y="210"/>
                  <a:pt x="11953" y="0"/>
                  <a:pt x="12792" y="0"/>
                </a:cubicBezTo>
                <a:cubicBezTo>
                  <a:pt x="15309" y="0"/>
                  <a:pt x="15309" y="0"/>
                  <a:pt x="15309" y="0"/>
                </a:cubicBezTo>
                <a:cubicBezTo>
                  <a:pt x="15309" y="1887"/>
                  <a:pt x="15309" y="1887"/>
                  <a:pt x="15309" y="1887"/>
                </a:cubicBezTo>
                <a:cubicBezTo>
                  <a:pt x="13212" y="1887"/>
                  <a:pt x="13212" y="1887"/>
                  <a:pt x="13212" y="1887"/>
                </a:cubicBezTo>
                <a:cubicBezTo>
                  <a:pt x="12792" y="1887"/>
                  <a:pt x="12373" y="2097"/>
                  <a:pt x="12373" y="2726"/>
                </a:cubicBezTo>
                <a:close/>
              </a:path>
            </a:pathLst>
          </a:custGeom>
          <a:solidFill>
            <a:schemeClr val="accent4">
              <a:lumOff val="58054"/>
            </a:schemeClr>
          </a:solidFill>
          <a:ln w="12700">
            <a:miter lim="400000"/>
          </a:ln>
        </p:spPr>
        <p:txBody>
          <a:bodyPr lIns="109727" tIns="109727" rIns="109727" bIns="109727"/>
          <a:lstStyle/>
          <a:p>
            <a:endParaRPr/>
          </a:p>
        </p:txBody>
      </p:sp>
      <p:sp>
        <p:nvSpPr>
          <p:cNvPr id="548" name="Shape"/>
          <p:cNvSpPr/>
          <p:nvPr/>
        </p:nvSpPr>
        <p:spPr>
          <a:xfrm>
            <a:off x="10340309" y="6626199"/>
            <a:ext cx="390406" cy="390407"/>
          </a:xfrm>
          <a:custGeom>
            <a:avLst/>
            <a:gdLst/>
            <a:ahLst/>
            <a:cxnLst>
              <a:cxn ang="0">
                <a:pos x="wd2" y="hd2"/>
              </a:cxn>
              <a:cxn ang="5400000">
                <a:pos x="wd2" y="hd2"/>
              </a:cxn>
              <a:cxn ang="10800000">
                <a:pos x="wd2" y="hd2"/>
              </a:cxn>
              <a:cxn ang="16200000">
                <a:pos x="wd2" y="hd2"/>
              </a:cxn>
            </a:cxnLst>
            <a:rect l="0" t="0" r="r" b="b"/>
            <a:pathLst>
              <a:path w="21600" h="21600" extrusionOk="0">
                <a:moveTo>
                  <a:pt x="5662" y="10905"/>
                </a:moveTo>
                <a:cubicBezTo>
                  <a:pt x="7130" y="9437"/>
                  <a:pt x="9017" y="8598"/>
                  <a:pt x="10905" y="8598"/>
                </a:cubicBezTo>
                <a:cubicBezTo>
                  <a:pt x="13002" y="8598"/>
                  <a:pt x="14889" y="9437"/>
                  <a:pt x="16357" y="10905"/>
                </a:cubicBezTo>
                <a:cubicBezTo>
                  <a:pt x="17616" y="9437"/>
                  <a:pt x="17616" y="9437"/>
                  <a:pt x="17616" y="9437"/>
                </a:cubicBezTo>
                <a:cubicBezTo>
                  <a:pt x="15938" y="7759"/>
                  <a:pt x="13631" y="6711"/>
                  <a:pt x="10905" y="6711"/>
                </a:cubicBezTo>
                <a:cubicBezTo>
                  <a:pt x="8388" y="6711"/>
                  <a:pt x="6082" y="7759"/>
                  <a:pt x="4404" y="9437"/>
                </a:cubicBezTo>
                <a:lnTo>
                  <a:pt x="5662" y="10905"/>
                </a:lnTo>
                <a:close/>
                <a:moveTo>
                  <a:pt x="7969" y="13002"/>
                </a:moveTo>
                <a:cubicBezTo>
                  <a:pt x="8808" y="12373"/>
                  <a:pt x="9856" y="11744"/>
                  <a:pt x="10905" y="11744"/>
                </a:cubicBezTo>
                <a:cubicBezTo>
                  <a:pt x="12163" y="11744"/>
                  <a:pt x="13212" y="12373"/>
                  <a:pt x="14050" y="13002"/>
                </a:cubicBezTo>
                <a:cubicBezTo>
                  <a:pt x="15309" y="11744"/>
                  <a:pt x="15309" y="11744"/>
                  <a:pt x="15309" y="11744"/>
                </a:cubicBezTo>
                <a:cubicBezTo>
                  <a:pt x="14260" y="10695"/>
                  <a:pt x="12792" y="10066"/>
                  <a:pt x="10905" y="10066"/>
                </a:cubicBezTo>
                <a:cubicBezTo>
                  <a:pt x="9227" y="10066"/>
                  <a:pt x="7759" y="10695"/>
                  <a:pt x="6711" y="11744"/>
                </a:cubicBezTo>
                <a:lnTo>
                  <a:pt x="7969" y="13002"/>
                </a:lnTo>
                <a:close/>
                <a:moveTo>
                  <a:pt x="8808" y="14050"/>
                </a:moveTo>
                <a:cubicBezTo>
                  <a:pt x="9437" y="13631"/>
                  <a:pt x="10276" y="13212"/>
                  <a:pt x="10905" y="13212"/>
                </a:cubicBezTo>
                <a:cubicBezTo>
                  <a:pt x="11744" y="13212"/>
                  <a:pt x="12583" y="13631"/>
                  <a:pt x="13002" y="14050"/>
                </a:cubicBezTo>
                <a:cubicBezTo>
                  <a:pt x="10905" y="16148"/>
                  <a:pt x="10905" y="16148"/>
                  <a:pt x="10905" y="16148"/>
                </a:cubicBezTo>
                <a:lnTo>
                  <a:pt x="8808" y="14050"/>
                </a:lnTo>
                <a:close/>
                <a:moveTo>
                  <a:pt x="10905" y="0"/>
                </a:moveTo>
                <a:cubicBezTo>
                  <a:pt x="4823" y="0"/>
                  <a:pt x="0" y="4823"/>
                  <a:pt x="0" y="10905"/>
                </a:cubicBezTo>
                <a:cubicBezTo>
                  <a:pt x="0" y="16777"/>
                  <a:pt x="4823" y="21600"/>
                  <a:pt x="10905" y="21600"/>
                </a:cubicBezTo>
                <a:cubicBezTo>
                  <a:pt x="16777" y="21600"/>
                  <a:pt x="21600" y="16777"/>
                  <a:pt x="21600" y="10905"/>
                </a:cubicBezTo>
                <a:cubicBezTo>
                  <a:pt x="21600" y="4823"/>
                  <a:pt x="16777" y="0"/>
                  <a:pt x="10905" y="0"/>
                </a:cubicBezTo>
                <a:close/>
                <a:moveTo>
                  <a:pt x="10905" y="2097"/>
                </a:moveTo>
                <a:cubicBezTo>
                  <a:pt x="15728" y="2097"/>
                  <a:pt x="19503" y="6082"/>
                  <a:pt x="19503" y="10905"/>
                </a:cubicBezTo>
                <a:cubicBezTo>
                  <a:pt x="19503" y="15728"/>
                  <a:pt x="15728" y="19503"/>
                  <a:pt x="10905" y="19503"/>
                </a:cubicBezTo>
                <a:cubicBezTo>
                  <a:pt x="6082" y="19503"/>
                  <a:pt x="2097" y="15728"/>
                  <a:pt x="2097" y="10905"/>
                </a:cubicBezTo>
                <a:cubicBezTo>
                  <a:pt x="2097" y="6082"/>
                  <a:pt x="6082" y="2097"/>
                  <a:pt x="1090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549" name="Shape"/>
          <p:cNvSpPr/>
          <p:nvPr/>
        </p:nvSpPr>
        <p:spPr>
          <a:xfrm>
            <a:off x="10340309" y="7667252"/>
            <a:ext cx="390406" cy="183721"/>
          </a:xfrm>
          <a:custGeom>
            <a:avLst/>
            <a:gdLst/>
            <a:ahLst/>
            <a:cxnLst>
              <a:cxn ang="0">
                <a:pos x="wd2" y="hd2"/>
              </a:cxn>
              <a:cxn ang="5400000">
                <a:pos x="wd2" y="hd2"/>
              </a:cxn>
              <a:cxn ang="10800000">
                <a:pos x="wd2" y="hd2"/>
              </a:cxn>
              <a:cxn ang="16200000">
                <a:pos x="wd2" y="hd2"/>
              </a:cxn>
            </a:cxnLst>
            <a:rect l="0" t="0" r="r" b="b"/>
            <a:pathLst>
              <a:path w="21600" h="21600" extrusionOk="0">
                <a:moveTo>
                  <a:pt x="9437" y="7053"/>
                </a:moveTo>
                <a:cubicBezTo>
                  <a:pt x="9437" y="7053"/>
                  <a:pt x="9227" y="7935"/>
                  <a:pt x="9227" y="7935"/>
                </a:cubicBezTo>
                <a:cubicBezTo>
                  <a:pt x="9017" y="7935"/>
                  <a:pt x="8808" y="7935"/>
                  <a:pt x="8598" y="7935"/>
                </a:cubicBezTo>
                <a:cubicBezTo>
                  <a:pt x="8179" y="7935"/>
                  <a:pt x="8179" y="8376"/>
                  <a:pt x="8388" y="8376"/>
                </a:cubicBezTo>
                <a:cubicBezTo>
                  <a:pt x="8808" y="8816"/>
                  <a:pt x="9647" y="9257"/>
                  <a:pt x="9647" y="10580"/>
                </a:cubicBezTo>
                <a:cubicBezTo>
                  <a:pt x="9647" y="11461"/>
                  <a:pt x="9227" y="12343"/>
                  <a:pt x="8808" y="12343"/>
                </a:cubicBezTo>
                <a:cubicBezTo>
                  <a:pt x="8808" y="12784"/>
                  <a:pt x="8808" y="12784"/>
                  <a:pt x="8808" y="12784"/>
                </a:cubicBezTo>
                <a:cubicBezTo>
                  <a:pt x="8388" y="12784"/>
                  <a:pt x="8388" y="12784"/>
                  <a:pt x="8388" y="12784"/>
                </a:cubicBezTo>
                <a:cubicBezTo>
                  <a:pt x="8388" y="12343"/>
                  <a:pt x="8388" y="12343"/>
                  <a:pt x="8388" y="12343"/>
                </a:cubicBezTo>
                <a:cubicBezTo>
                  <a:pt x="7969" y="12343"/>
                  <a:pt x="7759" y="12343"/>
                  <a:pt x="7550" y="11902"/>
                </a:cubicBezTo>
                <a:cubicBezTo>
                  <a:pt x="7759" y="10580"/>
                  <a:pt x="7759" y="10580"/>
                  <a:pt x="7759" y="10580"/>
                </a:cubicBezTo>
                <a:cubicBezTo>
                  <a:pt x="7969" y="11020"/>
                  <a:pt x="8388" y="11020"/>
                  <a:pt x="8598" y="11020"/>
                </a:cubicBezTo>
                <a:cubicBezTo>
                  <a:pt x="8808" y="11020"/>
                  <a:pt x="8808" y="10580"/>
                  <a:pt x="8598" y="10139"/>
                </a:cubicBezTo>
                <a:cubicBezTo>
                  <a:pt x="8388" y="10139"/>
                  <a:pt x="7550" y="9698"/>
                  <a:pt x="7550" y="8376"/>
                </a:cubicBezTo>
                <a:cubicBezTo>
                  <a:pt x="7550" y="7935"/>
                  <a:pt x="7759" y="7053"/>
                  <a:pt x="8388" y="6612"/>
                </a:cubicBezTo>
                <a:cubicBezTo>
                  <a:pt x="8388" y="6171"/>
                  <a:pt x="8388" y="6171"/>
                  <a:pt x="8388" y="6171"/>
                </a:cubicBezTo>
                <a:cubicBezTo>
                  <a:pt x="8808" y="6171"/>
                  <a:pt x="8808" y="6171"/>
                  <a:pt x="8808" y="6171"/>
                </a:cubicBezTo>
                <a:cubicBezTo>
                  <a:pt x="8808" y="6612"/>
                  <a:pt x="8808" y="6612"/>
                  <a:pt x="8808" y="6612"/>
                </a:cubicBezTo>
                <a:cubicBezTo>
                  <a:pt x="9017" y="6612"/>
                  <a:pt x="9227" y="6612"/>
                  <a:pt x="9437" y="7053"/>
                </a:cubicBezTo>
                <a:close/>
                <a:moveTo>
                  <a:pt x="5872" y="9257"/>
                </a:moveTo>
                <a:cubicBezTo>
                  <a:pt x="5872" y="12343"/>
                  <a:pt x="7130" y="14988"/>
                  <a:pt x="8598" y="14988"/>
                </a:cubicBezTo>
                <a:cubicBezTo>
                  <a:pt x="9856" y="14988"/>
                  <a:pt x="11115" y="12343"/>
                  <a:pt x="11115" y="9257"/>
                </a:cubicBezTo>
                <a:cubicBezTo>
                  <a:pt x="11115" y="6612"/>
                  <a:pt x="9856" y="3967"/>
                  <a:pt x="8598" y="3967"/>
                </a:cubicBezTo>
                <a:cubicBezTo>
                  <a:pt x="7130" y="3967"/>
                  <a:pt x="5872" y="6612"/>
                  <a:pt x="5872" y="9257"/>
                </a:cubicBezTo>
                <a:close/>
                <a:moveTo>
                  <a:pt x="13841" y="18955"/>
                </a:moveTo>
                <a:cubicBezTo>
                  <a:pt x="0" y="18955"/>
                  <a:pt x="0" y="18955"/>
                  <a:pt x="0" y="18955"/>
                </a:cubicBezTo>
                <a:cubicBezTo>
                  <a:pt x="0" y="0"/>
                  <a:pt x="0" y="0"/>
                  <a:pt x="0" y="0"/>
                </a:cubicBezTo>
                <a:cubicBezTo>
                  <a:pt x="16986" y="0"/>
                  <a:pt x="16986" y="0"/>
                  <a:pt x="16986" y="0"/>
                </a:cubicBezTo>
                <a:cubicBezTo>
                  <a:pt x="16986" y="3527"/>
                  <a:pt x="16986" y="3527"/>
                  <a:pt x="16986" y="3527"/>
                </a:cubicBezTo>
                <a:cubicBezTo>
                  <a:pt x="16148" y="3967"/>
                  <a:pt x="15518" y="4408"/>
                  <a:pt x="14889" y="5290"/>
                </a:cubicBezTo>
                <a:cubicBezTo>
                  <a:pt x="14470" y="4849"/>
                  <a:pt x="14050" y="3527"/>
                  <a:pt x="13841" y="2645"/>
                </a:cubicBezTo>
                <a:cubicBezTo>
                  <a:pt x="3146" y="2645"/>
                  <a:pt x="3146" y="2645"/>
                  <a:pt x="3146" y="2645"/>
                </a:cubicBezTo>
                <a:cubicBezTo>
                  <a:pt x="2726" y="4408"/>
                  <a:pt x="2097" y="5731"/>
                  <a:pt x="1258" y="6612"/>
                </a:cubicBezTo>
                <a:cubicBezTo>
                  <a:pt x="1258" y="12343"/>
                  <a:pt x="1258" y="12343"/>
                  <a:pt x="1258" y="12343"/>
                </a:cubicBezTo>
                <a:cubicBezTo>
                  <a:pt x="2097" y="13224"/>
                  <a:pt x="2726" y="14547"/>
                  <a:pt x="3146" y="16310"/>
                </a:cubicBezTo>
                <a:cubicBezTo>
                  <a:pt x="13212" y="16310"/>
                  <a:pt x="13212" y="16310"/>
                  <a:pt x="13212" y="16310"/>
                </a:cubicBezTo>
                <a:cubicBezTo>
                  <a:pt x="13421" y="17192"/>
                  <a:pt x="13631" y="18073"/>
                  <a:pt x="13841" y="18955"/>
                </a:cubicBezTo>
                <a:close/>
                <a:moveTo>
                  <a:pt x="18245" y="17192"/>
                </a:moveTo>
                <a:cubicBezTo>
                  <a:pt x="18245" y="18073"/>
                  <a:pt x="18245" y="18073"/>
                  <a:pt x="18245" y="18073"/>
                </a:cubicBezTo>
                <a:cubicBezTo>
                  <a:pt x="17616" y="18073"/>
                  <a:pt x="17616" y="18073"/>
                  <a:pt x="17616" y="18073"/>
                </a:cubicBezTo>
                <a:cubicBezTo>
                  <a:pt x="17616" y="17192"/>
                  <a:pt x="17616" y="17192"/>
                  <a:pt x="17616" y="17192"/>
                </a:cubicBezTo>
                <a:cubicBezTo>
                  <a:pt x="17406" y="17192"/>
                  <a:pt x="16986" y="17192"/>
                  <a:pt x="16567" y="16751"/>
                </a:cubicBezTo>
                <a:cubicBezTo>
                  <a:pt x="16777" y="14988"/>
                  <a:pt x="16777" y="14988"/>
                  <a:pt x="16777" y="14988"/>
                </a:cubicBezTo>
                <a:cubicBezTo>
                  <a:pt x="17196" y="15429"/>
                  <a:pt x="17616" y="15869"/>
                  <a:pt x="18035" y="15429"/>
                </a:cubicBezTo>
                <a:cubicBezTo>
                  <a:pt x="18245" y="15429"/>
                  <a:pt x="18454" y="14988"/>
                  <a:pt x="18035" y="14547"/>
                </a:cubicBezTo>
                <a:cubicBezTo>
                  <a:pt x="17825" y="14106"/>
                  <a:pt x="16567" y="14106"/>
                  <a:pt x="16567" y="11902"/>
                </a:cubicBezTo>
                <a:cubicBezTo>
                  <a:pt x="16567" y="11461"/>
                  <a:pt x="16986" y="10139"/>
                  <a:pt x="17616" y="9698"/>
                </a:cubicBezTo>
                <a:cubicBezTo>
                  <a:pt x="17616" y="8816"/>
                  <a:pt x="17616" y="8816"/>
                  <a:pt x="17616" y="8816"/>
                </a:cubicBezTo>
                <a:cubicBezTo>
                  <a:pt x="18245" y="8816"/>
                  <a:pt x="18245" y="8816"/>
                  <a:pt x="18245" y="8816"/>
                </a:cubicBezTo>
                <a:cubicBezTo>
                  <a:pt x="18245" y="9698"/>
                  <a:pt x="18245" y="9698"/>
                  <a:pt x="18245" y="9698"/>
                </a:cubicBezTo>
                <a:cubicBezTo>
                  <a:pt x="18454" y="9698"/>
                  <a:pt x="18874" y="9698"/>
                  <a:pt x="19083" y="10139"/>
                </a:cubicBezTo>
                <a:cubicBezTo>
                  <a:pt x="19083" y="10580"/>
                  <a:pt x="18874" y="11902"/>
                  <a:pt x="18874" y="11902"/>
                </a:cubicBezTo>
                <a:cubicBezTo>
                  <a:pt x="18664" y="11461"/>
                  <a:pt x="18454" y="11461"/>
                  <a:pt x="18035" y="11461"/>
                </a:cubicBezTo>
                <a:cubicBezTo>
                  <a:pt x="17616" y="11461"/>
                  <a:pt x="17616" y="11902"/>
                  <a:pt x="17825" y="12343"/>
                </a:cubicBezTo>
                <a:cubicBezTo>
                  <a:pt x="18454" y="12784"/>
                  <a:pt x="19293" y="13224"/>
                  <a:pt x="19293" y="14988"/>
                </a:cubicBezTo>
                <a:cubicBezTo>
                  <a:pt x="19293" y="16310"/>
                  <a:pt x="18874" y="17192"/>
                  <a:pt x="18245" y="17192"/>
                </a:cubicBezTo>
                <a:close/>
                <a:moveTo>
                  <a:pt x="17825" y="5731"/>
                </a:moveTo>
                <a:cubicBezTo>
                  <a:pt x="15728" y="5731"/>
                  <a:pt x="14050" y="9257"/>
                  <a:pt x="14050" y="13665"/>
                </a:cubicBezTo>
                <a:cubicBezTo>
                  <a:pt x="14050" y="18073"/>
                  <a:pt x="15728" y="21600"/>
                  <a:pt x="17825" y="21600"/>
                </a:cubicBezTo>
                <a:cubicBezTo>
                  <a:pt x="19922" y="21600"/>
                  <a:pt x="21600" y="18073"/>
                  <a:pt x="21600" y="13665"/>
                </a:cubicBezTo>
                <a:cubicBezTo>
                  <a:pt x="21600" y="9257"/>
                  <a:pt x="19922" y="5731"/>
                  <a:pt x="17825" y="5731"/>
                </a:cubicBezTo>
                <a:close/>
              </a:path>
            </a:pathLst>
          </a:custGeom>
          <a:solidFill>
            <a:schemeClr val="accent4">
              <a:lumOff val="58054"/>
            </a:schemeClr>
          </a:solidFill>
          <a:ln w="12700">
            <a:miter lim="400000"/>
          </a:ln>
        </p:spPr>
        <p:txBody>
          <a:bodyPr lIns="109727" tIns="109727" rIns="109727" bIns="109727"/>
          <a:lstStyle/>
          <a:p>
            <a:endParaRPr/>
          </a:p>
        </p:txBody>
      </p:sp>
      <p:sp>
        <p:nvSpPr>
          <p:cNvPr id="550" name="Shape"/>
          <p:cNvSpPr/>
          <p:nvPr/>
        </p:nvSpPr>
        <p:spPr>
          <a:xfrm>
            <a:off x="10397721" y="8498897"/>
            <a:ext cx="275578" cy="401891"/>
          </a:xfrm>
          <a:custGeom>
            <a:avLst/>
            <a:gdLst/>
            <a:ahLst/>
            <a:cxnLst>
              <a:cxn ang="0">
                <a:pos x="wd2" y="hd2"/>
              </a:cxn>
              <a:cxn ang="5400000">
                <a:pos x="wd2" y="hd2"/>
              </a:cxn>
              <a:cxn ang="10800000">
                <a:pos x="wd2" y="hd2"/>
              </a:cxn>
              <a:cxn ang="16200000">
                <a:pos x="wd2" y="hd2"/>
              </a:cxn>
            </a:cxnLst>
            <a:rect l="0" t="0" r="r" b="b"/>
            <a:pathLst>
              <a:path w="21600" h="21600" extrusionOk="0">
                <a:moveTo>
                  <a:pt x="13200" y="18035"/>
                </a:moveTo>
                <a:cubicBezTo>
                  <a:pt x="12600" y="16777"/>
                  <a:pt x="12600" y="16777"/>
                  <a:pt x="12600" y="16777"/>
                </a:cubicBezTo>
                <a:cubicBezTo>
                  <a:pt x="9000" y="16777"/>
                  <a:pt x="9000" y="16777"/>
                  <a:pt x="9000" y="16777"/>
                </a:cubicBezTo>
                <a:cubicBezTo>
                  <a:pt x="8400" y="18035"/>
                  <a:pt x="8400" y="18035"/>
                  <a:pt x="8400" y="18035"/>
                </a:cubicBezTo>
                <a:lnTo>
                  <a:pt x="13200" y="18035"/>
                </a:lnTo>
                <a:close/>
                <a:moveTo>
                  <a:pt x="9900" y="15099"/>
                </a:moveTo>
                <a:cubicBezTo>
                  <a:pt x="11700" y="15099"/>
                  <a:pt x="11700" y="15099"/>
                  <a:pt x="11700" y="15099"/>
                </a:cubicBezTo>
                <a:cubicBezTo>
                  <a:pt x="10800" y="13212"/>
                  <a:pt x="10800" y="13212"/>
                  <a:pt x="10800" y="13212"/>
                </a:cubicBezTo>
                <a:lnTo>
                  <a:pt x="9900" y="15099"/>
                </a:lnTo>
                <a:close/>
                <a:moveTo>
                  <a:pt x="12600" y="11115"/>
                </a:moveTo>
                <a:cubicBezTo>
                  <a:pt x="17700" y="21600"/>
                  <a:pt x="17700" y="21600"/>
                  <a:pt x="17700" y="21600"/>
                </a:cubicBezTo>
                <a:cubicBezTo>
                  <a:pt x="15000" y="21600"/>
                  <a:pt x="15000" y="21600"/>
                  <a:pt x="15000" y="21600"/>
                </a:cubicBezTo>
                <a:cubicBezTo>
                  <a:pt x="13800" y="18874"/>
                  <a:pt x="7800" y="18874"/>
                  <a:pt x="6600" y="21600"/>
                </a:cubicBezTo>
                <a:cubicBezTo>
                  <a:pt x="3900" y="21600"/>
                  <a:pt x="3900" y="21600"/>
                  <a:pt x="3900" y="21600"/>
                </a:cubicBezTo>
                <a:cubicBezTo>
                  <a:pt x="9000" y="11115"/>
                  <a:pt x="9000" y="11115"/>
                  <a:pt x="9000" y="11115"/>
                </a:cubicBezTo>
                <a:cubicBezTo>
                  <a:pt x="9300" y="10695"/>
                  <a:pt x="9000" y="10276"/>
                  <a:pt x="8700" y="10066"/>
                </a:cubicBezTo>
                <a:cubicBezTo>
                  <a:pt x="8100" y="9647"/>
                  <a:pt x="7800" y="9017"/>
                  <a:pt x="7800" y="8598"/>
                </a:cubicBezTo>
                <a:cubicBezTo>
                  <a:pt x="7800" y="7340"/>
                  <a:pt x="9000" y="6501"/>
                  <a:pt x="10800" y="6501"/>
                </a:cubicBezTo>
                <a:cubicBezTo>
                  <a:pt x="12300" y="6501"/>
                  <a:pt x="13800" y="7340"/>
                  <a:pt x="13800" y="8598"/>
                </a:cubicBezTo>
                <a:cubicBezTo>
                  <a:pt x="13800" y="9017"/>
                  <a:pt x="13500" y="9647"/>
                  <a:pt x="12900" y="10066"/>
                </a:cubicBezTo>
                <a:cubicBezTo>
                  <a:pt x="12600" y="10276"/>
                  <a:pt x="12300" y="10695"/>
                  <a:pt x="12600" y="11115"/>
                </a:cubicBezTo>
                <a:close/>
                <a:moveTo>
                  <a:pt x="4800" y="8598"/>
                </a:moveTo>
                <a:cubicBezTo>
                  <a:pt x="4800" y="6291"/>
                  <a:pt x="7500" y="4404"/>
                  <a:pt x="10800" y="4404"/>
                </a:cubicBezTo>
                <a:cubicBezTo>
                  <a:pt x="14100" y="4404"/>
                  <a:pt x="16800" y="6291"/>
                  <a:pt x="16800" y="8598"/>
                </a:cubicBezTo>
                <a:cubicBezTo>
                  <a:pt x="16800" y="9017"/>
                  <a:pt x="16500" y="9647"/>
                  <a:pt x="16200" y="10066"/>
                </a:cubicBezTo>
                <a:cubicBezTo>
                  <a:pt x="17100" y="9437"/>
                  <a:pt x="17400" y="8388"/>
                  <a:pt x="17400" y="7550"/>
                </a:cubicBezTo>
                <a:cubicBezTo>
                  <a:pt x="17400" y="5033"/>
                  <a:pt x="14400" y="2936"/>
                  <a:pt x="10800" y="2936"/>
                </a:cubicBezTo>
                <a:cubicBezTo>
                  <a:pt x="7200" y="2936"/>
                  <a:pt x="4200" y="5033"/>
                  <a:pt x="4200" y="7550"/>
                </a:cubicBezTo>
                <a:cubicBezTo>
                  <a:pt x="4200" y="8388"/>
                  <a:pt x="4500" y="9437"/>
                  <a:pt x="5400" y="10066"/>
                </a:cubicBezTo>
                <a:cubicBezTo>
                  <a:pt x="5100" y="9647"/>
                  <a:pt x="4800" y="9017"/>
                  <a:pt x="4800" y="8598"/>
                </a:cubicBezTo>
                <a:close/>
                <a:moveTo>
                  <a:pt x="1500" y="11534"/>
                </a:moveTo>
                <a:cubicBezTo>
                  <a:pt x="600" y="10276"/>
                  <a:pt x="0" y="9017"/>
                  <a:pt x="0" y="7550"/>
                </a:cubicBezTo>
                <a:cubicBezTo>
                  <a:pt x="0" y="3355"/>
                  <a:pt x="4800" y="0"/>
                  <a:pt x="10800" y="0"/>
                </a:cubicBezTo>
                <a:cubicBezTo>
                  <a:pt x="16800" y="0"/>
                  <a:pt x="21600" y="3355"/>
                  <a:pt x="21600" y="7550"/>
                </a:cubicBezTo>
                <a:cubicBezTo>
                  <a:pt x="21600" y="9017"/>
                  <a:pt x="21000" y="10276"/>
                  <a:pt x="20100" y="11534"/>
                </a:cubicBezTo>
                <a:cubicBezTo>
                  <a:pt x="20700" y="10485"/>
                  <a:pt x="21000" y="9647"/>
                  <a:pt x="21000" y="8598"/>
                </a:cubicBezTo>
                <a:cubicBezTo>
                  <a:pt x="21000" y="4614"/>
                  <a:pt x="16500" y="1468"/>
                  <a:pt x="10800" y="1468"/>
                </a:cubicBezTo>
                <a:cubicBezTo>
                  <a:pt x="5100" y="1468"/>
                  <a:pt x="600" y="4614"/>
                  <a:pt x="600" y="8598"/>
                </a:cubicBezTo>
                <a:cubicBezTo>
                  <a:pt x="600" y="9647"/>
                  <a:pt x="900" y="10485"/>
                  <a:pt x="1500" y="11534"/>
                </a:cubicBezTo>
                <a:close/>
              </a:path>
            </a:pathLst>
          </a:custGeom>
          <a:solidFill>
            <a:schemeClr val="accent4">
              <a:lumOff val="58054"/>
            </a:schemeClr>
          </a:solidFill>
          <a:ln w="12700">
            <a:miter lim="400000"/>
          </a:ln>
        </p:spPr>
        <p:txBody>
          <a:bodyPr lIns="109727" tIns="109727" rIns="109727" bIns="109727"/>
          <a:lstStyle/>
          <a:p>
            <a:endParaRPr/>
          </a:p>
        </p:txBody>
      </p:sp>
      <p:sp>
        <p:nvSpPr>
          <p:cNvPr id="551" name="Shape"/>
          <p:cNvSpPr/>
          <p:nvPr/>
        </p:nvSpPr>
        <p:spPr>
          <a:xfrm>
            <a:off x="10340309" y="9444274"/>
            <a:ext cx="390406" cy="390407"/>
          </a:xfrm>
          <a:custGeom>
            <a:avLst/>
            <a:gdLst/>
            <a:ahLst/>
            <a:cxnLst>
              <a:cxn ang="0">
                <a:pos x="wd2" y="hd2"/>
              </a:cxn>
              <a:cxn ang="5400000">
                <a:pos x="wd2" y="hd2"/>
              </a:cxn>
              <a:cxn ang="10800000">
                <a:pos x="wd2" y="hd2"/>
              </a:cxn>
              <a:cxn ang="16200000">
                <a:pos x="wd2" y="hd2"/>
              </a:cxn>
            </a:cxnLst>
            <a:rect l="0" t="0" r="r" b="b"/>
            <a:pathLst>
              <a:path w="21600" h="21600" extrusionOk="0">
                <a:moveTo>
                  <a:pt x="19694" y="19694"/>
                </a:moveTo>
                <a:lnTo>
                  <a:pt x="2541" y="19694"/>
                </a:lnTo>
                <a:lnTo>
                  <a:pt x="2541" y="1906"/>
                </a:lnTo>
                <a:lnTo>
                  <a:pt x="5718" y="1906"/>
                </a:lnTo>
                <a:lnTo>
                  <a:pt x="5718" y="8259"/>
                </a:lnTo>
                <a:lnTo>
                  <a:pt x="16518" y="8259"/>
                </a:lnTo>
                <a:lnTo>
                  <a:pt x="16518" y="1906"/>
                </a:lnTo>
                <a:lnTo>
                  <a:pt x="17153" y="1906"/>
                </a:lnTo>
                <a:lnTo>
                  <a:pt x="19694" y="5082"/>
                </a:lnTo>
                <a:lnTo>
                  <a:pt x="19694" y="19694"/>
                </a:lnTo>
                <a:close/>
                <a:moveTo>
                  <a:pt x="14612" y="3176"/>
                </a:moveTo>
                <a:lnTo>
                  <a:pt x="14612" y="6988"/>
                </a:lnTo>
                <a:lnTo>
                  <a:pt x="12706" y="6988"/>
                </a:lnTo>
                <a:lnTo>
                  <a:pt x="12706" y="3176"/>
                </a:lnTo>
                <a:lnTo>
                  <a:pt x="14612" y="3176"/>
                </a:lnTo>
                <a:close/>
                <a:moveTo>
                  <a:pt x="17788" y="0"/>
                </a:moveTo>
                <a:lnTo>
                  <a:pt x="0" y="0"/>
                </a:lnTo>
                <a:lnTo>
                  <a:pt x="0" y="21600"/>
                </a:lnTo>
                <a:lnTo>
                  <a:pt x="21600" y="21600"/>
                </a:lnTo>
                <a:lnTo>
                  <a:pt x="21600" y="3812"/>
                </a:lnTo>
                <a:lnTo>
                  <a:pt x="17788" y="0"/>
                </a:lnTo>
                <a:close/>
              </a:path>
            </a:pathLst>
          </a:custGeom>
          <a:solidFill>
            <a:schemeClr val="accent4">
              <a:lumOff val="58054"/>
            </a:schemeClr>
          </a:solidFill>
          <a:ln w="12700">
            <a:miter lim="400000"/>
          </a:ln>
        </p:spPr>
        <p:txBody>
          <a:bodyPr lIns="109727" tIns="109727" rIns="109727" bIns="109727"/>
          <a:lstStyle/>
          <a:p>
            <a:endParaRPr/>
          </a:p>
        </p:txBody>
      </p:sp>
      <p:sp>
        <p:nvSpPr>
          <p:cNvPr id="552" name="Shape"/>
          <p:cNvSpPr/>
          <p:nvPr/>
        </p:nvSpPr>
        <p:spPr>
          <a:xfrm>
            <a:off x="14969306" y="12348232"/>
            <a:ext cx="367443" cy="401890"/>
          </a:xfrm>
          <a:custGeom>
            <a:avLst/>
            <a:gdLst/>
            <a:ahLst/>
            <a:cxnLst>
              <a:cxn ang="0">
                <a:pos x="wd2" y="hd2"/>
              </a:cxn>
              <a:cxn ang="5400000">
                <a:pos x="wd2" y="hd2"/>
              </a:cxn>
              <a:cxn ang="10800000">
                <a:pos x="wd2" y="hd2"/>
              </a:cxn>
              <a:cxn ang="16200000">
                <a:pos x="wd2" y="hd2"/>
              </a:cxn>
            </a:cxnLst>
            <a:rect l="0" t="0" r="r" b="b"/>
            <a:pathLst>
              <a:path w="21600" h="21600" extrusionOk="0">
                <a:moveTo>
                  <a:pt x="9450" y="17406"/>
                </a:moveTo>
                <a:cubicBezTo>
                  <a:pt x="9900" y="16357"/>
                  <a:pt x="10350" y="15309"/>
                  <a:pt x="10800" y="14050"/>
                </a:cubicBezTo>
                <a:cubicBezTo>
                  <a:pt x="11250" y="15309"/>
                  <a:pt x="11700" y="16357"/>
                  <a:pt x="12150" y="17406"/>
                </a:cubicBezTo>
                <a:lnTo>
                  <a:pt x="9450" y="17406"/>
                </a:lnTo>
                <a:close/>
                <a:moveTo>
                  <a:pt x="12150" y="9647"/>
                </a:moveTo>
                <a:cubicBezTo>
                  <a:pt x="11925" y="9227"/>
                  <a:pt x="12150" y="8808"/>
                  <a:pt x="12600" y="8598"/>
                </a:cubicBezTo>
                <a:cubicBezTo>
                  <a:pt x="13050" y="8179"/>
                  <a:pt x="13275" y="7550"/>
                  <a:pt x="13275" y="6920"/>
                </a:cubicBezTo>
                <a:cubicBezTo>
                  <a:pt x="13275" y="5662"/>
                  <a:pt x="12375" y="4404"/>
                  <a:pt x="10800" y="4404"/>
                </a:cubicBezTo>
                <a:cubicBezTo>
                  <a:pt x="9450" y="4404"/>
                  <a:pt x="8325" y="5452"/>
                  <a:pt x="8325" y="6711"/>
                </a:cubicBezTo>
                <a:cubicBezTo>
                  <a:pt x="8325" y="7550"/>
                  <a:pt x="8550" y="8179"/>
                  <a:pt x="9000" y="8598"/>
                </a:cubicBezTo>
                <a:cubicBezTo>
                  <a:pt x="9450" y="8808"/>
                  <a:pt x="9675" y="9227"/>
                  <a:pt x="9450" y="9647"/>
                </a:cubicBezTo>
                <a:cubicBezTo>
                  <a:pt x="8775" y="14470"/>
                  <a:pt x="6975" y="18454"/>
                  <a:pt x="4050" y="21600"/>
                </a:cubicBezTo>
                <a:cubicBezTo>
                  <a:pt x="6750" y="21600"/>
                  <a:pt x="6750" y="21600"/>
                  <a:pt x="6750" y="21600"/>
                </a:cubicBezTo>
                <a:cubicBezTo>
                  <a:pt x="7875" y="20342"/>
                  <a:pt x="9000" y="19503"/>
                  <a:pt x="10800" y="19503"/>
                </a:cubicBezTo>
                <a:cubicBezTo>
                  <a:pt x="10800" y="19503"/>
                  <a:pt x="10800" y="19503"/>
                  <a:pt x="10800" y="19503"/>
                </a:cubicBezTo>
                <a:cubicBezTo>
                  <a:pt x="12600" y="19503"/>
                  <a:pt x="13725" y="20342"/>
                  <a:pt x="14625" y="21600"/>
                </a:cubicBezTo>
                <a:cubicBezTo>
                  <a:pt x="17550" y="21600"/>
                  <a:pt x="17550" y="21600"/>
                  <a:pt x="17550" y="21600"/>
                </a:cubicBezTo>
                <a:cubicBezTo>
                  <a:pt x="14625" y="18454"/>
                  <a:pt x="12825" y="14470"/>
                  <a:pt x="12150" y="9647"/>
                </a:cubicBezTo>
                <a:close/>
                <a:moveTo>
                  <a:pt x="5850" y="2726"/>
                </a:moveTo>
                <a:cubicBezTo>
                  <a:pt x="4725" y="3775"/>
                  <a:pt x="4050" y="5243"/>
                  <a:pt x="4050" y="6711"/>
                </a:cubicBezTo>
                <a:cubicBezTo>
                  <a:pt x="4050" y="8388"/>
                  <a:pt x="4725" y="9856"/>
                  <a:pt x="5850" y="10905"/>
                </a:cubicBezTo>
                <a:cubicBezTo>
                  <a:pt x="7425" y="9437"/>
                  <a:pt x="7425" y="9437"/>
                  <a:pt x="7425" y="9437"/>
                </a:cubicBezTo>
                <a:cubicBezTo>
                  <a:pt x="6525" y="8808"/>
                  <a:pt x="6075" y="7759"/>
                  <a:pt x="6075" y="6711"/>
                </a:cubicBezTo>
                <a:cubicBezTo>
                  <a:pt x="6075" y="5662"/>
                  <a:pt x="6525" y="4823"/>
                  <a:pt x="7425" y="3984"/>
                </a:cubicBezTo>
                <a:lnTo>
                  <a:pt x="5850" y="2726"/>
                </a:lnTo>
                <a:close/>
                <a:moveTo>
                  <a:pt x="4500" y="1468"/>
                </a:moveTo>
                <a:cubicBezTo>
                  <a:pt x="2925" y="2726"/>
                  <a:pt x="2025" y="4614"/>
                  <a:pt x="2025" y="6711"/>
                </a:cubicBezTo>
                <a:cubicBezTo>
                  <a:pt x="2025" y="8808"/>
                  <a:pt x="2925" y="10695"/>
                  <a:pt x="4500" y="12163"/>
                </a:cubicBezTo>
                <a:cubicBezTo>
                  <a:pt x="2925" y="13631"/>
                  <a:pt x="2925" y="13631"/>
                  <a:pt x="2925" y="13631"/>
                </a:cubicBezTo>
                <a:cubicBezTo>
                  <a:pt x="1125" y="11744"/>
                  <a:pt x="0" y="9437"/>
                  <a:pt x="0" y="6711"/>
                </a:cubicBezTo>
                <a:cubicBezTo>
                  <a:pt x="0" y="4194"/>
                  <a:pt x="1125" y="1678"/>
                  <a:pt x="2925" y="0"/>
                </a:cubicBezTo>
                <a:lnTo>
                  <a:pt x="4500" y="1468"/>
                </a:lnTo>
                <a:close/>
                <a:moveTo>
                  <a:pt x="14175" y="3984"/>
                </a:moveTo>
                <a:cubicBezTo>
                  <a:pt x="14850" y="4823"/>
                  <a:pt x="15300" y="5662"/>
                  <a:pt x="15300" y="6711"/>
                </a:cubicBezTo>
                <a:cubicBezTo>
                  <a:pt x="15300" y="7759"/>
                  <a:pt x="14850" y="8808"/>
                  <a:pt x="14175" y="9437"/>
                </a:cubicBezTo>
                <a:cubicBezTo>
                  <a:pt x="15750" y="10905"/>
                  <a:pt x="15750" y="10905"/>
                  <a:pt x="15750" y="10905"/>
                </a:cubicBezTo>
                <a:cubicBezTo>
                  <a:pt x="16875" y="9856"/>
                  <a:pt x="17550" y="8388"/>
                  <a:pt x="17550" y="6711"/>
                </a:cubicBezTo>
                <a:cubicBezTo>
                  <a:pt x="17550" y="5243"/>
                  <a:pt x="16875" y="3775"/>
                  <a:pt x="15750" y="2726"/>
                </a:cubicBezTo>
                <a:lnTo>
                  <a:pt x="14175" y="3984"/>
                </a:lnTo>
                <a:close/>
                <a:moveTo>
                  <a:pt x="18675" y="0"/>
                </a:moveTo>
                <a:cubicBezTo>
                  <a:pt x="20475" y="1678"/>
                  <a:pt x="21600" y="4194"/>
                  <a:pt x="21600" y="6711"/>
                </a:cubicBezTo>
                <a:cubicBezTo>
                  <a:pt x="21600" y="9437"/>
                  <a:pt x="20475" y="11744"/>
                  <a:pt x="18675" y="13631"/>
                </a:cubicBezTo>
                <a:cubicBezTo>
                  <a:pt x="17100" y="12163"/>
                  <a:pt x="17100" y="12163"/>
                  <a:pt x="17100" y="12163"/>
                </a:cubicBezTo>
                <a:cubicBezTo>
                  <a:pt x="18450" y="10695"/>
                  <a:pt x="19350" y="8808"/>
                  <a:pt x="19350" y="6711"/>
                </a:cubicBezTo>
                <a:cubicBezTo>
                  <a:pt x="19350" y="4614"/>
                  <a:pt x="18450" y="2726"/>
                  <a:pt x="17100" y="1468"/>
                </a:cubicBezTo>
                <a:lnTo>
                  <a:pt x="18675" y="0"/>
                </a:lnTo>
                <a:close/>
              </a:path>
            </a:pathLst>
          </a:custGeom>
          <a:solidFill>
            <a:schemeClr val="accent4">
              <a:lumOff val="58054"/>
            </a:schemeClr>
          </a:solidFill>
          <a:ln w="12700">
            <a:miter lim="400000"/>
          </a:ln>
        </p:spPr>
        <p:txBody>
          <a:bodyPr lIns="109727" tIns="109727" rIns="109727" bIns="109727"/>
          <a:lstStyle/>
          <a:p>
            <a:endParaRPr/>
          </a:p>
        </p:txBody>
      </p:sp>
      <p:sp>
        <p:nvSpPr>
          <p:cNvPr id="553" name="Shape"/>
          <p:cNvSpPr/>
          <p:nvPr/>
        </p:nvSpPr>
        <p:spPr>
          <a:xfrm>
            <a:off x="6499563" y="11456175"/>
            <a:ext cx="390407" cy="287065"/>
          </a:xfrm>
          <a:custGeom>
            <a:avLst/>
            <a:gdLst/>
            <a:ahLst/>
            <a:cxnLst>
              <a:cxn ang="0">
                <a:pos x="wd2" y="hd2"/>
              </a:cxn>
              <a:cxn ang="5400000">
                <a:pos x="wd2" y="hd2"/>
              </a:cxn>
              <a:cxn ang="10800000">
                <a:pos x="wd2" y="hd2"/>
              </a:cxn>
              <a:cxn ang="16200000">
                <a:pos x="wd2" y="hd2"/>
              </a:cxn>
            </a:cxnLst>
            <a:rect l="0" t="0" r="r" b="b"/>
            <a:pathLst>
              <a:path w="21600" h="21600" extrusionOk="0">
                <a:moveTo>
                  <a:pt x="18454" y="13358"/>
                </a:moveTo>
                <a:cubicBezTo>
                  <a:pt x="17406" y="16200"/>
                  <a:pt x="17406" y="16200"/>
                  <a:pt x="17406" y="16200"/>
                </a:cubicBezTo>
                <a:cubicBezTo>
                  <a:pt x="5452" y="16200"/>
                  <a:pt x="5452" y="16200"/>
                  <a:pt x="5452" y="16200"/>
                </a:cubicBezTo>
                <a:cubicBezTo>
                  <a:pt x="2307" y="2842"/>
                  <a:pt x="2307" y="2842"/>
                  <a:pt x="2307" y="2842"/>
                </a:cubicBezTo>
                <a:cubicBezTo>
                  <a:pt x="839" y="2842"/>
                  <a:pt x="839" y="2842"/>
                  <a:pt x="839" y="2842"/>
                </a:cubicBezTo>
                <a:cubicBezTo>
                  <a:pt x="0" y="0"/>
                  <a:pt x="0" y="0"/>
                  <a:pt x="0" y="0"/>
                </a:cubicBezTo>
                <a:cubicBezTo>
                  <a:pt x="3984" y="0"/>
                  <a:pt x="3984" y="0"/>
                  <a:pt x="3984" y="0"/>
                </a:cubicBezTo>
                <a:cubicBezTo>
                  <a:pt x="7130" y="13358"/>
                  <a:pt x="7130" y="13358"/>
                  <a:pt x="7130" y="13358"/>
                </a:cubicBezTo>
                <a:lnTo>
                  <a:pt x="18454" y="13358"/>
                </a:lnTo>
                <a:close/>
                <a:moveTo>
                  <a:pt x="15309" y="19611"/>
                </a:moveTo>
                <a:cubicBezTo>
                  <a:pt x="15309" y="20747"/>
                  <a:pt x="14680" y="21600"/>
                  <a:pt x="13841" y="21600"/>
                </a:cubicBezTo>
                <a:cubicBezTo>
                  <a:pt x="13212" y="21600"/>
                  <a:pt x="12373" y="20747"/>
                  <a:pt x="12373" y="19611"/>
                </a:cubicBezTo>
                <a:cubicBezTo>
                  <a:pt x="12373" y="18758"/>
                  <a:pt x="13212" y="17621"/>
                  <a:pt x="13841" y="17621"/>
                </a:cubicBezTo>
                <a:cubicBezTo>
                  <a:pt x="14680" y="17621"/>
                  <a:pt x="15309" y="18758"/>
                  <a:pt x="15309" y="19611"/>
                </a:cubicBezTo>
                <a:close/>
                <a:moveTo>
                  <a:pt x="6711" y="5684"/>
                </a:moveTo>
                <a:cubicBezTo>
                  <a:pt x="6291" y="2842"/>
                  <a:pt x="6291" y="2842"/>
                  <a:pt x="6291" y="2842"/>
                </a:cubicBezTo>
                <a:cubicBezTo>
                  <a:pt x="12583" y="2842"/>
                  <a:pt x="12583" y="2842"/>
                  <a:pt x="12583" y="2842"/>
                </a:cubicBezTo>
                <a:cubicBezTo>
                  <a:pt x="12163" y="3695"/>
                  <a:pt x="11953" y="4547"/>
                  <a:pt x="11953" y="5684"/>
                </a:cubicBezTo>
                <a:lnTo>
                  <a:pt x="6711" y="5684"/>
                </a:lnTo>
                <a:close/>
                <a:moveTo>
                  <a:pt x="10695" y="19611"/>
                </a:moveTo>
                <a:cubicBezTo>
                  <a:pt x="10695" y="20747"/>
                  <a:pt x="10066" y="21600"/>
                  <a:pt x="9227" y="21600"/>
                </a:cubicBezTo>
                <a:cubicBezTo>
                  <a:pt x="8388" y="21600"/>
                  <a:pt x="7759" y="20747"/>
                  <a:pt x="7759" y="19611"/>
                </a:cubicBezTo>
                <a:cubicBezTo>
                  <a:pt x="7759" y="18758"/>
                  <a:pt x="8388" y="17621"/>
                  <a:pt x="9227" y="17621"/>
                </a:cubicBezTo>
                <a:cubicBezTo>
                  <a:pt x="10066" y="17621"/>
                  <a:pt x="10695" y="18758"/>
                  <a:pt x="10695" y="19611"/>
                </a:cubicBezTo>
                <a:close/>
                <a:moveTo>
                  <a:pt x="18035" y="8811"/>
                </a:moveTo>
                <a:cubicBezTo>
                  <a:pt x="18035" y="7389"/>
                  <a:pt x="18035" y="7389"/>
                  <a:pt x="18035" y="7389"/>
                </a:cubicBezTo>
                <a:cubicBezTo>
                  <a:pt x="15518" y="7389"/>
                  <a:pt x="15518" y="7389"/>
                  <a:pt x="15518" y="7389"/>
                </a:cubicBezTo>
                <a:cubicBezTo>
                  <a:pt x="15518" y="4832"/>
                  <a:pt x="15518" y="4832"/>
                  <a:pt x="15518" y="4832"/>
                </a:cubicBezTo>
                <a:cubicBezTo>
                  <a:pt x="18035" y="4832"/>
                  <a:pt x="18035" y="4832"/>
                  <a:pt x="18035" y="4832"/>
                </a:cubicBezTo>
                <a:cubicBezTo>
                  <a:pt x="18035" y="3126"/>
                  <a:pt x="18035" y="3126"/>
                  <a:pt x="18035" y="3126"/>
                </a:cubicBezTo>
                <a:cubicBezTo>
                  <a:pt x="20132" y="5968"/>
                  <a:pt x="20132" y="5968"/>
                  <a:pt x="20132" y="5968"/>
                </a:cubicBezTo>
                <a:lnTo>
                  <a:pt x="18035" y="8811"/>
                </a:lnTo>
                <a:close/>
                <a:moveTo>
                  <a:pt x="17616" y="284"/>
                </a:moveTo>
                <a:cubicBezTo>
                  <a:pt x="15309" y="284"/>
                  <a:pt x="13421" y="2842"/>
                  <a:pt x="13421" y="5968"/>
                </a:cubicBezTo>
                <a:cubicBezTo>
                  <a:pt x="13421" y="9095"/>
                  <a:pt x="15309" y="11653"/>
                  <a:pt x="17616" y="11653"/>
                </a:cubicBezTo>
                <a:cubicBezTo>
                  <a:pt x="19922" y="11653"/>
                  <a:pt x="21600" y="9095"/>
                  <a:pt x="21600" y="5968"/>
                </a:cubicBezTo>
                <a:cubicBezTo>
                  <a:pt x="21600" y="2842"/>
                  <a:pt x="19922" y="284"/>
                  <a:pt x="17616" y="284"/>
                </a:cubicBezTo>
                <a:close/>
              </a:path>
            </a:pathLst>
          </a:custGeom>
          <a:solidFill>
            <a:schemeClr val="accent4">
              <a:lumOff val="58054"/>
            </a:schemeClr>
          </a:solidFill>
          <a:ln w="12700">
            <a:miter lim="400000"/>
          </a:ln>
        </p:spPr>
        <p:txBody>
          <a:bodyPr lIns="109727" tIns="109727" rIns="109727" bIns="109727"/>
          <a:lstStyle/>
          <a:p>
            <a:endParaRPr/>
          </a:p>
        </p:txBody>
      </p:sp>
      <p:sp>
        <p:nvSpPr>
          <p:cNvPr id="554" name="Shape"/>
          <p:cNvSpPr/>
          <p:nvPr/>
        </p:nvSpPr>
        <p:spPr>
          <a:xfrm>
            <a:off x="12198126" y="10479346"/>
            <a:ext cx="390407" cy="275579"/>
          </a:xfrm>
          <a:custGeom>
            <a:avLst/>
            <a:gdLst/>
            <a:ahLst/>
            <a:cxnLst>
              <a:cxn ang="0">
                <a:pos x="wd2" y="hd2"/>
              </a:cxn>
              <a:cxn ang="5400000">
                <a:pos x="wd2" y="hd2"/>
              </a:cxn>
              <a:cxn ang="10800000">
                <a:pos x="wd2" y="hd2"/>
              </a:cxn>
              <a:cxn ang="16200000">
                <a:pos x="wd2" y="hd2"/>
              </a:cxn>
            </a:cxnLst>
            <a:rect l="0" t="0" r="r" b="b"/>
            <a:pathLst>
              <a:path w="21600" h="21600" extrusionOk="0">
                <a:moveTo>
                  <a:pt x="21600" y="9341"/>
                </a:moveTo>
                <a:cubicBezTo>
                  <a:pt x="19083" y="9341"/>
                  <a:pt x="19083" y="9341"/>
                  <a:pt x="19083" y="9341"/>
                </a:cubicBezTo>
                <a:cubicBezTo>
                  <a:pt x="19083" y="5546"/>
                  <a:pt x="19083" y="5546"/>
                  <a:pt x="19083" y="5546"/>
                </a:cubicBezTo>
                <a:cubicBezTo>
                  <a:pt x="16986" y="5546"/>
                  <a:pt x="16986" y="5546"/>
                  <a:pt x="16986" y="5546"/>
                </a:cubicBezTo>
                <a:cubicBezTo>
                  <a:pt x="16986" y="9341"/>
                  <a:pt x="16986" y="9341"/>
                  <a:pt x="16986" y="9341"/>
                </a:cubicBezTo>
                <a:cubicBezTo>
                  <a:pt x="14260" y="9341"/>
                  <a:pt x="14260" y="9341"/>
                  <a:pt x="14260" y="9341"/>
                </a:cubicBezTo>
                <a:cubicBezTo>
                  <a:pt x="14260" y="12259"/>
                  <a:pt x="14260" y="12259"/>
                  <a:pt x="14260" y="12259"/>
                </a:cubicBezTo>
                <a:cubicBezTo>
                  <a:pt x="16986" y="12259"/>
                  <a:pt x="16986" y="12259"/>
                  <a:pt x="16986" y="12259"/>
                </a:cubicBezTo>
                <a:cubicBezTo>
                  <a:pt x="16986" y="15762"/>
                  <a:pt x="16986" y="15762"/>
                  <a:pt x="16986" y="15762"/>
                </a:cubicBezTo>
                <a:cubicBezTo>
                  <a:pt x="19083" y="15762"/>
                  <a:pt x="19083" y="15762"/>
                  <a:pt x="19083" y="15762"/>
                </a:cubicBezTo>
                <a:cubicBezTo>
                  <a:pt x="19083" y="12259"/>
                  <a:pt x="19083" y="12259"/>
                  <a:pt x="19083" y="12259"/>
                </a:cubicBezTo>
                <a:cubicBezTo>
                  <a:pt x="21600" y="12259"/>
                  <a:pt x="21600" y="12259"/>
                  <a:pt x="21600" y="12259"/>
                </a:cubicBezTo>
                <a:lnTo>
                  <a:pt x="21600" y="9341"/>
                </a:lnTo>
                <a:close/>
                <a:moveTo>
                  <a:pt x="5662" y="4962"/>
                </a:moveTo>
                <a:cubicBezTo>
                  <a:pt x="5662" y="16346"/>
                  <a:pt x="5662" y="16346"/>
                  <a:pt x="5662" y="16346"/>
                </a:cubicBezTo>
                <a:cubicBezTo>
                  <a:pt x="12163" y="21600"/>
                  <a:pt x="12163" y="21600"/>
                  <a:pt x="12163" y="21600"/>
                </a:cubicBezTo>
                <a:cubicBezTo>
                  <a:pt x="12163" y="0"/>
                  <a:pt x="12163" y="0"/>
                  <a:pt x="12163" y="0"/>
                </a:cubicBezTo>
                <a:lnTo>
                  <a:pt x="5662" y="4962"/>
                </a:lnTo>
                <a:close/>
                <a:moveTo>
                  <a:pt x="4194" y="15762"/>
                </a:moveTo>
                <a:cubicBezTo>
                  <a:pt x="1468" y="15762"/>
                  <a:pt x="1468" y="15762"/>
                  <a:pt x="1468" y="15762"/>
                </a:cubicBezTo>
                <a:cubicBezTo>
                  <a:pt x="629" y="15762"/>
                  <a:pt x="0" y="14886"/>
                  <a:pt x="0" y="14011"/>
                </a:cubicBezTo>
                <a:cubicBezTo>
                  <a:pt x="0" y="7297"/>
                  <a:pt x="0" y="7297"/>
                  <a:pt x="0" y="7297"/>
                </a:cubicBezTo>
                <a:cubicBezTo>
                  <a:pt x="0" y="6422"/>
                  <a:pt x="629" y="5546"/>
                  <a:pt x="1468" y="5546"/>
                </a:cubicBezTo>
                <a:cubicBezTo>
                  <a:pt x="4194" y="5546"/>
                  <a:pt x="4194" y="5546"/>
                  <a:pt x="4194" y="5546"/>
                </a:cubicBezTo>
                <a:lnTo>
                  <a:pt x="4194" y="15762"/>
                </a:lnTo>
                <a:close/>
              </a:path>
            </a:pathLst>
          </a:custGeom>
          <a:solidFill>
            <a:schemeClr val="accent4">
              <a:lumOff val="58054"/>
            </a:schemeClr>
          </a:solidFill>
          <a:ln w="12700">
            <a:miter lim="400000"/>
          </a:ln>
        </p:spPr>
        <p:txBody>
          <a:bodyPr lIns="109727" tIns="109727" rIns="109727" bIns="109727"/>
          <a:lstStyle/>
          <a:p>
            <a:endParaRPr/>
          </a:p>
        </p:txBody>
      </p:sp>
      <p:sp>
        <p:nvSpPr>
          <p:cNvPr id="555" name="Shape"/>
          <p:cNvSpPr/>
          <p:nvPr/>
        </p:nvSpPr>
        <p:spPr>
          <a:xfrm>
            <a:off x="10334565" y="12353974"/>
            <a:ext cx="401890" cy="390407"/>
          </a:xfrm>
          <a:custGeom>
            <a:avLst/>
            <a:gdLst/>
            <a:ahLst/>
            <a:cxnLst>
              <a:cxn ang="0">
                <a:pos x="wd2" y="hd2"/>
              </a:cxn>
              <a:cxn ang="5400000">
                <a:pos x="wd2" y="hd2"/>
              </a:cxn>
              <a:cxn ang="10800000">
                <a:pos x="wd2" y="hd2"/>
              </a:cxn>
              <a:cxn ang="16200000">
                <a:pos x="wd2" y="hd2"/>
              </a:cxn>
            </a:cxnLst>
            <a:rect l="0" t="0" r="r" b="b"/>
            <a:pathLst>
              <a:path w="21600" h="21600" extrusionOk="0">
                <a:moveTo>
                  <a:pt x="15728" y="15938"/>
                </a:moveTo>
                <a:cubicBezTo>
                  <a:pt x="5872" y="15938"/>
                  <a:pt x="5872" y="15938"/>
                  <a:pt x="5872" y="15938"/>
                </a:cubicBezTo>
                <a:cubicBezTo>
                  <a:pt x="3984" y="15938"/>
                  <a:pt x="2517" y="14470"/>
                  <a:pt x="2517" y="12583"/>
                </a:cubicBezTo>
                <a:cubicBezTo>
                  <a:pt x="2517" y="11324"/>
                  <a:pt x="3355" y="10066"/>
                  <a:pt x="4404" y="9647"/>
                </a:cubicBezTo>
                <a:cubicBezTo>
                  <a:pt x="4404" y="8388"/>
                  <a:pt x="5452" y="7340"/>
                  <a:pt x="6711" y="7340"/>
                </a:cubicBezTo>
                <a:cubicBezTo>
                  <a:pt x="7340" y="7340"/>
                  <a:pt x="7759" y="7550"/>
                  <a:pt x="7969" y="7759"/>
                </a:cubicBezTo>
                <a:cubicBezTo>
                  <a:pt x="8808" y="6291"/>
                  <a:pt x="10276" y="5452"/>
                  <a:pt x="11744" y="5452"/>
                </a:cubicBezTo>
                <a:cubicBezTo>
                  <a:pt x="14260" y="5452"/>
                  <a:pt x="16148" y="7340"/>
                  <a:pt x="16357" y="9856"/>
                </a:cubicBezTo>
                <a:cubicBezTo>
                  <a:pt x="17616" y="10066"/>
                  <a:pt x="18874" y="11324"/>
                  <a:pt x="18874" y="12792"/>
                </a:cubicBezTo>
                <a:cubicBezTo>
                  <a:pt x="18874" y="14470"/>
                  <a:pt x="17406" y="15938"/>
                  <a:pt x="15728" y="15938"/>
                </a:cubicBezTo>
                <a:close/>
                <a:moveTo>
                  <a:pt x="0" y="0"/>
                </a:moveTo>
                <a:cubicBezTo>
                  <a:pt x="0" y="21600"/>
                  <a:pt x="0" y="21600"/>
                  <a:pt x="0" y="21600"/>
                </a:cubicBezTo>
                <a:cubicBezTo>
                  <a:pt x="21600" y="21600"/>
                  <a:pt x="21600" y="21600"/>
                  <a:pt x="21600" y="21600"/>
                </a:cubicBezTo>
                <a:cubicBezTo>
                  <a:pt x="21600" y="0"/>
                  <a:pt x="21600" y="0"/>
                  <a:pt x="21600" y="0"/>
                </a:cubicBez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556" name="Shape"/>
          <p:cNvSpPr/>
          <p:nvPr/>
        </p:nvSpPr>
        <p:spPr>
          <a:xfrm>
            <a:off x="11353086" y="5685732"/>
            <a:ext cx="275579" cy="397921"/>
          </a:xfrm>
          <a:custGeom>
            <a:avLst/>
            <a:gdLst/>
            <a:ahLst/>
            <a:cxnLst>
              <a:cxn ang="0">
                <a:pos x="wd2" y="hd2"/>
              </a:cxn>
              <a:cxn ang="5400000">
                <a:pos x="wd2" y="hd2"/>
              </a:cxn>
              <a:cxn ang="10800000">
                <a:pos x="wd2" y="hd2"/>
              </a:cxn>
              <a:cxn ang="16200000">
                <a:pos x="wd2" y="hd2"/>
              </a:cxn>
            </a:cxnLst>
            <a:rect l="0" t="0" r="r" b="b"/>
            <a:pathLst>
              <a:path w="21600" h="20793" extrusionOk="0">
                <a:moveTo>
                  <a:pt x="17222" y="2019"/>
                </a:moveTo>
                <a:cubicBezTo>
                  <a:pt x="18973" y="3029"/>
                  <a:pt x="19849" y="4240"/>
                  <a:pt x="19849" y="5451"/>
                </a:cubicBezTo>
                <a:cubicBezTo>
                  <a:pt x="19557" y="4442"/>
                  <a:pt x="18973" y="3634"/>
                  <a:pt x="17805" y="2827"/>
                </a:cubicBezTo>
                <a:cubicBezTo>
                  <a:pt x="12259" y="-807"/>
                  <a:pt x="3503" y="3836"/>
                  <a:pt x="7589" y="8277"/>
                </a:cubicBezTo>
                <a:cubicBezTo>
                  <a:pt x="8465" y="9286"/>
                  <a:pt x="9924" y="9892"/>
                  <a:pt x="11384" y="10094"/>
                </a:cubicBezTo>
                <a:cubicBezTo>
                  <a:pt x="12843" y="10296"/>
                  <a:pt x="14303" y="9892"/>
                  <a:pt x="15470" y="9488"/>
                </a:cubicBezTo>
                <a:cubicBezTo>
                  <a:pt x="16930" y="8681"/>
                  <a:pt x="17805" y="7470"/>
                  <a:pt x="17514" y="6057"/>
                </a:cubicBezTo>
                <a:cubicBezTo>
                  <a:pt x="16930" y="3432"/>
                  <a:pt x="12551" y="2827"/>
                  <a:pt x="10216" y="4240"/>
                </a:cubicBezTo>
                <a:cubicBezTo>
                  <a:pt x="9341" y="5047"/>
                  <a:pt x="9049" y="6057"/>
                  <a:pt x="9632" y="6864"/>
                </a:cubicBezTo>
                <a:cubicBezTo>
                  <a:pt x="10216" y="8075"/>
                  <a:pt x="11968" y="8681"/>
                  <a:pt x="13427" y="8075"/>
                </a:cubicBezTo>
                <a:cubicBezTo>
                  <a:pt x="15762" y="7268"/>
                  <a:pt x="14886" y="5249"/>
                  <a:pt x="12843" y="5451"/>
                </a:cubicBezTo>
                <a:cubicBezTo>
                  <a:pt x="12259" y="5653"/>
                  <a:pt x="11968" y="6258"/>
                  <a:pt x="13135" y="6460"/>
                </a:cubicBezTo>
                <a:cubicBezTo>
                  <a:pt x="13719" y="6460"/>
                  <a:pt x="13719" y="6864"/>
                  <a:pt x="12843" y="7268"/>
                </a:cubicBezTo>
                <a:cubicBezTo>
                  <a:pt x="11968" y="7470"/>
                  <a:pt x="11092" y="7268"/>
                  <a:pt x="10800" y="6662"/>
                </a:cubicBezTo>
                <a:cubicBezTo>
                  <a:pt x="10216" y="6057"/>
                  <a:pt x="10508" y="5451"/>
                  <a:pt x="11092" y="4845"/>
                </a:cubicBezTo>
                <a:cubicBezTo>
                  <a:pt x="12843" y="3836"/>
                  <a:pt x="15762" y="4442"/>
                  <a:pt x="16054" y="6258"/>
                </a:cubicBezTo>
                <a:cubicBezTo>
                  <a:pt x="16346" y="8075"/>
                  <a:pt x="14303" y="9488"/>
                  <a:pt x="11676" y="9085"/>
                </a:cubicBezTo>
                <a:cubicBezTo>
                  <a:pt x="10508" y="8883"/>
                  <a:pt x="9341" y="8479"/>
                  <a:pt x="8757" y="7873"/>
                </a:cubicBezTo>
                <a:cubicBezTo>
                  <a:pt x="5546" y="4240"/>
                  <a:pt x="12551" y="808"/>
                  <a:pt x="16930" y="3634"/>
                </a:cubicBezTo>
                <a:cubicBezTo>
                  <a:pt x="19557" y="5249"/>
                  <a:pt x="19265" y="7470"/>
                  <a:pt x="17805" y="8883"/>
                </a:cubicBezTo>
                <a:cubicBezTo>
                  <a:pt x="16054" y="10901"/>
                  <a:pt x="11676" y="11709"/>
                  <a:pt x="8173" y="9892"/>
                </a:cubicBezTo>
                <a:cubicBezTo>
                  <a:pt x="5254" y="8075"/>
                  <a:pt x="4670" y="5047"/>
                  <a:pt x="7005" y="2827"/>
                </a:cubicBezTo>
                <a:cubicBezTo>
                  <a:pt x="9632" y="808"/>
                  <a:pt x="14011" y="404"/>
                  <a:pt x="17222" y="2019"/>
                </a:cubicBezTo>
                <a:close/>
                <a:moveTo>
                  <a:pt x="12843" y="0"/>
                </a:moveTo>
                <a:cubicBezTo>
                  <a:pt x="7881" y="0"/>
                  <a:pt x="4086" y="2625"/>
                  <a:pt x="4086" y="6057"/>
                </a:cubicBezTo>
                <a:cubicBezTo>
                  <a:pt x="4086" y="9286"/>
                  <a:pt x="7881" y="11911"/>
                  <a:pt x="12843" y="11911"/>
                </a:cubicBezTo>
                <a:cubicBezTo>
                  <a:pt x="17514" y="11911"/>
                  <a:pt x="21600" y="9286"/>
                  <a:pt x="21600" y="6057"/>
                </a:cubicBezTo>
                <a:cubicBezTo>
                  <a:pt x="21600" y="2625"/>
                  <a:pt x="17514" y="0"/>
                  <a:pt x="12843" y="0"/>
                </a:cubicBezTo>
                <a:close/>
                <a:moveTo>
                  <a:pt x="7005" y="11709"/>
                </a:moveTo>
                <a:cubicBezTo>
                  <a:pt x="0" y="19986"/>
                  <a:pt x="0" y="19986"/>
                  <a:pt x="0" y="19986"/>
                </a:cubicBezTo>
                <a:cubicBezTo>
                  <a:pt x="1751" y="20793"/>
                  <a:pt x="1751" y="20793"/>
                  <a:pt x="1751" y="20793"/>
                </a:cubicBezTo>
                <a:cubicBezTo>
                  <a:pt x="8757" y="12516"/>
                  <a:pt x="8757" y="12516"/>
                  <a:pt x="8757" y="12516"/>
                </a:cubicBezTo>
                <a:cubicBezTo>
                  <a:pt x="8173" y="12314"/>
                  <a:pt x="7589" y="11911"/>
                  <a:pt x="7005" y="11709"/>
                </a:cubicBezTo>
                <a:close/>
              </a:path>
            </a:pathLst>
          </a:custGeom>
          <a:solidFill>
            <a:schemeClr val="accent4">
              <a:lumOff val="58054"/>
            </a:schemeClr>
          </a:solidFill>
          <a:ln w="12700">
            <a:miter lim="400000"/>
          </a:ln>
        </p:spPr>
        <p:txBody>
          <a:bodyPr lIns="109727" tIns="109727" rIns="109727" bIns="109727"/>
          <a:lstStyle/>
          <a:p>
            <a:endParaRPr/>
          </a:p>
        </p:txBody>
      </p:sp>
      <p:sp>
        <p:nvSpPr>
          <p:cNvPr id="557" name="Shape"/>
          <p:cNvSpPr/>
          <p:nvPr/>
        </p:nvSpPr>
        <p:spPr>
          <a:xfrm>
            <a:off x="11295678" y="6695093"/>
            <a:ext cx="390407" cy="252618"/>
          </a:xfrm>
          <a:custGeom>
            <a:avLst/>
            <a:gdLst/>
            <a:ahLst/>
            <a:cxnLst>
              <a:cxn ang="0">
                <a:pos x="wd2" y="hd2"/>
              </a:cxn>
              <a:cxn ang="5400000">
                <a:pos x="wd2" y="hd2"/>
              </a:cxn>
              <a:cxn ang="10800000">
                <a:pos x="wd2" y="hd2"/>
              </a:cxn>
              <a:cxn ang="16200000">
                <a:pos x="wd2" y="hd2"/>
              </a:cxn>
            </a:cxnLst>
            <a:rect l="0" t="0" r="r" b="b"/>
            <a:pathLst>
              <a:path w="21600" h="21600" extrusionOk="0">
                <a:moveTo>
                  <a:pt x="15728" y="5564"/>
                </a:moveTo>
                <a:cubicBezTo>
                  <a:pt x="12792" y="5564"/>
                  <a:pt x="12792" y="5564"/>
                  <a:pt x="12792" y="5564"/>
                </a:cubicBezTo>
                <a:cubicBezTo>
                  <a:pt x="11324" y="16036"/>
                  <a:pt x="11324" y="16036"/>
                  <a:pt x="11324" y="16036"/>
                </a:cubicBezTo>
                <a:cubicBezTo>
                  <a:pt x="13841" y="16036"/>
                  <a:pt x="13841" y="16036"/>
                  <a:pt x="13841" y="16036"/>
                </a:cubicBezTo>
                <a:cubicBezTo>
                  <a:pt x="15309" y="16036"/>
                  <a:pt x="16777" y="16036"/>
                  <a:pt x="17825" y="13745"/>
                </a:cubicBezTo>
                <a:cubicBezTo>
                  <a:pt x="19083" y="11127"/>
                  <a:pt x="19083" y="5564"/>
                  <a:pt x="15728" y="5564"/>
                </a:cubicBezTo>
                <a:close/>
                <a:moveTo>
                  <a:pt x="10066" y="16036"/>
                </a:moveTo>
                <a:cubicBezTo>
                  <a:pt x="11324" y="5564"/>
                  <a:pt x="11324" y="5564"/>
                  <a:pt x="11324" y="5564"/>
                </a:cubicBezTo>
                <a:cubicBezTo>
                  <a:pt x="9227" y="5564"/>
                  <a:pt x="9227" y="5564"/>
                  <a:pt x="9227" y="5564"/>
                </a:cubicBezTo>
                <a:cubicBezTo>
                  <a:pt x="8808" y="9164"/>
                  <a:pt x="8808" y="9164"/>
                  <a:pt x="8808" y="9164"/>
                </a:cubicBezTo>
                <a:cubicBezTo>
                  <a:pt x="6501" y="9164"/>
                  <a:pt x="6501" y="9164"/>
                  <a:pt x="6501" y="9164"/>
                </a:cubicBezTo>
                <a:cubicBezTo>
                  <a:pt x="7130" y="5564"/>
                  <a:pt x="7130" y="5564"/>
                  <a:pt x="7130" y="5564"/>
                </a:cubicBezTo>
                <a:cubicBezTo>
                  <a:pt x="5033" y="5564"/>
                  <a:pt x="5033" y="5564"/>
                  <a:pt x="5033" y="5564"/>
                </a:cubicBezTo>
                <a:cubicBezTo>
                  <a:pt x="3565" y="16036"/>
                  <a:pt x="3565" y="16036"/>
                  <a:pt x="3565" y="16036"/>
                </a:cubicBezTo>
                <a:cubicBezTo>
                  <a:pt x="5662" y="16036"/>
                  <a:pt x="5662" y="16036"/>
                  <a:pt x="5662" y="16036"/>
                </a:cubicBezTo>
                <a:cubicBezTo>
                  <a:pt x="6291" y="11782"/>
                  <a:pt x="6291" y="11782"/>
                  <a:pt x="6291" y="11782"/>
                </a:cubicBezTo>
                <a:cubicBezTo>
                  <a:pt x="8388" y="11782"/>
                  <a:pt x="8388" y="11782"/>
                  <a:pt x="8388" y="11782"/>
                </a:cubicBezTo>
                <a:cubicBezTo>
                  <a:pt x="7969" y="16036"/>
                  <a:pt x="7969" y="16036"/>
                  <a:pt x="7969" y="16036"/>
                </a:cubicBezTo>
                <a:lnTo>
                  <a:pt x="10066" y="16036"/>
                </a:lnTo>
                <a:close/>
                <a:moveTo>
                  <a:pt x="21600" y="3600"/>
                </a:moveTo>
                <a:cubicBezTo>
                  <a:pt x="21600" y="18000"/>
                  <a:pt x="21600" y="18000"/>
                  <a:pt x="21600" y="18000"/>
                </a:cubicBezTo>
                <a:cubicBezTo>
                  <a:pt x="21600" y="19964"/>
                  <a:pt x="20551" y="21600"/>
                  <a:pt x="19293" y="21600"/>
                </a:cubicBezTo>
                <a:cubicBezTo>
                  <a:pt x="2307" y="21600"/>
                  <a:pt x="2307" y="21600"/>
                  <a:pt x="2307" y="21600"/>
                </a:cubicBezTo>
                <a:cubicBezTo>
                  <a:pt x="1049" y="21600"/>
                  <a:pt x="0" y="19964"/>
                  <a:pt x="0" y="18000"/>
                </a:cubicBezTo>
                <a:cubicBezTo>
                  <a:pt x="0" y="3600"/>
                  <a:pt x="0" y="3600"/>
                  <a:pt x="0" y="3600"/>
                </a:cubicBezTo>
                <a:cubicBezTo>
                  <a:pt x="0" y="1636"/>
                  <a:pt x="1049" y="0"/>
                  <a:pt x="2307" y="0"/>
                </a:cubicBezTo>
                <a:cubicBezTo>
                  <a:pt x="19293" y="0"/>
                  <a:pt x="19293" y="0"/>
                  <a:pt x="19293" y="0"/>
                </a:cubicBezTo>
                <a:cubicBezTo>
                  <a:pt x="20551" y="0"/>
                  <a:pt x="21600" y="1636"/>
                  <a:pt x="21600" y="3600"/>
                </a:cubicBezTo>
                <a:close/>
                <a:moveTo>
                  <a:pt x="15309" y="13091"/>
                </a:moveTo>
                <a:cubicBezTo>
                  <a:pt x="14889" y="13091"/>
                  <a:pt x="13841" y="13091"/>
                  <a:pt x="13841" y="13091"/>
                </a:cubicBezTo>
                <a:cubicBezTo>
                  <a:pt x="14470" y="8182"/>
                  <a:pt x="14470" y="8182"/>
                  <a:pt x="14470" y="8182"/>
                </a:cubicBezTo>
                <a:cubicBezTo>
                  <a:pt x="15309" y="8182"/>
                  <a:pt x="15309" y="8182"/>
                  <a:pt x="15309" y="8182"/>
                </a:cubicBezTo>
                <a:cubicBezTo>
                  <a:pt x="17406" y="8182"/>
                  <a:pt x="16777" y="12764"/>
                  <a:pt x="15309" y="13091"/>
                </a:cubicBezTo>
                <a:close/>
              </a:path>
            </a:pathLst>
          </a:custGeom>
          <a:solidFill>
            <a:schemeClr val="accent4">
              <a:lumOff val="58054"/>
            </a:schemeClr>
          </a:solidFill>
          <a:ln w="12700">
            <a:miter lim="400000"/>
          </a:ln>
        </p:spPr>
        <p:txBody>
          <a:bodyPr lIns="109727" tIns="109727" rIns="109727" bIns="109727"/>
          <a:lstStyle/>
          <a:p>
            <a:endParaRPr/>
          </a:p>
        </p:txBody>
      </p:sp>
      <p:sp>
        <p:nvSpPr>
          <p:cNvPr id="558" name="Shape"/>
          <p:cNvSpPr/>
          <p:nvPr/>
        </p:nvSpPr>
        <p:spPr>
          <a:xfrm>
            <a:off x="11295678" y="8590262"/>
            <a:ext cx="390407" cy="247369"/>
          </a:xfrm>
          <a:custGeom>
            <a:avLst/>
            <a:gdLst/>
            <a:ahLst/>
            <a:cxnLst>
              <a:cxn ang="0">
                <a:pos x="wd2" y="hd2"/>
              </a:cxn>
              <a:cxn ang="5400000">
                <a:pos x="wd2" y="hd2"/>
              </a:cxn>
              <a:cxn ang="10800000">
                <a:pos x="wd2" y="hd2"/>
              </a:cxn>
              <a:cxn ang="16200000">
                <a:pos x="wd2" y="hd2"/>
              </a:cxn>
            </a:cxnLst>
            <a:rect l="0" t="0" r="r" b="b"/>
            <a:pathLst>
              <a:path w="21600" h="19389" extrusionOk="0">
                <a:moveTo>
                  <a:pt x="18874" y="16651"/>
                </a:moveTo>
                <a:cubicBezTo>
                  <a:pt x="17616" y="14826"/>
                  <a:pt x="17616" y="14826"/>
                  <a:pt x="17616" y="14826"/>
                </a:cubicBezTo>
                <a:cubicBezTo>
                  <a:pt x="16357" y="16651"/>
                  <a:pt x="16357" y="16651"/>
                  <a:pt x="16357" y="16651"/>
                </a:cubicBezTo>
                <a:cubicBezTo>
                  <a:pt x="15518" y="15434"/>
                  <a:pt x="15518" y="15434"/>
                  <a:pt x="15518" y="15434"/>
                </a:cubicBezTo>
                <a:cubicBezTo>
                  <a:pt x="16777" y="13609"/>
                  <a:pt x="16777" y="13609"/>
                  <a:pt x="16777" y="13609"/>
                </a:cubicBezTo>
                <a:cubicBezTo>
                  <a:pt x="15518" y="11783"/>
                  <a:pt x="15518" y="11783"/>
                  <a:pt x="15518" y="11783"/>
                </a:cubicBezTo>
                <a:cubicBezTo>
                  <a:pt x="16357" y="10566"/>
                  <a:pt x="16357" y="10566"/>
                  <a:pt x="16357" y="10566"/>
                </a:cubicBezTo>
                <a:cubicBezTo>
                  <a:pt x="17616" y="12392"/>
                  <a:pt x="17616" y="12392"/>
                  <a:pt x="17616" y="12392"/>
                </a:cubicBezTo>
                <a:cubicBezTo>
                  <a:pt x="18874" y="10566"/>
                  <a:pt x="18874" y="10566"/>
                  <a:pt x="18874" y="10566"/>
                </a:cubicBezTo>
                <a:cubicBezTo>
                  <a:pt x="19713" y="11783"/>
                  <a:pt x="19713" y="11783"/>
                  <a:pt x="19713" y="11783"/>
                </a:cubicBezTo>
                <a:cubicBezTo>
                  <a:pt x="18454" y="13609"/>
                  <a:pt x="18454" y="13609"/>
                  <a:pt x="18454" y="13609"/>
                </a:cubicBezTo>
                <a:cubicBezTo>
                  <a:pt x="19713" y="15434"/>
                  <a:pt x="19713" y="15434"/>
                  <a:pt x="19713" y="15434"/>
                </a:cubicBezTo>
                <a:lnTo>
                  <a:pt x="18874" y="16651"/>
                </a:lnTo>
                <a:close/>
                <a:moveTo>
                  <a:pt x="17616" y="7524"/>
                </a:moveTo>
                <a:cubicBezTo>
                  <a:pt x="15309" y="7524"/>
                  <a:pt x="13421" y="10262"/>
                  <a:pt x="13421" y="13609"/>
                </a:cubicBezTo>
                <a:cubicBezTo>
                  <a:pt x="13421" y="16955"/>
                  <a:pt x="15309" y="19389"/>
                  <a:pt x="17616" y="19389"/>
                </a:cubicBezTo>
                <a:cubicBezTo>
                  <a:pt x="19713" y="19389"/>
                  <a:pt x="21600" y="16955"/>
                  <a:pt x="21600" y="13609"/>
                </a:cubicBezTo>
                <a:cubicBezTo>
                  <a:pt x="21600" y="10262"/>
                  <a:pt x="19713" y="7524"/>
                  <a:pt x="17616" y="7524"/>
                </a:cubicBezTo>
                <a:close/>
                <a:moveTo>
                  <a:pt x="13631" y="19389"/>
                </a:moveTo>
                <a:cubicBezTo>
                  <a:pt x="4194" y="19389"/>
                  <a:pt x="4194" y="19389"/>
                  <a:pt x="4194" y="19389"/>
                </a:cubicBezTo>
                <a:cubicBezTo>
                  <a:pt x="1887" y="19389"/>
                  <a:pt x="0" y="16651"/>
                  <a:pt x="0" y="13304"/>
                </a:cubicBezTo>
                <a:cubicBezTo>
                  <a:pt x="0" y="10262"/>
                  <a:pt x="1678" y="7524"/>
                  <a:pt x="3775" y="7220"/>
                </a:cubicBezTo>
                <a:cubicBezTo>
                  <a:pt x="3775" y="4178"/>
                  <a:pt x="6291" y="2352"/>
                  <a:pt x="8179" y="3874"/>
                </a:cubicBezTo>
                <a:cubicBezTo>
                  <a:pt x="10905" y="-2211"/>
                  <a:pt x="16986" y="-690"/>
                  <a:pt x="18454" y="5395"/>
                </a:cubicBezTo>
                <a:cubicBezTo>
                  <a:pt x="16567" y="5090"/>
                  <a:pt x="14889" y="6003"/>
                  <a:pt x="13631" y="7828"/>
                </a:cubicBezTo>
                <a:cubicBezTo>
                  <a:pt x="12583" y="9350"/>
                  <a:pt x="11953" y="11479"/>
                  <a:pt x="11953" y="13609"/>
                </a:cubicBezTo>
                <a:cubicBezTo>
                  <a:pt x="11953" y="15738"/>
                  <a:pt x="12583" y="17868"/>
                  <a:pt x="13631" y="19389"/>
                </a:cubicBezTo>
                <a:close/>
              </a:path>
            </a:pathLst>
          </a:custGeom>
          <a:solidFill>
            <a:schemeClr val="accent4">
              <a:lumOff val="58054"/>
            </a:schemeClr>
          </a:solidFill>
          <a:ln w="12700">
            <a:miter lim="400000"/>
          </a:ln>
        </p:spPr>
        <p:txBody>
          <a:bodyPr lIns="109727" tIns="109727" rIns="109727" bIns="109727"/>
          <a:lstStyle/>
          <a:p>
            <a:endParaRPr/>
          </a:p>
        </p:txBody>
      </p:sp>
      <p:sp>
        <p:nvSpPr>
          <p:cNvPr id="559" name="Shape"/>
          <p:cNvSpPr/>
          <p:nvPr/>
        </p:nvSpPr>
        <p:spPr>
          <a:xfrm>
            <a:off x="11312898" y="11398764"/>
            <a:ext cx="355962" cy="401891"/>
          </a:xfrm>
          <a:custGeom>
            <a:avLst/>
            <a:gdLst/>
            <a:ahLst/>
            <a:cxnLst>
              <a:cxn ang="0">
                <a:pos x="wd2" y="hd2"/>
              </a:cxn>
              <a:cxn ang="5400000">
                <a:pos x="wd2" y="hd2"/>
              </a:cxn>
              <a:cxn ang="10800000">
                <a:pos x="wd2" y="hd2"/>
              </a:cxn>
              <a:cxn ang="16200000">
                <a:pos x="wd2" y="hd2"/>
              </a:cxn>
            </a:cxnLst>
            <a:rect l="0" t="0" r="r" b="b"/>
            <a:pathLst>
              <a:path w="21600" h="21600" extrusionOk="0">
                <a:moveTo>
                  <a:pt x="17419" y="7406"/>
                </a:moveTo>
                <a:lnTo>
                  <a:pt x="9058" y="7406"/>
                </a:lnTo>
                <a:lnTo>
                  <a:pt x="9058" y="21600"/>
                </a:lnTo>
                <a:lnTo>
                  <a:pt x="21600" y="21600"/>
                </a:lnTo>
                <a:lnTo>
                  <a:pt x="21600" y="11726"/>
                </a:lnTo>
                <a:lnTo>
                  <a:pt x="17419" y="7406"/>
                </a:lnTo>
                <a:close/>
                <a:moveTo>
                  <a:pt x="16026" y="9874"/>
                </a:moveTo>
                <a:lnTo>
                  <a:pt x="16026" y="12960"/>
                </a:lnTo>
                <a:lnTo>
                  <a:pt x="19510" y="12960"/>
                </a:lnTo>
                <a:lnTo>
                  <a:pt x="19510" y="19749"/>
                </a:lnTo>
                <a:lnTo>
                  <a:pt x="11148" y="19749"/>
                </a:lnTo>
                <a:lnTo>
                  <a:pt x="11148" y="9874"/>
                </a:lnTo>
                <a:lnTo>
                  <a:pt x="16026" y="9874"/>
                </a:lnTo>
                <a:close/>
                <a:moveTo>
                  <a:pt x="9058" y="0"/>
                </a:moveTo>
                <a:lnTo>
                  <a:pt x="0" y="0"/>
                </a:lnTo>
                <a:lnTo>
                  <a:pt x="0" y="16046"/>
                </a:lnTo>
                <a:lnTo>
                  <a:pt x="2787" y="16046"/>
                </a:lnTo>
                <a:lnTo>
                  <a:pt x="2787" y="2469"/>
                </a:lnTo>
                <a:lnTo>
                  <a:pt x="11845" y="2469"/>
                </a:lnTo>
                <a:lnTo>
                  <a:pt x="9058" y="0"/>
                </a:lnTo>
                <a:close/>
                <a:moveTo>
                  <a:pt x="13239" y="3703"/>
                </a:moveTo>
                <a:lnTo>
                  <a:pt x="4181" y="3703"/>
                </a:lnTo>
                <a:lnTo>
                  <a:pt x="4181" y="19131"/>
                </a:lnTo>
                <a:lnTo>
                  <a:pt x="6968" y="19131"/>
                </a:lnTo>
                <a:lnTo>
                  <a:pt x="6968" y="6171"/>
                </a:lnTo>
                <a:lnTo>
                  <a:pt x="16026" y="6171"/>
                </a:lnTo>
                <a:lnTo>
                  <a:pt x="13239" y="3703"/>
                </a:lnTo>
                <a:close/>
              </a:path>
            </a:pathLst>
          </a:custGeom>
          <a:solidFill>
            <a:schemeClr val="accent4">
              <a:lumOff val="58054"/>
            </a:schemeClr>
          </a:solidFill>
          <a:ln w="12700">
            <a:miter lim="400000"/>
          </a:ln>
        </p:spPr>
        <p:txBody>
          <a:bodyPr lIns="109727" tIns="109727" rIns="109727" bIns="109727"/>
          <a:lstStyle/>
          <a:p>
            <a:endParaRPr/>
          </a:p>
        </p:txBody>
      </p:sp>
      <p:sp>
        <p:nvSpPr>
          <p:cNvPr id="560" name="Shape"/>
          <p:cNvSpPr/>
          <p:nvPr/>
        </p:nvSpPr>
        <p:spPr>
          <a:xfrm>
            <a:off x="11295678" y="12353974"/>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6353" y="9529"/>
                </a:moveTo>
                <a:lnTo>
                  <a:pt x="21600" y="9529"/>
                </a:lnTo>
                <a:lnTo>
                  <a:pt x="21600" y="6353"/>
                </a:lnTo>
                <a:lnTo>
                  <a:pt x="6353" y="6353"/>
                </a:lnTo>
                <a:lnTo>
                  <a:pt x="6353" y="9529"/>
                </a:lnTo>
                <a:close/>
                <a:moveTo>
                  <a:pt x="6353" y="21600"/>
                </a:moveTo>
                <a:lnTo>
                  <a:pt x="21600" y="21600"/>
                </a:lnTo>
                <a:lnTo>
                  <a:pt x="21600" y="19059"/>
                </a:lnTo>
                <a:lnTo>
                  <a:pt x="6353" y="19059"/>
                </a:lnTo>
                <a:lnTo>
                  <a:pt x="6353" y="21600"/>
                </a:lnTo>
                <a:close/>
                <a:moveTo>
                  <a:pt x="6353" y="0"/>
                </a:moveTo>
                <a:lnTo>
                  <a:pt x="6353" y="3176"/>
                </a:lnTo>
                <a:lnTo>
                  <a:pt x="21600" y="3176"/>
                </a:lnTo>
                <a:lnTo>
                  <a:pt x="21600" y="0"/>
                </a:lnTo>
                <a:lnTo>
                  <a:pt x="6353" y="0"/>
                </a:lnTo>
                <a:close/>
                <a:moveTo>
                  <a:pt x="6353" y="15882"/>
                </a:moveTo>
                <a:lnTo>
                  <a:pt x="21600" y="15882"/>
                </a:lnTo>
                <a:lnTo>
                  <a:pt x="21600" y="12706"/>
                </a:lnTo>
                <a:lnTo>
                  <a:pt x="6353" y="12706"/>
                </a:lnTo>
                <a:lnTo>
                  <a:pt x="6353" y="15882"/>
                </a:lnTo>
                <a:close/>
                <a:moveTo>
                  <a:pt x="3176" y="6353"/>
                </a:moveTo>
                <a:lnTo>
                  <a:pt x="0" y="6353"/>
                </a:lnTo>
                <a:lnTo>
                  <a:pt x="0" y="9529"/>
                </a:lnTo>
                <a:lnTo>
                  <a:pt x="3176" y="9529"/>
                </a:lnTo>
                <a:lnTo>
                  <a:pt x="3176" y="6353"/>
                </a:lnTo>
                <a:close/>
                <a:moveTo>
                  <a:pt x="3176" y="0"/>
                </a:moveTo>
                <a:lnTo>
                  <a:pt x="0" y="0"/>
                </a:lnTo>
                <a:lnTo>
                  <a:pt x="0" y="3176"/>
                </a:lnTo>
                <a:lnTo>
                  <a:pt x="3176" y="3176"/>
                </a:lnTo>
                <a:lnTo>
                  <a:pt x="3176" y="0"/>
                </a:lnTo>
                <a:close/>
                <a:moveTo>
                  <a:pt x="3176" y="12706"/>
                </a:moveTo>
                <a:lnTo>
                  <a:pt x="0" y="12706"/>
                </a:lnTo>
                <a:lnTo>
                  <a:pt x="0" y="15882"/>
                </a:lnTo>
                <a:lnTo>
                  <a:pt x="3176" y="15882"/>
                </a:lnTo>
                <a:lnTo>
                  <a:pt x="3176" y="12706"/>
                </a:lnTo>
                <a:close/>
                <a:moveTo>
                  <a:pt x="3176" y="19059"/>
                </a:moveTo>
                <a:lnTo>
                  <a:pt x="3176" y="21600"/>
                </a:lnTo>
                <a:lnTo>
                  <a:pt x="0" y="21600"/>
                </a:lnTo>
                <a:lnTo>
                  <a:pt x="0" y="19059"/>
                </a:lnTo>
                <a:lnTo>
                  <a:pt x="3176" y="19059"/>
                </a:lnTo>
                <a:close/>
              </a:path>
            </a:pathLst>
          </a:custGeom>
          <a:solidFill>
            <a:schemeClr val="accent4">
              <a:lumOff val="58054"/>
            </a:schemeClr>
          </a:solidFill>
          <a:ln w="12700">
            <a:miter lim="400000"/>
          </a:ln>
        </p:spPr>
        <p:txBody>
          <a:bodyPr lIns="109727" tIns="109727" rIns="109727" bIns="109727"/>
          <a:lstStyle/>
          <a:p>
            <a:endParaRPr/>
          </a:p>
        </p:txBody>
      </p:sp>
      <p:sp>
        <p:nvSpPr>
          <p:cNvPr id="561" name="Shape"/>
          <p:cNvSpPr/>
          <p:nvPr/>
        </p:nvSpPr>
        <p:spPr>
          <a:xfrm>
            <a:off x="12209613" y="6626199"/>
            <a:ext cx="367444" cy="390407"/>
          </a:xfrm>
          <a:custGeom>
            <a:avLst/>
            <a:gdLst/>
            <a:ahLst/>
            <a:cxnLst>
              <a:cxn ang="0">
                <a:pos x="wd2" y="hd2"/>
              </a:cxn>
              <a:cxn ang="5400000">
                <a:pos x="wd2" y="hd2"/>
              </a:cxn>
              <a:cxn ang="10800000">
                <a:pos x="wd2" y="hd2"/>
              </a:cxn>
              <a:cxn ang="16200000">
                <a:pos x="wd2" y="hd2"/>
              </a:cxn>
            </a:cxnLst>
            <a:rect l="0" t="0" r="r" b="b"/>
            <a:pathLst>
              <a:path w="21600" h="21600" extrusionOk="0">
                <a:moveTo>
                  <a:pt x="18872" y="17196"/>
                </a:moveTo>
                <a:cubicBezTo>
                  <a:pt x="17280" y="15728"/>
                  <a:pt x="17280" y="15728"/>
                  <a:pt x="17280" y="15728"/>
                </a:cubicBezTo>
                <a:cubicBezTo>
                  <a:pt x="15461" y="17196"/>
                  <a:pt x="15461" y="17196"/>
                  <a:pt x="15461" y="17196"/>
                </a:cubicBezTo>
                <a:cubicBezTo>
                  <a:pt x="14552" y="16357"/>
                  <a:pt x="14552" y="16357"/>
                  <a:pt x="14552" y="16357"/>
                </a:cubicBezTo>
                <a:cubicBezTo>
                  <a:pt x="16371" y="14889"/>
                  <a:pt x="16371" y="14889"/>
                  <a:pt x="16371" y="14889"/>
                </a:cubicBezTo>
                <a:cubicBezTo>
                  <a:pt x="14552" y="13212"/>
                  <a:pt x="14552" y="13212"/>
                  <a:pt x="14552" y="13212"/>
                </a:cubicBezTo>
                <a:cubicBezTo>
                  <a:pt x="15461" y="12583"/>
                  <a:pt x="15461" y="12583"/>
                  <a:pt x="15461" y="12583"/>
                </a:cubicBezTo>
                <a:cubicBezTo>
                  <a:pt x="17280" y="14050"/>
                  <a:pt x="17280" y="14050"/>
                  <a:pt x="17280" y="14050"/>
                </a:cubicBezTo>
                <a:cubicBezTo>
                  <a:pt x="18872" y="12583"/>
                  <a:pt x="18872" y="12583"/>
                  <a:pt x="18872" y="12583"/>
                </a:cubicBezTo>
                <a:cubicBezTo>
                  <a:pt x="19781" y="13212"/>
                  <a:pt x="19781" y="13212"/>
                  <a:pt x="19781" y="13212"/>
                </a:cubicBezTo>
                <a:cubicBezTo>
                  <a:pt x="17962" y="14889"/>
                  <a:pt x="17962" y="14889"/>
                  <a:pt x="17962" y="14889"/>
                </a:cubicBezTo>
                <a:cubicBezTo>
                  <a:pt x="19781" y="16357"/>
                  <a:pt x="19781" y="16357"/>
                  <a:pt x="19781" y="16357"/>
                </a:cubicBezTo>
                <a:lnTo>
                  <a:pt x="18872" y="17196"/>
                </a:lnTo>
                <a:close/>
                <a:moveTo>
                  <a:pt x="17053" y="10695"/>
                </a:moveTo>
                <a:cubicBezTo>
                  <a:pt x="14779" y="10695"/>
                  <a:pt x="12733" y="12583"/>
                  <a:pt x="12733" y="14680"/>
                </a:cubicBezTo>
                <a:cubicBezTo>
                  <a:pt x="12733" y="16986"/>
                  <a:pt x="14779" y="18874"/>
                  <a:pt x="17053" y="18874"/>
                </a:cubicBezTo>
                <a:cubicBezTo>
                  <a:pt x="19554" y="18874"/>
                  <a:pt x="21600" y="16986"/>
                  <a:pt x="21600" y="14680"/>
                </a:cubicBezTo>
                <a:cubicBezTo>
                  <a:pt x="21600" y="12583"/>
                  <a:pt x="19554" y="10695"/>
                  <a:pt x="17053" y="10695"/>
                </a:cubicBezTo>
                <a:close/>
                <a:moveTo>
                  <a:pt x="10004" y="1258"/>
                </a:moveTo>
                <a:cubicBezTo>
                  <a:pt x="10459" y="1258"/>
                  <a:pt x="10686" y="1468"/>
                  <a:pt x="10686" y="1887"/>
                </a:cubicBezTo>
                <a:cubicBezTo>
                  <a:pt x="10686" y="2517"/>
                  <a:pt x="10459" y="2726"/>
                  <a:pt x="10004" y="2726"/>
                </a:cubicBezTo>
                <a:cubicBezTo>
                  <a:pt x="9549" y="2726"/>
                  <a:pt x="9095" y="2517"/>
                  <a:pt x="9095" y="1887"/>
                </a:cubicBezTo>
                <a:cubicBezTo>
                  <a:pt x="9095" y="1468"/>
                  <a:pt x="9549" y="1258"/>
                  <a:pt x="10004" y="1258"/>
                </a:cubicBezTo>
                <a:close/>
                <a:moveTo>
                  <a:pt x="11141" y="15728"/>
                </a:moveTo>
                <a:cubicBezTo>
                  <a:pt x="3411" y="15728"/>
                  <a:pt x="3411" y="15728"/>
                  <a:pt x="3411" y="15728"/>
                </a:cubicBezTo>
                <a:cubicBezTo>
                  <a:pt x="5457" y="13212"/>
                  <a:pt x="5229" y="9437"/>
                  <a:pt x="6366" y="6920"/>
                </a:cubicBezTo>
                <a:cubicBezTo>
                  <a:pt x="7048" y="5662"/>
                  <a:pt x="7958" y="4614"/>
                  <a:pt x="10004" y="4614"/>
                </a:cubicBezTo>
                <a:cubicBezTo>
                  <a:pt x="11823" y="4614"/>
                  <a:pt x="12960" y="5662"/>
                  <a:pt x="13415" y="6920"/>
                </a:cubicBezTo>
                <a:cubicBezTo>
                  <a:pt x="13869" y="7759"/>
                  <a:pt x="14097" y="8808"/>
                  <a:pt x="14324" y="9856"/>
                </a:cubicBezTo>
                <a:cubicBezTo>
                  <a:pt x="14779" y="9437"/>
                  <a:pt x="15461" y="9227"/>
                  <a:pt x="16143" y="9227"/>
                </a:cubicBezTo>
                <a:cubicBezTo>
                  <a:pt x="15688" y="6920"/>
                  <a:pt x="15006" y="4823"/>
                  <a:pt x="12960" y="3565"/>
                </a:cubicBezTo>
                <a:cubicBezTo>
                  <a:pt x="12278" y="3355"/>
                  <a:pt x="12051" y="2726"/>
                  <a:pt x="12051" y="2097"/>
                </a:cubicBezTo>
                <a:cubicBezTo>
                  <a:pt x="12051" y="2097"/>
                  <a:pt x="12051" y="2097"/>
                  <a:pt x="12051" y="1887"/>
                </a:cubicBezTo>
                <a:cubicBezTo>
                  <a:pt x="12051" y="839"/>
                  <a:pt x="11141" y="0"/>
                  <a:pt x="10004" y="0"/>
                </a:cubicBezTo>
                <a:cubicBezTo>
                  <a:pt x="8867" y="0"/>
                  <a:pt x="7958" y="839"/>
                  <a:pt x="7958" y="1887"/>
                </a:cubicBezTo>
                <a:cubicBezTo>
                  <a:pt x="7958" y="2097"/>
                  <a:pt x="7958" y="2097"/>
                  <a:pt x="7958" y="2097"/>
                </a:cubicBezTo>
                <a:cubicBezTo>
                  <a:pt x="7958" y="2726"/>
                  <a:pt x="7503" y="3355"/>
                  <a:pt x="6821" y="3565"/>
                </a:cubicBezTo>
                <a:cubicBezTo>
                  <a:pt x="2274" y="6082"/>
                  <a:pt x="4775" y="14260"/>
                  <a:pt x="0" y="15518"/>
                </a:cubicBezTo>
                <a:cubicBezTo>
                  <a:pt x="0" y="17406"/>
                  <a:pt x="0" y="17406"/>
                  <a:pt x="0" y="17406"/>
                </a:cubicBezTo>
                <a:cubicBezTo>
                  <a:pt x="11823" y="17406"/>
                  <a:pt x="11823" y="17406"/>
                  <a:pt x="11823" y="17406"/>
                </a:cubicBezTo>
                <a:cubicBezTo>
                  <a:pt x="11368" y="16986"/>
                  <a:pt x="11141" y="16357"/>
                  <a:pt x="11141" y="15728"/>
                </a:cubicBezTo>
                <a:close/>
                <a:moveTo>
                  <a:pt x="7048" y="19083"/>
                </a:moveTo>
                <a:cubicBezTo>
                  <a:pt x="12733" y="19083"/>
                  <a:pt x="12733" y="19083"/>
                  <a:pt x="12733" y="19083"/>
                </a:cubicBezTo>
                <a:cubicBezTo>
                  <a:pt x="12733" y="20551"/>
                  <a:pt x="11596" y="21600"/>
                  <a:pt x="10004" y="21600"/>
                </a:cubicBezTo>
                <a:cubicBezTo>
                  <a:pt x="8413" y="21600"/>
                  <a:pt x="7048" y="20551"/>
                  <a:pt x="7048" y="19083"/>
                </a:cubicBezTo>
                <a:close/>
              </a:path>
            </a:pathLst>
          </a:custGeom>
          <a:solidFill>
            <a:schemeClr val="accent4">
              <a:lumOff val="58054"/>
            </a:schemeClr>
          </a:solidFill>
          <a:ln w="12700">
            <a:miter lim="400000"/>
          </a:ln>
        </p:spPr>
        <p:txBody>
          <a:bodyPr lIns="109727" tIns="109727" rIns="109727" bIns="109727"/>
          <a:lstStyle/>
          <a:p>
            <a:endParaRPr/>
          </a:p>
        </p:txBody>
      </p:sp>
      <p:sp>
        <p:nvSpPr>
          <p:cNvPr id="562" name="Shape"/>
          <p:cNvSpPr/>
          <p:nvPr/>
        </p:nvSpPr>
        <p:spPr>
          <a:xfrm>
            <a:off x="12221092" y="7563910"/>
            <a:ext cx="344473" cy="390407"/>
          </a:xfrm>
          <a:custGeom>
            <a:avLst/>
            <a:gdLst/>
            <a:ahLst/>
            <a:cxnLst>
              <a:cxn ang="0">
                <a:pos x="wd2" y="hd2"/>
              </a:cxn>
              <a:cxn ang="5400000">
                <a:pos x="wd2" y="hd2"/>
              </a:cxn>
              <a:cxn ang="10800000">
                <a:pos x="wd2" y="hd2"/>
              </a:cxn>
              <a:cxn ang="16200000">
                <a:pos x="wd2" y="hd2"/>
              </a:cxn>
            </a:cxnLst>
            <a:rect l="0" t="0" r="r" b="b"/>
            <a:pathLst>
              <a:path w="21600" h="21600" extrusionOk="0">
                <a:moveTo>
                  <a:pt x="14804" y="17825"/>
                </a:moveTo>
                <a:cubicBezTo>
                  <a:pt x="6796" y="17825"/>
                  <a:pt x="6796" y="17825"/>
                  <a:pt x="6796" y="17825"/>
                </a:cubicBezTo>
                <a:cubicBezTo>
                  <a:pt x="6796" y="20551"/>
                  <a:pt x="6796" y="20551"/>
                  <a:pt x="6796" y="20551"/>
                </a:cubicBezTo>
                <a:cubicBezTo>
                  <a:pt x="14804" y="20551"/>
                  <a:pt x="14804" y="20551"/>
                  <a:pt x="14804" y="20551"/>
                </a:cubicBezTo>
                <a:lnTo>
                  <a:pt x="14804" y="17825"/>
                </a:lnTo>
                <a:close/>
                <a:moveTo>
                  <a:pt x="15047" y="16567"/>
                </a:moveTo>
                <a:cubicBezTo>
                  <a:pt x="16018" y="16567"/>
                  <a:pt x="16018" y="16567"/>
                  <a:pt x="16018" y="16567"/>
                </a:cubicBezTo>
                <a:cubicBezTo>
                  <a:pt x="16018" y="21600"/>
                  <a:pt x="16018" y="21600"/>
                  <a:pt x="16018" y="21600"/>
                </a:cubicBezTo>
                <a:cubicBezTo>
                  <a:pt x="5582" y="21600"/>
                  <a:pt x="5582" y="21600"/>
                  <a:pt x="5582" y="21600"/>
                </a:cubicBezTo>
                <a:cubicBezTo>
                  <a:pt x="5582" y="16567"/>
                  <a:pt x="5582" y="16567"/>
                  <a:pt x="5582" y="16567"/>
                </a:cubicBezTo>
                <a:cubicBezTo>
                  <a:pt x="6796" y="16567"/>
                  <a:pt x="6796" y="16567"/>
                  <a:pt x="6796" y="16567"/>
                </a:cubicBezTo>
                <a:cubicBezTo>
                  <a:pt x="8494" y="16567"/>
                  <a:pt x="9465" y="15518"/>
                  <a:pt x="9465" y="14050"/>
                </a:cubicBezTo>
                <a:cubicBezTo>
                  <a:pt x="10193" y="14470"/>
                  <a:pt x="11407" y="14470"/>
                  <a:pt x="12135" y="14050"/>
                </a:cubicBezTo>
                <a:cubicBezTo>
                  <a:pt x="12135" y="15938"/>
                  <a:pt x="13348" y="16567"/>
                  <a:pt x="15047" y="16567"/>
                </a:cubicBezTo>
                <a:close/>
                <a:moveTo>
                  <a:pt x="12378" y="18454"/>
                </a:moveTo>
                <a:cubicBezTo>
                  <a:pt x="7766" y="18454"/>
                  <a:pt x="7766" y="18454"/>
                  <a:pt x="7766" y="18454"/>
                </a:cubicBezTo>
                <a:cubicBezTo>
                  <a:pt x="7766" y="18874"/>
                  <a:pt x="7766" y="18874"/>
                  <a:pt x="7766" y="18874"/>
                </a:cubicBezTo>
                <a:cubicBezTo>
                  <a:pt x="12378" y="18874"/>
                  <a:pt x="12378" y="18874"/>
                  <a:pt x="12378" y="18874"/>
                </a:cubicBezTo>
                <a:lnTo>
                  <a:pt x="12378" y="18454"/>
                </a:lnTo>
                <a:close/>
                <a:moveTo>
                  <a:pt x="10193" y="19293"/>
                </a:moveTo>
                <a:cubicBezTo>
                  <a:pt x="7766" y="19293"/>
                  <a:pt x="7766" y="19293"/>
                  <a:pt x="7766" y="19293"/>
                </a:cubicBezTo>
                <a:cubicBezTo>
                  <a:pt x="7766" y="19922"/>
                  <a:pt x="7766" y="19922"/>
                  <a:pt x="7766" y="19922"/>
                </a:cubicBezTo>
                <a:cubicBezTo>
                  <a:pt x="10193" y="19922"/>
                  <a:pt x="10193" y="19922"/>
                  <a:pt x="10193" y="19922"/>
                </a:cubicBezTo>
                <a:lnTo>
                  <a:pt x="10193" y="19293"/>
                </a:lnTo>
                <a:close/>
                <a:moveTo>
                  <a:pt x="5825" y="2097"/>
                </a:moveTo>
                <a:cubicBezTo>
                  <a:pt x="5825" y="2936"/>
                  <a:pt x="8494" y="3146"/>
                  <a:pt x="10921" y="3146"/>
                </a:cubicBezTo>
                <a:cubicBezTo>
                  <a:pt x="13106" y="3146"/>
                  <a:pt x="15775" y="2936"/>
                  <a:pt x="15775" y="2097"/>
                </a:cubicBezTo>
                <a:cubicBezTo>
                  <a:pt x="15775" y="1468"/>
                  <a:pt x="13348" y="1049"/>
                  <a:pt x="10921" y="1049"/>
                </a:cubicBezTo>
                <a:cubicBezTo>
                  <a:pt x="8252" y="1049"/>
                  <a:pt x="5825" y="1468"/>
                  <a:pt x="5825" y="2097"/>
                </a:cubicBezTo>
                <a:close/>
                <a:moveTo>
                  <a:pt x="10193" y="10276"/>
                </a:moveTo>
                <a:cubicBezTo>
                  <a:pt x="8737" y="8388"/>
                  <a:pt x="8252" y="6082"/>
                  <a:pt x="7766" y="3984"/>
                </a:cubicBezTo>
                <a:cubicBezTo>
                  <a:pt x="7281" y="3984"/>
                  <a:pt x="6796" y="3775"/>
                  <a:pt x="6553" y="3775"/>
                </a:cubicBezTo>
                <a:cubicBezTo>
                  <a:pt x="7038" y="6501"/>
                  <a:pt x="8494" y="8598"/>
                  <a:pt x="10193" y="10276"/>
                </a:cubicBezTo>
                <a:close/>
                <a:moveTo>
                  <a:pt x="4611" y="2097"/>
                </a:moveTo>
                <a:cubicBezTo>
                  <a:pt x="4611" y="419"/>
                  <a:pt x="8252" y="0"/>
                  <a:pt x="10921" y="0"/>
                </a:cubicBezTo>
                <a:cubicBezTo>
                  <a:pt x="13348" y="0"/>
                  <a:pt x="16989" y="419"/>
                  <a:pt x="16989" y="2517"/>
                </a:cubicBezTo>
                <a:cubicBezTo>
                  <a:pt x="16503" y="8598"/>
                  <a:pt x="12620" y="10695"/>
                  <a:pt x="12135" y="13002"/>
                </a:cubicBezTo>
                <a:cubicBezTo>
                  <a:pt x="11407" y="13421"/>
                  <a:pt x="10193" y="13421"/>
                  <a:pt x="9465" y="13002"/>
                </a:cubicBezTo>
                <a:cubicBezTo>
                  <a:pt x="8980" y="10695"/>
                  <a:pt x="4854" y="8598"/>
                  <a:pt x="4611" y="2097"/>
                </a:cubicBezTo>
                <a:close/>
                <a:moveTo>
                  <a:pt x="18202" y="2097"/>
                </a:moveTo>
                <a:cubicBezTo>
                  <a:pt x="18202" y="2307"/>
                  <a:pt x="18202" y="2726"/>
                  <a:pt x="18202" y="3146"/>
                </a:cubicBezTo>
                <a:cubicBezTo>
                  <a:pt x="20387" y="3146"/>
                  <a:pt x="20387" y="3146"/>
                  <a:pt x="20387" y="3146"/>
                </a:cubicBezTo>
                <a:cubicBezTo>
                  <a:pt x="19901" y="4404"/>
                  <a:pt x="19173" y="6291"/>
                  <a:pt x="16989" y="7550"/>
                </a:cubicBezTo>
                <a:cubicBezTo>
                  <a:pt x="16746" y="8179"/>
                  <a:pt x="16261" y="8598"/>
                  <a:pt x="16018" y="9227"/>
                </a:cubicBezTo>
                <a:cubicBezTo>
                  <a:pt x="19416" y="7969"/>
                  <a:pt x="21357" y="5033"/>
                  <a:pt x="21600" y="2097"/>
                </a:cubicBezTo>
                <a:cubicBezTo>
                  <a:pt x="18202" y="2097"/>
                  <a:pt x="18202" y="2097"/>
                  <a:pt x="18202" y="2097"/>
                </a:cubicBezTo>
                <a:close/>
                <a:moveTo>
                  <a:pt x="4611" y="7550"/>
                </a:moveTo>
                <a:cubicBezTo>
                  <a:pt x="5097" y="8179"/>
                  <a:pt x="5339" y="8598"/>
                  <a:pt x="5582" y="9227"/>
                </a:cubicBezTo>
                <a:cubicBezTo>
                  <a:pt x="2184" y="7969"/>
                  <a:pt x="243" y="5033"/>
                  <a:pt x="0" y="2097"/>
                </a:cubicBezTo>
                <a:cubicBezTo>
                  <a:pt x="3398" y="2097"/>
                  <a:pt x="3398" y="2097"/>
                  <a:pt x="3398" y="2097"/>
                </a:cubicBezTo>
                <a:cubicBezTo>
                  <a:pt x="3398" y="2307"/>
                  <a:pt x="3398" y="2726"/>
                  <a:pt x="3398" y="3146"/>
                </a:cubicBezTo>
                <a:cubicBezTo>
                  <a:pt x="1213" y="3146"/>
                  <a:pt x="1213" y="3146"/>
                  <a:pt x="1213" y="3146"/>
                </a:cubicBezTo>
                <a:cubicBezTo>
                  <a:pt x="1699" y="4404"/>
                  <a:pt x="2427" y="6291"/>
                  <a:pt x="4611" y="7550"/>
                </a:cubicBezTo>
                <a:close/>
              </a:path>
            </a:pathLst>
          </a:custGeom>
          <a:solidFill>
            <a:schemeClr val="accent4">
              <a:lumOff val="58054"/>
            </a:schemeClr>
          </a:solidFill>
          <a:ln w="12700">
            <a:miter lim="400000"/>
          </a:ln>
        </p:spPr>
        <p:txBody>
          <a:bodyPr lIns="109727" tIns="109727" rIns="109727" bIns="109727"/>
          <a:lstStyle/>
          <a:p>
            <a:endParaRPr/>
          </a:p>
        </p:txBody>
      </p:sp>
      <p:sp>
        <p:nvSpPr>
          <p:cNvPr id="563" name="Shape"/>
          <p:cNvSpPr/>
          <p:nvPr/>
        </p:nvSpPr>
        <p:spPr>
          <a:xfrm>
            <a:off x="12192383" y="8562053"/>
            <a:ext cx="401891" cy="275578"/>
          </a:xfrm>
          <a:custGeom>
            <a:avLst/>
            <a:gdLst/>
            <a:ahLst/>
            <a:cxnLst>
              <a:cxn ang="0">
                <a:pos x="wd2" y="hd2"/>
              </a:cxn>
              <a:cxn ang="5400000">
                <a:pos x="wd2" y="hd2"/>
              </a:cxn>
              <a:cxn ang="10800000">
                <a:pos x="wd2" y="hd2"/>
              </a:cxn>
              <a:cxn ang="16200000">
                <a:pos x="wd2" y="hd2"/>
              </a:cxn>
            </a:cxnLst>
            <a:rect l="0" t="0" r="r" b="b"/>
            <a:pathLst>
              <a:path w="21600" h="21600" extrusionOk="0">
                <a:moveTo>
                  <a:pt x="13631" y="17037"/>
                </a:moveTo>
                <a:cubicBezTo>
                  <a:pt x="14050" y="17341"/>
                  <a:pt x="15728" y="18862"/>
                  <a:pt x="17406" y="21600"/>
                </a:cubicBezTo>
                <a:cubicBezTo>
                  <a:pt x="18874" y="20687"/>
                  <a:pt x="20132" y="19775"/>
                  <a:pt x="21600" y="18862"/>
                </a:cubicBezTo>
                <a:cubicBezTo>
                  <a:pt x="20971" y="16732"/>
                  <a:pt x="21390" y="15211"/>
                  <a:pt x="20761" y="13082"/>
                </a:cubicBezTo>
                <a:cubicBezTo>
                  <a:pt x="20551" y="12169"/>
                  <a:pt x="20132" y="11561"/>
                  <a:pt x="19503" y="11561"/>
                </a:cubicBezTo>
                <a:cubicBezTo>
                  <a:pt x="19293" y="11561"/>
                  <a:pt x="19293" y="11256"/>
                  <a:pt x="19293" y="11256"/>
                </a:cubicBezTo>
                <a:cubicBezTo>
                  <a:pt x="19503" y="12169"/>
                  <a:pt x="19503" y="12169"/>
                  <a:pt x="19503" y="12169"/>
                </a:cubicBezTo>
                <a:cubicBezTo>
                  <a:pt x="19503" y="12473"/>
                  <a:pt x="19503" y="12473"/>
                  <a:pt x="19293" y="12777"/>
                </a:cubicBezTo>
                <a:cubicBezTo>
                  <a:pt x="19293" y="12777"/>
                  <a:pt x="19083" y="12777"/>
                  <a:pt x="19083" y="12473"/>
                </a:cubicBezTo>
                <a:cubicBezTo>
                  <a:pt x="18874" y="11865"/>
                  <a:pt x="18874" y="11865"/>
                  <a:pt x="18874" y="11865"/>
                </a:cubicBezTo>
                <a:cubicBezTo>
                  <a:pt x="18664" y="11561"/>
                  <a:pt x="18454" y="11256"/>
                  <a:pt x="18454" y="11256"/>
                </a:cubicBezTo>
                <a:cubicBezTo>
                  <a:pt x="18245" y="11256"/>
                  <a:pt x="17825" y="11256"/>
                  <a:pt x="17616" y="11256"/>
                </a:cubicBezTo>
                <a:cubicBezTo>
                  <a:pt x="17825" y="12473"/>
                  <a:pt x="17825" y="12473"/>
                  <a:pt x="17825" y="12473"/>
                </a:cubicBezTo>
                <a:cubicBezTo>
                  <a:pt x="18035" y="12473"/>
                  <a:pt x="17825" y="12777"/>
                  <a:pt x="17825" y="12777"/>
                </a:cubicBezTo>
                <a:cubicBezTo>
                  <a:pt x="17616" y="12777"/>
                  <a:pt x="17406" y="12777"/>
                  <a:pt x="17406" y="12777"/>
                </a:cubicBezTo>
                <a:cubicBezTo>
                  <a:pt x="17196" y="11865"/>
                  <a:pt x="17196" y="11865"/>
                  <a:pt x="17196" y="11865"/>
                </a:cubicBezTo>
                <a:cubicBezTo>
                  <a:pt x="17196" y="11561"/>
                  <a:pt x="16986" y="11256"/>
                  <a:pt x="16777" y="11256"/>
                </a:cubicBezTo>
                <a:cubicBezTo>
                  <a:pt x="16357" y="11256"/>
                  <a:pt x="16148" y="11256"/>
                  <a:pt x="15938" y="11256"/>
                </a:cubicBezTo>
                <a:cubicBezTo>
                  <a:pt x="16357" y="12473"/>
                  <a:pt x="16357" y="12473"/>
                  <a:pt x="16357" y="12473"/>
                </a:cubicBezTo>
                <a:cubicBezTo>
                  <a:pt x="16357" y="12777"/>
                  <a:pt x="16357" y="12777"/>
                  <a:pt x="16148" y="13082"/>
                </a:cubicBezTo>
                <a:cubicBezTo>
                  <a:pt x="15938" y="13082"/>
                  <a:pt x="15938" y="13082"/>
                  <a:pt x="15728" y="12777"/>
                </a:cubicBezTo>
                <a:cubicBezTo>
                  <a:pt x="14680" y="8518"/>
                  <a:pt x="14680" y="8518"/>
                  <a:pt x="14680" y="8518"/>
                </a:cubicBezTo>
                <a:cubicBezTo>
                  <a:pt x="14470" y="8214"/>
                  <a:pt x="14050" y="7910"/>
                  <a:pt x="13631" y="8214"/>
                </a:cubicBezTo>
                <a:cubicBezTo>
                  <a:pt x="13212" y="8214"/>
                  <a:pt x="13212" y="8823"/>
                  <a:pt x="13212" y="9431"/>
                </a:cubicBezTo>
                <a:cubicBezTo>
                  <a:pt x="15099" y="15515"/>
                  <a:pt x="15099" y="15515"/>
                  <a:pt x="15099" y="15515"/>
                </a:cubicBezTo>
                <a:cubicBezTo>
                  <a:pt x="15099" y="15515"/>
                  <a:pt x="14680" y="15211"/>
                  <a:pt x="14050" y="14907"/>
                </a:cubicBezTo>
                <a:cubicBezTo>
                  <a:pt x="13631" y="14907"/>
                  <a:pt x="13212" y="14907"/>
                  <a:pt x="13002" y="15515"/>
                </a:cubicBezTo>
                <a:cubicBezTo>
                  <a:pt x="12792" y="16124"/>
                  <a:pt x="13002" y="16732"/>
                  <a:pt x="13631" y="17037"/>
                </a:cubicBezTo>
                <a:close/>
                <a:moveTo>
                  <a:pt x="12583" y="8823"/>
                </a:moveTo>
                <a:cubicBezTo>
                  <a:pt x="12583" y="8214"/>
                  <a:pt x="12792" y="7301"/>
                  <a:pt x="13421" y="6997"/>
                </a:cubicBezTo>
                <a:cubicBezTo>
                  <a:pt x="13841" y="6693"/>
                  <a:pt x="14470" y="6997"/>
                  <a:pt x="14889" y="7606"/>
                </a:cubicBezTo>
                <a:cubicBezTo>
                  <a:pt x="14680" y="6389"/>
                  <a:pt x="13841" y="5476"/>
                  <a:pt x="13002" y="6085"/>
                </a:cubicBezTo>
                <a:cubicBezTo>
                  <a:pt x="12163" y="6389"/>
                  <a:pt x="11953" y="7910"/>
                  <a:pt x="12583" y="8823"/>
                </a:cubicBezTo>
                <a:close/>
                <a:moveTo>
                  <a:pt x="5662" y="7606"/>
                </a:moveTo>
                <a:cubicBezTo>
                  <a:pt x="7340" y="7606"/>
                  <a:pt x="7340" y="7606"/>
                  <a:pt x="7340" y="7606"/>
                </a:cubicBezTo>
                <a:cubicBezTo>
                  <a:pt x="7340" y="5476"/>
                  <a:pt x="7340" y="5476"/>
                  <a:pt x="7340" y="5476"/>
                </a:cubicBezTo>
                <a:cubicBezTo>
                  <a:pt x="5662" y="5476"/>
                  <a:pt x="5662" y="5476"/>
                  <a:pt x="5662" y="5476"/>
                </a:cubicBezTo>
                <a:cubicBezTo>
                  <a:pt x="5662" y="7606"/>
                  <a:pt x="5662" y="7606"/>
                  <a:pt x="5662" y="7606"/>
                </a:cubicBezTo>
                <a:close/>
                <a:moveTo>
                  <a:pt x="6711" y="4563"/>
                </a:moveTo>
                <a:cubicBezTo>
                  <a:pt x="8388" y="4563"/>
                  <a:pt x="8388" y="4563"/>
                  <a:pt x="8388" y="4563"/>
                </a:cubicBezTo>
                <a:cubicBezTo>
                  <a:pt x="8388" y="2738"/>
                  <a:pt x="8388" y="2738"/>
                  <a:pt x="8388" y="2738"/>
                </a:cubicBezTo>
                <a:cubicBezTo>
                  <a:pt x="6711" y="2738"/>
                  <a:pt x="6711" y="2738"/>
                  <a:pt x="6711" y="2738"/>
                </a:cubicBezTo>
                <a:lnTo>
                  <a:pt x="6711" y="4563"/>
                </a:lnTo>
                <a:close/>
                <a:moveTo>
                  <a:pt x="4614" y="4563"/>
                </a:moveTo>
                <a:cubicBezTo>
                  <a:pt x="6082" y="4563"/>
                  <a:pt x="6082" y="4563"/>
                  <a:pt x="6082" y="4563"/>
                </a:cubicBezTo>
                <a:cubicBezTo>
                  <a:pt x="6082" y="2738"/>
                  <a:pt x="6082" y="2738"/>
                  <a:pt x="6082" y="2738"/>
                </a:cubicBezTo>
                <a:cubicBezTo>
                  <a:pt x="4614" y="2738"/>
                  <a:pt x="4614" y="2738"/>
                  <a:pt x="4614" y="2738"/>
                </a:cubicBezTo>
                <a:lnTo>
                  <a:pt x="4614" y="4563"/>
                </a:lnTo>
                <a:close/>
                <a:moveTo>
                  <a:pt x="11324" y="8518"/>
                </a:moveTo>
                <a:cubicBezTo>
                  <a:pt x="5033" y="8518"/>
                  <a:pt x="5033" y="8518"/>
                  <a:pt x="5033" y="8518"/>
                </a:cubicBezTo>
                <a:cubicBezTo>
                  <a:pt x="5033" y="10344"/>
                  <a:pt x="5033" y="10344"/>
                  <a:pt x="5033" y="10344"/>
                </a:cubicBezTo>
                <a:cubicBezTo>
                  <a:pt x="12163" y="10344"/>
                  <a:pt x="12163" y="10344"/>
                  <a:pt x="12163" y="10344"/>
                </a:cubicBezTo>
                <a:cubicBezTo>
                  <a:pt x="11744" y="10039"/>
                  <a:pt x="11534" y="9431"/>
                  <a:pt x="11324" y="8518"/>
                </a:cubicBezTo>
                <a:close/>
                <a:moveTo>
                  <a:pt x="7969" y="7606"/>
                </a:moveTo>
                <a:cubicBezTo>
                  <a:pt x="9437" y="7606"/>
                  <a:pt x="9437" y="7606"/>
                  <a:pt x="9437" y="7606"/>
                </a:cubicBezTo>
                <a:cubicBezTo>
                  <a:pt x="9437" y="5476"/>
                  <a:pt x="9437" y="5476"/>
                  <a:pt x="9437" y="5476"/>
                </a:cubicBezTo>
                <a:cubicBezTo>
                  <a:pt x="7969" y="5476"/>
                  <a:pt x="7969" y="5476"/>
                  <a:pt x="7969" y="5476"/>
                </a:cubicBezTo>
                <a:cubicBezTo>
                  <a:pt x="7969" y="7606"/>
                  <a:pt x="7969" y="7606"/>
                  <a:pt x="7969" y="7606"/>
                </a:cubicBezTo>
                <a:close/>
                <a:moveTo>
                  <a:pt x="12583" y="11256"/>
                </a:moveTo>
                <a:cubicBezTo>
                  <a:pt x="1258" y="11256"/>
                  <a:pt x="1258" y="11256"/>
                  <a:pt x="1258" y="11256"/>
                </a:cubicBezTo>
                <a:cubicBezTo>
                  <a:pt x="1258" y="1825"/>
                  <a:pt x="1258" y="1825"/>
                  <a:pt x="1258" y="1825"/>
                </a:cubicBezTo>
                <a:cubicBezTo>
                  <a:pt x="16148" y="1825"/>
                  <a:pt x="16148" y="1825"/>
                  <a:pt x="16148" y="1825"/>
                </a:cubicBezTo>
                <a:cubicBezTo>
                  <a:pt x="16148" y="9735"/>
                  <a:pt x="16148" y="9735"/>
                  <a:pt x="16148" y="9735"/>
                </a:cubicBezTo>
                <a:cubicBezTo>
                  <a:pt x="16148" y="9735"/>
                  <a:pt x="16148" y="9735"/>
                  <a:pt x="16148" y="9735"/>
                </a:cubicBezTo>
                <a:cubicBezTo>
                  <a:pt x="17406" y="9735"/>
                  <a:pt x="17406" y="9735"/>
                  <a:pt x="17406" y="9735"/>
                </a:cubicBezTo>
                <a:cubicBezTo>
                  <a:pt x="17406" y="0"/>
                  <a:pt x="17406" y="0"/>
                  <a:pt x="17406" y="0"/>
                </a:cubicBezTo>
                <a:cubicBezTo>
                  <a:pt x="0" y="0"/>
                  <a:pt x="0" y="0"/>
                  <a:pt x="0" y="0"/>
                </a:cubicBezTo>
                <a:cubicBezTo>
                  <a:pt x="0" y="13386"/>
                  <a:pt x="0" y="13386"/>
                  <a:pt x="0" y="13386"/>
                </a:cubicBezTo>
                <a:cubicBezTo>
                  <a:pt x="13212" y="13386"/>
                  <a:pt x="13212" y="13386"/>
                  <a:pt x="13212" y="13386"/>
                </a:cubicBezTo>
                <a:lnTo>
                  <a:pt x="12583" y="11256"/>
                </a:lnTo>
                <a:close/>
                <a:moveTo>
                  <a:pt x="2307" y="7606"/>
                </a:moveTo>
                <a:cubicBezTo>
                  <a:pt x="5033" y="7606"/>
                  <a:pt x="5033" y="7606"/>
                  <a:pt x="5033" y="7606"/>
                </a:cubicBezTo>
                <a:cubicBezTo>
                  <a:pt x="5033" y="5476"/>
                  <a:pt x="5033" y="5476"/>
                  <a:pt x="5033" y="5476"/>
                </a:cubicBezTo>
                <a:cubicBezTo>
                  <a:pt x="2307" y="5476"/>
                  <a:pt x="2307" y="5476"/>
                  <a:pt x="2307" y="5476"/>
                </a:cubicBezTo>
                <a:cubicBezTo>
                  <a:pt x="2307" y="7606"/>
                  <a:pt x="2307" y="7606"/>
                  <a:pt x="2307" y="7606"/>
                </a:cubicBezTo>
                <a:close/>
                <a:moveTo>
                  <a:pt x="2307" y="2738"/>
                </a:moveTo>
                <a:cubicBezTo>
                  <a:pt x="2307" y="4563"/>
                  <a:pt x="2307" y="4563"/>
                  <a:pt x="2307" y="4563"/>
                </a:cubicBezTo>
                <a:cubicBezTo>
                  <a:pt x="3775" y="4563"/>
                  <a:pt x="3775" y="4563"/>
                  <a:pt x="3775" y="4563"/>
                </a:cubicBezTo>
                <a:cubicBezTo>
                  <a:pt x="3775" y="2738"/>
                  <a:pt x="3775" y="2738"/>
                  <a:pt x="3775" y="2738"/>
                </a:cubicBezTo>
                <a:lnTo>
                  <a:pt x="2307" y="2738"/>
                </a:lnTo>
                <a:close/>
                <a:moveTo>
                  <a:pt x="11324" y="4563"/>
                </a:moveTo>
                <a:cubicBezTo>
                  <a:pt x="13002" y="4563"/>
                  <a:pt x="13002" y="4563"/>
                  <a:pt x="13002" y="4563"/>
                </a:cubicBezTo>
                <a:cubicBezTo>
                  <a:pt x="13002" y="2738"/>
                  <a:pt x="13002" y="2738"/>
                  <a:pt x="13002" y="2738"/>
                </a:cubicBezTo>
                <a:cubicBezTo>
                  <a:pt x="11324" y="2738"/>
                  <a:pt x="11324" y="2738"/>
                  <a:pt x="11324" y="2738"/>
                </a:cubicBezTo>
                <a:lnTo>
                  <a:pt x="11324" y="4563"/>
                </a:lnTo>
                <a:close/>
                <a:moveTo>
                  <a:pt x="10276" y="7606"/>
                </a:moveTo>
                <a:cubicBezTo>
                  <a:pt x="11115" y="7606"/>
                  <a:pt x="11115" y="7606"/>
                  <a:pt x="11115" y="7606"/>
                </a:cubicBezTo>
                <a:cubicBezTo>
                  <a:pt x="11324" y="6693"/>
                  <a:pt x="11324" y="6085"/>
                  <a:pt x="11744" y="5476"/>
                </a:cubicBezTo>
                <a:cubicBezTo>
                  <a:pt x="10276" y="5476"/>
                  <a:pt x="10276" y="5476"/>
                  <a:pt x="10276" y="5476"/>
                </a:cubicBezTo>
                <a:cubicBezTo>
                  <a:pt x="10276" y="7606"/>
                  <a:pt x="10276" y="7606"/>
                  <a:pt x="10276" y="7606"/>
                </a:cubicBezTo>
                <a:close/>
                <a:moveTo>
                  <a:pt x="13631" y="4563"/>
                </a:moveTo>
                <a:cubicBezTo>
                  <a:pt x="15309" y="4563"/>
                  <a:pt x="15309" y="4563"/>
                  <a:pt x="15309" y="4563"/>
                </a:cubicBezTo>
                <a:cubicBezTo>
                  <a:pt x="15309" y="2738"/>
                  <a:pt x="15309" y="2738"/>
                  <a:pt x="15309" y="2738"/>
                </a:cubicBezTo>
                <a:cubicBezTo>
                  <a:pt x="13631" y="2738"/>
                  <a:pt x="13631" y="2738"/>
                  <a:pt x="13631" y="2738"/>
                </a:cubicBezTo>
                <a:lnTo>
                  <a:pt x="13631" y="4563"/>
                </a:lnTo>
                <a:close/>
                <a:moveTo>
                  <a:pt x="9017" y="2738"/>
                </a:moveTo>
                <a:cubicBezTo>
                  <a:pt x="10695" y="2738"/>
                  <a:pt x="10695" y="2738"/>
                  <a:pt x="10695" y="2738"/>
                </a:cubicBezTo>
                <a:cubicBezTo>
                  <a:pt x="10695" y="4563"/>
                  <a:pt x="10695" y="4563"/>
                  <a:pt x="10695" y="4563"/>
                </a:cubicBezTo>
                <a:cubicBezTo>
                  <a:pt x="9017" y="4563"/>
                  <a:pt x="9017" y="4563"/>
                  <a:pt x="9017" y="4563"/>
                </a:cubicBezTo>
                <a:lnTo>
                  <a:pt x="9017" y="2738"/>
                </a:lnTo>
                <a:close/>
              </a:path>
            </a:pathLst>
          </a:custGeom>
          <a:solidFill>
            <a:schemeClr val="accent4">
              <a:lumOff val="58054"/>
            </a:schemeClr>
          </a:solidFill>
          <a:ln w="12700">
            <a:miter lim="400000"/>
          </a:ln>
        </p:spPr>
        <p:txBody>
          <a:bodyPr lIns="109727" tIns="109727" rIns="109727" bIns="109727"/>
          <a:lstStyle/>
          <a:p>
            <a:endParaRPr/>
          </a:p>
        </p:txBody>
      </p:sp>
      <p:sp>
        <p:nvSpPr>
          <p:cNvPr id="564" name="Shape"/>
          <p:cNvSpPr/>
          <p:nvPr/>
        </p:nvSpPr>
        <p:spPr>
          <a:xfrm>
            <a:off x="11289935" y="9518907"/>
            <a:ext cx="401891" cy="24113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1726" y="10286"/>
                </a:lnTo>
                <a:lnTo>
                  <a:pt x="21600" y="0"/>
                </a:lnTo>
                <a:lnTo>
                  <a:pt x="21600" y="21600"/>
                </a:lnTo>
                <a:close/>
                <a:moveTo>
                  <a:pt x="11726" y="21600"/>
                </a:moveTo>
                <a:lnTo>
                  <a:pt x="2469" y="10286"/>
                </a:lnTo>
                <a:lnTo>
                  <a:pt x="11726" y="0"/>
                </a:lnTo>
                <a:lnTo>
                  <a:pt x="11726" y="21600"/>
                </a:lnTo>
                <a:close/>
                <a:moveTo>
                  <a:pt x="2469" y="20571"/>
                </a:moveTo>
                <a:lnTo>
                  <a:pt x="2469" y="1029"/>
                </a:lnTo>
                <a:lnTo>
                  <a:pt x="0" y="1029"/>
                </a:lnTo>
                <a:lnTo>
                  <a:pt x="0" y="20571"/>
                </a:lnTo>
                <a:lnTo>
                  <a:pt x="2469" y="20571"/>
                </a:lnTo>
                <a:close/>
              </a:path>
            </a:pathLst>
          </a:custGeom>
          <a:solidFill>
            <a:schemeClr val="accent4">
              <a:lumOff val="58054"/>
            </a:schemeClr>
          </a:solidFill>
          <a:ln w="12700">
            <a:miter lim="400000"/>
          </a:ln>
        </p:spPr>
        <p:txBody>
          <a:bodyPr lIns="109727" tIns="109727" rIns="109727" bIns="109727"/>
          <a:lstStyle/>
          <a:p>
            <a:endParaRPr/>
          </a:p>
        </p:txBody>
      </p:sp>
      <p:sp>
        <p:nvSpPr>
          <p:cNvPr id="565" name="Shape"/>
          <p:cNvSpPr/>
          <p:nvPr/>
        </p:nvSpPr>
        <p:spPr>
          <a:xfrm>
            <a:off x="10334565" y="11467658"/>
            <a:ext cx="401890" cy="264102"/>
          </a:xfrm>
          <a:custGeom>
            <a:avLst/>
            <a:gdLst/>
            <a:ahLst/>
            <a:cxnLst>
              <a:cxn ang="0">
                <a:pos x="wd2" y="hd2"/>
              </a:cxn>
              <a:cxn ang="5400000">
                <a:pos x="wd2" y="hd2"/>
              </a:cxn>
              <a:cxn ang="10800000">
                <a:pos x="wd2" y="hd2"/>
              </a:cxn>
              <a:cxn ang="16200000">
                <a:pos x="wd2" y="hd2"/>
              </a:cxn>
            </a:cxnLst>
            <a:rect l="0" t="0" r="r" b="b"/>
            <a:pathLst>
              <a:path w="21600" h="21600" extrusionOk="0">
                <a:moveTo>
                  <a:pt x="21600" y="10330"/>
                </a:moveTo>
                <a:lnTo>
                  <a:pt x="11109" y="0"/>
                </a:lnTo>
                <a:lnTo>
                  <a:pt x="11109" y="6574"/>
                </a:lnTo>
                <a:lnTo>
                  <a:pt x="0" y="6574"/>
                </a:lnTo>
                <a:lnTo>
                  <a:pt x="0" y="14087"/>
                </a:lnTo>
                <a:lnTo>
                  <a:pt x="11109" y="14087"/>
                </a:lnTo>
                <a:lnTo>
                  <a:pt x="11109" y="21600"/>
                </a:lnTo>
                <a:lnTo>
                  <a:pt x="21600" y="10330"/>
                </a:lnTo>
                <a:close/>
              </a:path>
            </a:pathLst>
          </a:custGeom>
          <a:solidFill>
            <a:schemeClr val="accent4">
              <a:lumOff val="58054"/>
            </a:schemeClr>
          </a:solidFill>
          <a:ln w="12700">
            <a:miter lim="400000"/>
          </a:ln>
        </p:spPr>
        <p:txBody>
          <a:bodyPr lIns="109727" tIns="109727" rIns="109727" bIns="109727"/>
          <a:lstStyle/>
          <a:p>
            <a:endParaRPr/>
          </a:p>
        </p:txBody>
      </p:sp>
      <p:sp>
        <p:nvSpPr>
          <p:cNvPr id="566" name="Shape"/>
          <p:cNvSpPr/>
          <p:nvPr/>
        </p:nvSpPr>
        <p:spPr>
          <a:xfrm>
            <a:off x="14045745" y="10421933"/>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0" y="10905"/>
                </a:moveTo>
                <a:cubicBezTo>
                  <a:pt x="0" y="4823"/>
                  <a:pt x="4823" y="0"/>
                  <a:pt x="10905" y="0"/>
                </a:cubicBezTo>
                <a:cubicBezTo>
                  <a:pt x="16777" y="0"/>
                  <a:pt x="21600" y="4823"/>
                  <a:pt x="21600" y="10905"/>
                </a:cubicBezTo>
                <a:cubicBezTo>
                  <a:pt x="21600" y="16777"/>
                  <a:pt x="16777" y="21600"/>
                  <a:pt x="10905" y="21600"/>
                </a:cubicBezTo>
                <a:cubicBezTo>
                  <a:pt x="4823" y="21600"/>
                  <a:pt x="0" y="16777"/>
                  <a:pt x="0" y="10905"/>
                </a:cubicBezTo>
                <a:close/>
                <a:moveTo>
                  <a:pt x="19503" y="10905"/>
                </a:moveTo>
                <a:cubicBezTo>
                  <a:pt x="19503" y="6082"/>
                  <a:pt x="15518" y="2097"/>
                  <a:pt x="10905" y="2097"/>
                </a:cubicBezTo>
                <a:cubicBezTo>
                  <a:pt x="6082" y="2097"/>
                  <a:pt x="2097" y="6082"/>
                  <a:pt x="2097" y="10905"/>
                </a:cubicBezTo>
                <a:cubicBezTo>
                  <a:pt x="2097" y="15728"/>
                  <a:pt x="6082" y="19503"/>
                  <a:pt x="10905" y="19503"/>
                </a:cubicBezTo>
                <a:cubicBezTo>
                  <a:pt x="15518" y="19503"/>
                  <a:pt x="19503" y="15728"/>
                  <a:pt x="19503" y="10905"/>
                </a:cubicBezTo>
                <a:close/>
                <a:moveTo>
                  <a:pt x="7969" y="15309"/>
                </a:moveTo>
                <a:cubicBezTo>
                  <a:pt x="7969" y="16567"/>
                  <a:pt x="7969" y="16567"/>
                  <a:pt x="7969" y="16567"/>
                </a:cubicBezTo>
                <a:cubicBezTo>
                  <a:pt x="13841" y="16567"/>
                  <a:pt x="13841" y="16567"/>
                  <a:pt x="13841" y="16567"/>
                </a:cubicBezTo>
                <a:cubicBezTo>
                  <a:pt x="13841" y="15309"/>
                  <a:pt x="13841" y="15309"/>
                  <a:pt x="13841" y="15309"/>
                </a:cubicBezTo>
                <a:lnTo>
                  <a:pt x="7969" y="15309"/>
                </a:lnTo>
                <a:close/>
                <a:moveTo>
                  <a:pt x="13841" y="12792"/>
                </a:moveTo>
                <a:cubicBezTo>
                  <a:pt x="7969" y="12792"/>
                  <a:pt x="7969" y="12792"/>
                  <a:pt x="7969" y="12792"/>
                </a:cubicBezTo>
                <a:cubicBezTo>
                  <a:pt x="7969" y="14470"/>
                  <a:pt x="7969" y="14470"/>
                  <a:pt x="7969" y="14470"/>
                </a:cubicBezTo>
                <a:cubicBezTo>
                  <a:pt x="13841" y="14470"/>
                  <a:pt x="13841" y="14470"/>
                  <a:pt x="13841" y="14470"/>
                </a:cubicBezTo>
                <a:lnTo>
                  <a:pt x="13841" y="12792"/>
                </a:lnTo>
                <a:close/>
                <a:moveTo>
                  <a:pt x="5452" y="9856"/>
                </a:moveTo>
                <a:cubicBezTo>
                  <a:pt x="10905" y="4404"/>
                  <a:pt x="10905" y="4404"/>
                  <a:pt x="10905" y="4404"/>
                </a:cubicBezTo>
                <a:cubicBezTo>
                  <a:pt x="16357" y="9856"/>
                  <a:pt x="16357" y="9856"/>
                  <a:pt x="16357" y="9856"/>
                </a:cubicBezTo>
                <a:cubicBezTo>
                  <a:pt x="13841" y="9856"/>
                  <a:pt x="13841" y="9856"/>
                  <a:pt x="13841" y="9856"/>
                </a:cubicBezTo>
                <a:cubicBezTo>
                  <a:pt x="13841" y="11744"/>
                  <a:pt x="13841" y="11744"/>
                  <a:pt x="13841" y="11744"/>
                </a:cubicBezTo>
                <a:cubicBezTo>
                  <a:pt x="7969" y="11744"/>
                  <a:pt x="7969" y="11744"/>
                  <a:pt x="7969" y="11744"/>
                </a:cubicBezTo>
                <a:cubicBezTo>
                  <a:pt x="7969" y="9856"/>
                  <a:pt x="7969" y="9856"/>
                  <a:pt x="7969" y="9856"/>
                </a:cubicBezTo>
                <a:lnTo>
                  <a:pt x="5452" y="9856"/>
                </a:lnTo>
                <a:close/>
              </a:path>
            </a:pathLst>
          </a:custGeom>
          <a:solidFill>
            <a:schemeClr val="accent4">
              <a:lumOff val="58054"/>
            </a:schemeClr>
          </a:solidFill>
          <a:ln w="12700">
            <a:miter lim="400000"/>
          </a:ln>
        </p:spPr>
        <p:txBody>
          <a:bodyPr lIns="109727" tIns="109727" rIns="109727" bIns="109727"/>
          <a:lstStyle/>
          <a:p>
            <a:endParaRPr/>
          </a:p>
        </p:txBody>
      </p:sp>
      <p:sp>
        <p:nvSpPr>
          <p:cNvPr id="567" name="Shape"/>
          <p:cNvSpPr/>
          <p:nvPr/>
        </p:nvSpPr>
        <p:spPr>
          <a:xfrm>
            <a:off x="12192383" y="12353974"/>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8245" y="11953"/>
                </a:moveTo>
                <a:cubicBezTo>
                  <a:pt x="12373" y="11953"/>
                  <a:pt x="12373" y="11953"/>
                  <a:pt x="12373" y="11953"/>
                </a:cubicBezTo>
                <a:cubicBezTo>
                  <a:pt x="12373" y="10276"/>
                  <a:pt x="12373" y="10276"/>
                  <a:pt x="12373" y="10276"/>
                </a:cubicBezTo>
                <a:cubicBezTo>
                  <a:pt x="18245" y="10276"/>
                  <a:pt x="18245" y="10276"/>
                  <a:pt x="18245" y="10276"/>
                </a:cubicBezTo>
                <a:lnTo>
                  <a:pt x="18245" y="11953"/>
                </a:lnTo>
                <a:close/>
                <a:moveTo>
                  <a:pt x="18245" y="15309"/>
                </a:moveTo>
                <a:cubicBezTo>
                  <a:pt x="12373" y="15309"/>
                  <a:pt x="12373" y="15309"/>
                  <a:pt x="12373" y="15309"/>
                </a:cubicBezTo>
                <a:cubicBezTo>
                  <a:pt x="12373" y="13631"/>
                  <a:pt x="12373" y="13631"/>
                  <a:pt x="12373" y="13631"/>
                </a:cubicBezTo>
                <a:cubicBezTo>
                  <a:pt x="18245" y="13631"/>
                  <a:pt x="18245" y="13631"/>
                  <a:pt x="18245" y="13631"/>
                </a:cubicBezTo>
                <a:lnTo>
                  <a:pt x="18245" y="15309"/>
                </a:lnTo>
                <a:close/>
                <a:moveTo>
                  <a:pt x="18245" y="18664"/>
                </a:moveTo>
                <a:cubicBezTo>
                  <a:pt x="14260" y="18664"/>
                  <a:pt x="14260" y="18664"/>
                  <a:pt x="14260" y="18664"/>
                </a:cubicBezTo>
                <a:cubicBezTo>
                  <a:pt x="14260" y="16986"/>
                  <a:pt x="14260" y="16986"/>
                  <a:pt x="14260" y="16986"/>
                </a:cubicBezTo>
                <a:cubicBezTo>
                  <a:pt x="18245" y="16986"/>
                  <a:pt x="18245" y="16986"/>
                  <a:pt x="18245" y="16986"/>
                </a:cubicBezTo>
                <a:lnTo>
                  <a:pt x="18245" y="18664"/>
                </a:lnTo>
                <a:close/>
                <a:moveTo>
                  <a:pt x="11744" y="18664"/>
                </a:moveTo>
                <a:cubicBezTo>
                  <a:pt x="3355" y="18664"/>
                  <a:pt x="3355" y="18664"/>
                  <a:pt x="3355" y="18664"/>
                </a:cubicBezTo>
                <a:cubicBezTo>
                  <a:pt x="3355" y="17406"/>
                  <a:pt x="3146" y="16777"/>
                  <a:pt x="4404" y="16567"/>
                </a:cubicBezTo>
                <a:cubicBezTo>
                  <a:pt x="5662" y="16357"/>
                  <a:pt x="6711" y="16148"/>
                  <a:pt x="6082" y="15099"/>
                </a:cubicBezTo>
                <a:cubicBezTo>
                  <a:pt x="4404" y="11953"/>
                  <a:pt x="5662" y="10276"/>
                  <a:pt x="7550" y="10276"/>
                </a:cubicBezTo>
                <a:cubicBezTo>
                  <a:pt x="9227" y="10276"/>
                  <a:pt x="10485" y="11953"/>
                  <a:pt x="8808" y="15099"/>
                </a:cubicBezTo>
                <a:cubicBezTo>
                  <a:pt x="8179" y="15938"/>
                  <a:pt x="9437" y="16357"/>
                  <a:pt x="10485" y="16567"/>
                </a:cubicBezTo>
                <a:cubicBezTo>
                  <a:pt x="11744" y="16777"/>
                  <a:pt x="11744" y="17406"/>
                  <a:pt x="11744" y="18664"/>
                </a:cubicBezTo>
                <a:close/>
                <a:moveTo>
                  <a:pt x="14470" y="5243"/>
                </a:moveTo>
                <a:cubicBezTo>
                  <a:pt x="14470" y="7340"/>
                  <a:pt x="14470" y="7340"/>
                  <a:pt x="14470" y="7340"/>
                </a:cubicBezTo>
                <a:cubicBezTo>
                  <a:pt x="7130" y="7340"/>
                  <a:pt x="7130" y="7340"/>
                  <a:pt x="7130" y="7340"/>
                </a:cubicBezTo>
                <a:cubicBezTo>
                  <a:pt x="7130" y="5243"/>
                  <a:pt x="7130" y="5243"/>
                  <a:pt x="7130" y="5243"/>
                </a:cubicBezTo>
                <a:cubicBezTo>
                  <a:pt x="0" y="5243"/>
                  <a:pt x="0" y="5243"/>
                  <a:pt x="0" y="5243"/>
                </a:cubicBezTo>
                <a:cubicBezTo>
                  <a:pt x="0" y="21600"/>
                  <a:pt x="0" y="21600"/>
                  <a:pt x="0" y="21600"/>
                </a:cubicBezTo>
                <a:cubicBezTo>
                  <a:pt x="21600" y="21600"/>
                  <a:pt x="21600" y="21600"/>
                  <a:pt x="21600" y="21600"/>
                </a:cubicBezTo>
                <a:cubicBezTo>
                  <a:pt x="21600" y="5243"/>
                  <a:pt x="21600" y="5243"/>
                  <a:pt x="21600" y="5243"/>
                </a:cubicBezTo>
                <a:lnTo>
                  <a:pt x="14470" y="5243"/>
                </a:lnTo>
                <a:close/>
                <a:moveTo>
                  <a:pt x="10905" y="3775"/>
                </a:moveTo>
                <a:cubicBezTo>
                  <a:pt x="10276" y="3775"/>
                  <a:pt x="10066" y="3355"/>
                  <a:pt x="10066" y="2936"/>
                </a:cubicBezTo>
                <a:cubicBezTo>
                  <a:pt x="10066" y="2517"/>
                  <a:pt x="10276" y="2097"/>
                  <a:pt x="10905" y="2097"/>
                </a:cubicBezTo>
                <a:cubicBezTo>
                  <a:pt x="11324" y="2097"/>
                  <a:pt x="11534" y="2517"/>
                  <a:pt x="11534" y="2936"/>
                </a:cubicBezTo>
                <a:cubicBezTo>
                  <a:pt x="11534" y="3355"/>
                  <a:pt x="11324" y="3775"/>
                  <a:pt x="10905" y="3775"/>
                </a:cubicBezTo>
                <a:close/>
                <a:moveTo>
                  <a:pt x="8808" y="0"/>
                </a:moveTo>
                <a:cubicBezTo>
                  <a:pt x="8808" y="5662"/>
                  <a:pt x="8808" y="5662"/>
                  <a:pt x="8808" y="5662"/>
                </a:cubicBezTo>
                <a:cubicBezTo>
                  <a:pt x="12792" y="5662"/>
                  <a:pt x="12792" y="5662"/>
                  <a:pt x="12792" y="5662"/>
                </a:cubicBezTo>
                <a:cubicBezTo>
                  <a:pt x="12792" y="0"/>
                  <a:pt x="12792" y="0"/>
                  <a:pt x="12792" y="0"/>
                </a:cubicBezTo>
                <a:lnTo>
                  <a:pt x="8808" y="0"/>
                </a:lnTo>
                <a:close/>
              </a:path>
            </a:pathLst>
          </a:custGeom>
          <a:solidFill>
            <a:schemeClr val="accent4">
              <a:lumOff val="58054"/>
            </a:schemeClr>
          </a:solidFill>
          <a:ln w="12700">
            <a:miter lim="400000"/>
          </a:ln>
        </p:spPr>
        <p:txBody>
          <a:bodyPr lIns="109727" tIns="109727" rIns="109727" bIns="109727"/>
          <a:lstStyle/>
          <a:p>
            <a:endParaRPr/>
          </a:p>
        </p:txBody>
      </p:sp>
      <p:sp>
        <p:nvSpPr>
          <p:cNvPr id="568" name="Shape"/>
          <p:cNvSpPr/>
          <p:nvPr/>
        </p:nvSpPr>
        <p:spPr>
          <a:xfrm>
            <a:off x="13201617" y="6626199"/>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11880" y="13212"/>
                </a:moveTo>
                <a:cubicBezTo>
                  <a:pt x="11880" y="12792"/>
                  <a:pt x="11340" y="12373"/>
                  <a:pt x="10800" y="12373"/>
                </a:cubicBezTo>
                <a:cubicBezTo>
                  <a:pt x="10260" y="12373"/>
                  <a:pt x="9720" y="12792"/>
                  <a:pt x="9720" y="13212"/>
                </a:cubicBezTo>
                <a:cubicBezTo>
                  <a:pt x="9720" y="13841"/>
                  <a:pt x="10260" y="14050"/>
                  <a:pt x="10800" y="14050"/>
                </a:cubicBezTo>
                <a:cubicBezTo>
                  <a:pt x="11340" y="14050"/>
                  <a:pt x="11880" y="13841"/>
                  <a:pt x="11880" y="13212"/>
                </a:cubicBezTo>
                <a:close/>
                <a:moveTo>
                  <a:pt x="17820" y="13212"/>
                </a:moveTo>
                <a:cubicBezTo>
                  <a:pt x="12960" y="14050"/>
                  <a:pt x="12960" y="14050"/>
                  <a:pt x="12960" y="14050"/>
                </a:cubicBezTo>
                <a:cubicBezTo>
                  <a:pt x="12690" y="14470"/>
                  <a:pt x="12420" y="14680"/>
                  <a:pt x="12150" y="14889"/>
                </a:cubicBezTo>
                <a:cubicBezTo>
                  <a:pt x="10800" y="18874"/>
                  <a:pt x="10800" y="18874"/>
                  <a:pt x="10800" y="18874"/>
                </a:cubicBezTo>
                <a:cubicBezTo>
                  <a:pt x="9450" y="14889"/>
                  <a:pt x="9450" y="14889"/>
                  <a:pt x="9450" y="14889"/>
                </a:cubicBezTo>
                <a:cubicBezTo>
                  <a:pt x="9180" y="14680"/>
                  <a:pt x="8910" y="14470"/>
                  <a:pt x="8640" y="14050"/>
                </a:cubicBezTo>
                <a:cubicBezTo>
                  <a:pt x="3780" y="13212"/>
                  <a:pt x="3780" y="13212"/>
                  <a:pt x="3780" y="13212"/>
                </a:cubicBezTo>
                <a:cubicBezTo>
                  <a:pt x="8640" y="12373"/>
                  <a:pt x="8640" y="12373"/>
                  <a:pt x="8640" y="12373"/>
                </a:cubicBezTo>
                <a:cubicBezTo>
                  <a:pt x="8910" y="12163"/>
                  <a:pt x="9180" y="11744"/>
                  <a:pt x="9450" y="11744"/>
                </a:cubicBezTo>
                <a:cubicBezTo>
                  <a:pt x="10800" y="7759"/>
                  <a:pt x="10800" y="7759"/>
                  <a:pt x="10800" y="7759"/>
                </a:cubicBezTo>
                <a:cubicBezTo>
                  <a:pt x="12150" y="11744"/>
                  <a:pt x="12150" y="11744"/>
                  <a:pt x="12150" y="11744"/>
                </a:cubicBezTo>
                <a:cubicBezTo>
                  <a:pt x="12420" y="11744"/>
                  <a:pt x="12690" y="12163"/>
                  <a:pt x="12960" y="12373"/>
                </a:cubicBezTo>
                <a:lnTo>
                  <a:pt x="17820" y="13212"/>
                </a:lnTo>
                <a:close/>
                <a:moveTo>
                  <a:pt x="12690" y="15518"/>
                </a:moveTo>
                <a:cubicBezTo>
                  <a:pt x="15120" y="16567"/>
                  <a:pt x="15120" y="16567"/>
                  <a:pt x="15120" y="16567"/>
                </a:cubicBezTo>
                <a:cubicBezTo>
                  <a:pt x="13770" y="14889"/>
                  <a:pt x="13770" y="14889"/>
                  <a:pt x="13770" y="14889"/>
                </a:cubicBezTo>
                <a:cubicBezTo>
                  <a:pt x="13500" y="15099"/>
                  <a:pt x="13230" y="15309"/>
                  <a:pt x="12690" y="15518"/>
                </a:cubicBezTo>
                <a:close/>
                <a:moveTo>
                  <a:pt x="7830" y="14889"/>
                </a:moveTo>
                <a:cubicBezTo>
                  <a:pt x="6480" y="16567"/>
                  <a:pt x="6480" y="16567"/>
                  <a:pt x="6480" y="16567"/>
                </a:cubicBezTo>
                <a:cubicBezTo>
                  <a:pt x="8640" y="15518"/>
                  <a:pt x="8640" y="15518"/>
                  <a:pt x="8640" y="15518"/>
                </a:cubicBezTo>
                <a:cubicBezTo>
                  <a:pt x="8370" y="15309"/>
                  <a:pt x="8100" y="15099"/>
                  <a:pt x="7830" y="14889"/>
                </a:cubicBezTo>
                <a:close/>
                <a:moveTo>
                  <a:pt x="12690" y="11115"/>
                </a:moveTo>
                <a:cubicBezTo>
                  <a:pt x="13230" y="11324"/>
                  <a:pt x="13500" y="11534"/>
                  <a:pt x="13500" y="11744"/>
                </a:cubicBezTo>
                <a:cubicBezTo>
                  <a:pt x="15120" y="10066"/>
                  <a:pt x="15120" y="10066"/>
                  <a:pt x="15120" y="10066"/>
                </a:cubicBezTo>
                <a:lnTo>
                  <a:pt x="12690" y="11115"/>
                </a:lnTo>
                <a:close/>
                <a:moveTo>
                  <a:pt x="7830" y="11744"/>
                </a:moveTo>
                <a:cubicBezTo>
                  <a:pt x="6480" y="10066"/>
                  <a:pt x="6480" y="10066"/>
                  <a:pt x="6480" y="10066"/>
                </a:cubicBezTo>
                <a:cubicBezTo>
                  <a:pt x="8910" y="11115"/>
                  <a:pt x="8910" y="11115"/>
                  <a:pt x="8910" y="11115"/>
                </a:cubicBezTo>
                <a:cubicBezTo>
                  <a:pt x="8370" y="11324"/>
                  <a:pt x="8100" y="11534"/>
                  <a:pt x="7830" y="11744"/>
                </a:cubicBezTo>
                <a:close/>
                <a:moveTo>
                  <a:pt x="16740" y="17825"/>
                </a:moveTo>
                <a:cubicBezTo>
                  <a:pt x="15120" y="19083"/>
                  <a:pt x="12960" y="19713"/>
                  <a:pt x="10800" y="19713"/>
                </a:cubicBezTo>
                <a:cubicBezTo>
                  <a:pt x="8640" y="19713"/>
                  <a:pt x="6480" y="19083"/>
                  <a:pt x="4860" y="17825"/>
                </a:cubicBezTo>
                <a:cubicBezTo>
                  <a:pt x="3240" y="16567"/>
                  <a:pt x="2430" y="14889"/>
                  <a:pt x="2430" y="13212"/>
                </a:cubicBezTo>
                <a:cubicBezTo>
                  <a:pt x="2430" y="11534"/>
                  <a:pt x="3240" y="9856"/>
                  <a:pt x="4860" y="8598"/>
                </a:cubicBezTo>
                <a:cubicBezTo>
                  <a:pt x="6480" y="7340"/>
                  <a:pt x="8640" y="6711"/>
                  <a:pt x="10800" y="6711"/>
                </a:cubicBezTo>
                <a:cubicBezTo>
                  <a:pt x="12960" y="6711"/>
                  <a:pt x="15120" y="7340"/>
                  <a:pt x="16740" y="8598"/>
                </a:cubicBezTo>
                <a:cubicBezTo>
                  <a:pt x="18360" y="9856"/>
                  <a:pt x="19170" y="11534"/>
                  <a:pt x="19170" y="13212"/>
                </a:cubicBezTo>
                <a:cubicBezTo>
                  <a:pt x="19170" y="14889"/>
                  <a:pt x="18360" y="16567"/>
                  <a:pt x="16740" y="17825"/>
                </a:cubicBezTo>
                <a:close/>
                <a:moveTo>
                  <a:pt x="10800" y="1678"/>
                </a:moveTo>
                <a:cubicBezTo>
                  <a:pt x="11880" y="1678"/>
                  <a:pt x="12960" y="2307"/>
                  <a:pt x="12960" y="3146"/>
                </a:cubicBezTo>
                <a:cubicBezTo>
                  <a:pt x="12960" y="3775"/>
                  <a:pt x="11880" y="4404"/>
                  <a:pt x="10800" y="4404"/>
                </a:cubicBezTo>
                <a:cubicBezTo>
                  <a:pt x="9720" y="4404"/>
                  <a:pt x="8640" y="3775"/>
                  <a:pt x="8640" y="3146"/>
                </a:cubicBezTo>
                <a:cubicBezTo>
                  <a:pt x="8640" y="2307"/>
                  <a:pt x="9720" y="1678"/>
                  <a:pt x="10800" y="1678"/>
                </a:cubicBezTo>
                <a:close/>
                <a:moveTo>
                  <a:pt x="13770" y="5033"/>
                </a:moveTo>
                <a:cubicBezTo>
                  <a:pt x="14580" y="4614"/>
                  <a:pt x="14850" y="3775"/>
                  <a:pt x="14850" y="3146"/>
                </a:cubicBezTo>
                <a:cubicBezTo>
                  <a:pt x="14850" y="1468"/>
                  <a:pt x="12960" y="0"/>
                  <a:pt x="10800" y="0"/>
                </a:cubicBezTo>
                <a:cubicBezTo>
                  <a:pt x="8640" y="0"/>
                  <a:pt x="6750" y="1468"/>
                  <a:pt x="6750" y="3146"/>
                </a:cubicBezTo>
                <a:cubicBezTo>
                  <a:pt x="6750" y="3775"/>
                  <a:pt x="7020" y="4614"/>
                  <a:pt x="7830" y="5033"/>
                </a:cubicBezTo>
                <a:cubicBezTo>
                  <a:pt x="3240" y="6082"/>
                  <a:pt x="0" y="9437"/>
                  <a:pt x="0" y="13212"/>
                </a:cubicBezTo>
                <a:cubicBezTo>
                  <a:pt x="0" y="17825"/>
                  <a:pt x="4860" y="21600"/>
                  <a:pt x="10800" y="21600"/>
                </a:cubicBezTo>
                <a:cubicBezTo>
                  <a:pt x="16740" y="21600"/>
                  <a:pt x="21600" y="17825"/>
                  <a:pt x="21600" y="13212"/>
                </a:cubicBezTo>
                <a:cubicBezTo>
                  <a:pt x="21600" y="9437"/>
                  <a:pt x="18360" y="6082"/>
                  <a:pt x="13770" y="5033"/>
                </a:cubicBezTo>
                <a:close/>
              </a:path>
            </a:pathLst>
          </a:custGeom>
          <a:solidFill>
            <a:schemeClr val="accent4">
              <a:lumOff val="58054"/>
            </a:schemeClr>
          </a:solidFill>
          <a:ln w="12700">
            <a:miter lim="400000"/>
          </a:ln>
        </p:spPr>
        <p:txBody>
          <a:bodyPr lIns="109727" tIns="109727" rIns="109727" bIns="109727"/>
          <a:lstStyle/>
          <a:p>
            <a:endParaRPr/>
          </a:p>
        </p:txBody>
      </p:sp>
      <p:sp>
        <p:nvSpPr>
          <p:cNvPr id="569" name="Shape"/>
          <p:cNvSpPr/>
          <p:nvPr/>
        </p:nvSpPr>
        <p:spPr>
          <a:xfrm>
            <a:off x="13149943" y="7598354"/>
            <a:ext cx="401890" cy="321510"/>
          </a:xfrm>
          <a:custGeom>
            <a:avLst/>
            <a:gdLst/>
            <a:ahLst/>
            <a:cxnLst>
              <a:cxn ang="0">
                <a:pos x="wd2" y="hd2"/>
              </a:cxn>
              <a:cxn ang="5400000">
                <a:pos x="wd2" y="hd2"/>
              </a:cxn>
              <a:cxn ang="10800000">
                <a:pos x="wd2" y="hd2"/>
              </a:cxn>
              <a:cxn ang="16200000">
                <a:pos x="wd2" y="hd2"/>
              </a:cxn>
            </a:cxnLst>
            <a:rect l="0" t="0" r="r" b="b"/>
            <a:pathLst>
              <a:path w="21600" h="21600" extrusionOk="0">
                <a:moveTo>
                  <a:pt x="5033" y="19821"/>
                </a:moveTo>
                <a:cubicBezTo>
                  <a:pt x="0" y="19821"/>
                  <a:pt x="0" y="19821"/>
                  <a:pt x="0" y="19821"/>
                </a:cubicBezTo>
                <a:cubicBezTo>
                  <a:pt x="0" y="21600"/>
                  <a:pt x="0" y="21600"/>
                  <a:pt x="0" y="21600"/>
                </a:cubicBezTo>
                <a:cubicBezTo>
                  <a:pt x="5033" y="21600"/>
                  <a:pt x="5033" y="21600"/>
                  <a:pt x="5033" y="21600"/>
                </a:cubicBezTo>
                <a:lnTo>
                  <a:pt x="5033" y="19821"/>
                </a:lnTo>
                <a:close/>
                <a:moveTo>
                  <a:pt x="16777" y="12198"/>
                </a:moveTo>
                <a:cubicBezTo>
                  <a:pt x="15309" y="14485"/>
                  <a:pt x="13212" y="16772"/>
                  <a:pt x="10905" y="16518"/>
                </a:cubicBezTo>
                <a:cubicBezTo>
                  <a:pt x="10276" y="17534"/>
                  <a:pt x="9437" y="19059"/>
                  <a:pt x="8598" y="20838"/>
                </a:cubicBezTo>
                <a:cubicBezTo>
                  <a:pt x="6711" y="21600"/>
                  <a:pt x="6711" y="21600"/>
                  <a:pt x="6711" y="21600"/>
                </a:cubicBezTo>
                <a:cubicBezTo>
                  <a:pt x="8388" y="17788"/>
                  <a:pt x="10485" y="13722"/>
                  <a:pt x="12792" y="10673"/>
                </a:cubicBezTo>
                <a:cubicBezTo>
                  <a:pt x="11744" y="11435"/>
                  <a:pt x="10066" y="12960"/>
                  <a:pt x="8808" y="14739"/>
                </a:cubicBezTo>
                <a:cubicBezTo>
                  <a:pt x="7550" y="11689"/>
                  <a:pt x="8808" y="8640"/>
                  <a:pt x="10695" y="6353"/>
                </a:cubicBezTo>
                <a:cubicBezTo>
                  <a:pt x="10695" y="7369"/>
                  <a:pt x="11115" y="8386"/>
                  <a:pt x="11324" y="8894"/>
                </a:cubicBezTo>
                <a:cubicBezTo>
                  <a:pt x="11324" y="8132"/>
                  <a:pt x="11324" y="6353"/>
                  <a:pt x="11953" y="5082"/>
                </a:cubicBezTo>
                <a:cubicBezTo>
                  <a:pt x="13002" y="4066"/>
                  <a:pt x="14050" y="3304"/>
                  <a:pt x="15099" y="2541"/>
                </a:cubicBezTo>
                <a:cubicBezTo>
                  <a:pt x="14889" y="3304"/>
                  <a:pt x="15099" y="4320"/>
                  <a:pt x="15309" y="4828"/>
                </a:cubicBezTo>
                <a:cubicBezTo>
                  <a:pt x="15309" y="4066"/>
                  <a:pt x="15728" y="2541"/>
                  <a:pt x="16148" y="1779"/>
                </a:cubicBezTo>
                <a:cubicBezTo>
                  <a:pt x="17616" y="762"/>
                  <a:pt x="19503" y="0"/>
                  <a:pt x="21600" y="0"/>
                </a:cubicBezTo>
                <a:cubicBezTo>
                  <a:pt x="21390" y="1525"/>
                  <a:pt x="20761" y="4066"/>
                  <a:pt x="19922" y="5845"/>
                </a:cubicBezTo>
                <a:cubicBezTo>
                  <a:pt x="19083" y="6353"/>
                  <a:pt x="18035" y="6607"/>
                  <a:pt x="17196" y="6861"/>
                </a:cubicBezTo>
                <a:cubicBezTo>
                  <a:pt x="18035" y="7115"/>
                  <a:pt x="18664" y="7115"/>
                  <a:pt x="19293" y="7115"/>
                </a:cubicBezTo>
                <a:cubicBezTo>
                  <a:pt x="18874" y="8386"/>
                  <a:pt x="18454" y="9402"/>
                  <a:pt x="17616" y="10673"/>
                </a:cubicBezTo>
                <a:cubicBezTo>
                  <a:pt x="16567" y="11435"/>
                  <a:pt x="15309" y="11689"/>
                  <a:pt x="14470" y="11689"/>
                </a:cubicBezTo>
                <a:cubicBezTo>
                  <a:pt x="15099" y="12198"/>
                  <a:pt x="16148" y="12452"/>
                  <a:pt x="16777" y="12198"/>
                </a:cubicBezTo>
                <a:close/>
              </a:path>
            </a:pathLst>
          </a:custGeom>
          <a:solidFill>
            <a:schemeClr val="accent4">
              <a:lumOff val="58054"/>
            </a:schemeClr>
          </a:solidFill>
          <a:ln w="12700">
            <a:miter lim="400000"/>
          </a:ln>
        </p:spPr>
        <p:txBody>
          <a:bodyPr lIns="109727" tIns="109727" rIns="109727" bIns="109727"/>
          <a:lstStyle/>
          <a:p>
            <a:endParaRPr/>
          </a:p>
        </p:txBody>
      </p:sp>
      <p:sp>
        <p:nvSpPr>
          <p:cNvPr id="570" name="Shape"/>
          <p:cNvSpPr/>
          <p:nvPr/>
        </p:nvSpPr>
        <p:spPr>
          <a:xfrm>
            <a:off x="13155686" y="8498897"/>
            <a:ext cx="390407" cy="401891"/>
          </a:xfrm>
          <a:custGeom>
            <a:avLst/>
            <a:gdLst/>
            <a:ahLst/>
            <a:cxnLst>
              <a:cxn ang="0">
                <a:pos x="wd2" y="hd2"/>
              </a:cxn>
              <a:cxn ang="5400000">
                <a:pos x="wd2" y="hd2"/>
              </a:cxn>
              <a:cxn ang="10800000">
                <a:pos x="wd2" y="hd2"/>
              </a:cxn>
              <a:cxn ang="16200000">
                <a:pos x="wd2" y="hd2"/>
              </a:cxn>
            </a:cxnLst>
            <a:rect l="0" t="0" r="r" b="b"/>
            <a:pathLst>
              <a:path w="21600" h="21600" extrusionOk="0">
                <a:moveTo>
                  <a:pt x="7624" y="19131"/>
                </a:moveTo>
                <a:lnTo>
                  <a:pt x="10165" y="12343"/>
                </a:lnTo>
                <a:lnTo>
                  <a:pt x="5718" y="12343"/>
                </a:lnTo>
                <a:lnTo>
                  <a:pt x="13341" y="3086"/>
                </a:lnTo>
                <a:lnTo>
                  <a:pt x="10800" y="9874"/>
                </a:lnTo>
                <a:lnTo>
                  <a:pt x="15882" y="9874"/>
                </a:lnTo>
                <a:lnTo>
                  <a:pt x="7624" y="19131"/>
                </a:lnTo>
                <a:close/>
                <a:moveTo>
                  <a:pt x="0" y="0"/>
                </a:moveTo>
                <a:lnTo>
                  <a:pt x="0" y="21600"/>
                </a:lnTo>
                <a:lnTo>
                  <a:pt x="21600" y="21600"/>
                </a:lnTo>
                <a:lnTo>
                  <a:pt x="21600" y="0"/>
                </a:ln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571" name="Shape"/>
          <p:cNvSpPr/>
          <p:nvPr/>
        </p:nvSpPr>
        <p:spPr>
          <a:xfrm>
            <a:off x="12192383" y="5681763"/>
            <a:ext cx="401891" cy="390406"/>
          </a:xfrm>
          <a:custGeom>
            <a:avLst/>
            <a:gdLst/>
            <a:ahLst/>
            <a:cxnLst>
              <a:cxn ang="0">
                <a:pos x="wd2" y="hd2"/>
              </a:cxn>
              <a:cxn ang="5400000">
                <a:pos x="wd2" y="hd2"/>
              </a:cxn>
              <a:cxn ang="10800000">
                <a:pos x="wd2" y="hd2"/>
              </a:cxn>
              <a:cxn ang="16200000">
                <a:pos x="wd2" y="hd2"/>
              </a:cxn>
            </a:cxnLst>
            <a:rect l="0" t="0" r="r" b="b"/>
            <a:pathLst>
              <a:path w="21600" h="21600" extrusionOk="0">
                <a:moveTo>
                  <a:pt x="10905" y="17616"/>
                </a:moveTo>
                <a:cubicBezTo>
                  <a:pt x="7130" y="17616"/>
                  <a:pt x="3984" y="14680"/>
                  <a:pt x="3984" y="10905"/>
                </a:cubicBezTo>
                <a:cubicBezTo>
                  <a:pt x="3984" y="7130"/>
                  <a:pt x="7130" y="3984"/>
                  <a:pt x="10905" y="3984"/>
                </a:cubicBezTo>
                <a:cubicBezTo>
                  <a:pt x="14680" y="3984"/>
                  <a:pt x="17616" y="7130"/>
                  <a:pt x="17616" y="10905"/>
                </a:cubicBezTo>
                <a:cubicBezTo>
                  <a:pt x="17616" y="14680"/>
                  <a:pt x="14680" y="17616"/>
                  <a:pt x="10905" y="17616"/>
                </a:cubicBezTo>
                <a:close/>
                <a:moveTo>
                  <a:pt x="19922" y="11953"/>
                </a:moveTo>
                <a:cubicBezTo>
                  <a:pt x="21600" y="10905"/>
                  <a:pt x="21600" y="10905"/>
                  <a:pt x="21600" y="10905"/>
                </a:cubicBezTo>
                <a:cubicBezTo>
                  <a:pt x="19922" y="9856"/>
                  <a:pt x="19922" y="9856"/>
                  <a:pt x="19922" y="9856"/>
                </a:cubicBezTo>
                <a:cubicBezTo>
                  <a:pt x="19083" y="9227"/>
                  <a:pt x="18664" y="8179"/>
                  <a:pt x="19293" y="7130"/>
                </a:cubicBezTo>
                <a:cubicBezTo>
                  <a:pt x="20342" y="5452"/>
                  <a:pt x="20342" y="5452"/>
                  <a:pt x="20342" y="5452"/>
                </a:cubicBezTo>
                <a:cubicBezTo>
                  <a:pt x="18245" y="5452"/>
                  <a:pt x="18245" y="5452"/>
                  <a:pt x="18245" y="5452"/>
                </a:cubicBezTo>
                <a:cubicBezTo>
                  <a:pt x="17196" y="5452"/>
                  <a:pt x="16357" y="4614"/>
                  <a:pt x="16357" y="3565"/>
                </a:cubicBezTo>
                <a:cubicBezTo>
                  <a:pt x="16357" y="1468"/>
                  <a:pt x="16357" y="1468"/>
                  <a:pt x="16357" y="1468"/>
                </a:cubicBezTo>
                <a:cubicBezTo>
                  <a:pt x="14470" y="2517"/>
                  <a:pt x="14470" y="2517"/>
                  <a:pt x="14470" y="2517"/>
                </a:cubicBezTo>
                <a:cubicBezTo>
                  <a:pt x="13631" y="2936"/>
                  <a:pt x="12373" y="2726"/>
                  <a:pt x="11953" y="1678"/>
                </a:cubicBezTo>
                <a:cubicBezTo>
                  <a:pt x="10905" y="0"/>
                  <a:pt x="10905" y="0"/>
                  <a:pt x="10905" y="0"/>
                </a:cubicBezTo>
                <a:cubicBezTo>
                  <a:pt x="9856" y="1678"/>
                  <a:pt x="9856" y="1678"/>
                  <a:pt x="9856" y="1678"/>
                </a:cubicBezTo>
                <a:cubicBezTo>
                  <a:pt x="9437" y="2726"/>
                  <a:pt x="8179" y="2936"/>
                  <a:pt x="7340" y="2517"/>
                </a:cubicBezTo>
                <a:cubicBezTo>
                  <a:pt x="5452" y="1468"/>
                  <a:pt x="5452" y="1468"/>
                  <a:pt x="5452" y="1468"/>
                </a:cubicBezTo>
                <a:cubicBezTo>
                  <a:pt x="5452" y="3565"/>
                  <a:pt x="5452" y="3565"/>
                  <a:pt x="5452" y="3565"/>
                </a:cubicBezTo>
                <a:cubicBezTo>
                  <a:pt x="5452" y="4614"/>
                  <a:pt x="4614" y="5452"/>
                  <a:pt x="3565" y="5452"/>
                </a:cubicBezTo>
                <a:cubicBezTo>
                  <a:pt x="1468" y="5452"/>
                  <a:pt x="1468" y="5452"/>
                  <a:pt x="1468" y="5452"/>
                </a:cubicBezTo>
                <a:cubicBezTo>
                  <a:pt x="2517" y="7130"/>
                  <a:pt x="2517" y="7130"/>
                  <a:pt x="2517" y="7130"/>
                </a:cubicBezTo>
                <a:cubicBezTo>
                  <a:pt x="3146" y="8179"/>
                  <a:pt x="2726" y="9227"/>
                  <a:pt x="1887" y="9856"/>
                </a:cubicBezTo>
                <a:cubicBezTo>
                  <a:pt x="0" y="10905"/>
                  <a:pt x="0" y="10905"/>
                  <a:pt x="0" y="10905"/>
                </a:cubicBezTo>
                <a:cubicBezTo>
                  <a:pt x="1887" y="11953"/>
                  <a:pt x="1887" y="11953"/>
                  <a:pt x="1887" y="11953"/>
                </a:cubicBezTo>
                <a:cubicBezTo>
                  <a:pt x="2726" y="12373"/>
                  <a:pt x="3146" y="13631"/>
                  <a:pt x="2517" y="14470"/>
                </a:cubicBezTo>
                <a:cubicBezTo>
                  <a:pt x="1468" y="16148"/>
                  <a:pt x="1468" y="16148"/>
                  <a:pt x="1468" y="16148"/>
                </a:cubicBezTo>
                <a:cubicBezTo>
                  <a:pt x="3565" y="16357"/>
                  <a:pt x="3565" y="16357"/>
                  <a:pt x="3565" y="16357"/>
                </a:cubicBezTo>
                <a:cubicBezTo>
                  <a:pt x="4614" y="16357"/>
                  <a:pt x="5452" y="17196"/>
                  <a:pt x="5452" y="18245"/>
                </a:cubicBezTo>
                <a:cubicBezTo>
                  <a:pt x="5452" y="20132"/>
                  <a:pt x="5452" y="20132"/>
                  <a:pt x="5452" y="20132"/>
                </a:cubicBezTo>
                <a:cubicBezTo>
                  <a:pt x="7340" y="19293"/>
                  <a:pt x="7340" y="19293"/>
                  <a:pt x="7340" y="19293"/>
                </a:cubicBezTo>
                <a:cubicBezTo>
                  <a:pt x="8179" y="18664"/>
                  <a:pt x="9437" y="19083"/>
                  <a:pt x="9856" y="19922"/>
                </a:cubicBezTo>
                <a:cubicBezTo>
                  <a:pt x="10905" y="21600"/>
                  <a:pt x="10905" y="21600"/>
                  <a:pt x="10905" y="21600"/>
                </a:cubicBezTo>
                <a:cubicBezTo>
                  <a:pt x="11953" y="19922"/>
                  <a:pt x="11953" y="19922"/>
                  <a:pt x="11953" y="19922"/>
                </a:cubicBezTo>
                <a:cubicBezTo>
                  <a:pt x="12373" y="19083"/>
                  <a:pt x="13631" y="18664"/>
                  <a:pt x="14470" y="19293"/>
                </a:cubicBezTo>
                <a:cubicBezTo>
                  <a:pt x="16357" y="20132"/>
                  <a:pt x="16357" y="20132"/>
                  <a:pt x="16357" y="20132"/>
                </a:cubicBezTo>
                <a:cubicBezTo>
                  <a:pt x="16357" y="18245"/>
                  <a:pt x="16357" y="18245"/>
                  <a:pt x="16357" y="18245"/>
                </a:cubicBezTo>
                <a:cubicBezTo>
                  <a:pt x="16357" y="17196"/>
                  <a:pt x="17196" y="16357"/>
                  <a:pt x="18245" y="16357"/>
                </a:cubicBezTo>
                <a:cubicBezTo>
                  <a:pt x="20342" y="16148"/>
                  <a:pt x="20342" y="16148"/>
                  <a:pt x="20342" y="16148"/>
                </a:cubicBezTo>
                <a:cubicBezTo>
                  <a:pt x="19293" y="14470"/>
                  <a:pt x="19293" y="14470"/>
                  <a:pt x="19293" y="14470"/>
                </a:cubicBezTo>
                <a:cubicBezTo>
                  <a:pt x="18664" y="13631"/>
                  <a:pt x="19083" y="12373"/>
                  <a:pt x="19922" y="11953"/>
                </a:cubicBezTo>
                <a:close/>
                <a:moveTo>
                  <a:pt x="10905" y="5662"/>
                </a:moveTo>
                <a:cubicBezTo>
                  <a:pt x="7969" y="5662"/>
                  <a:pt x="5662" y="7969"/>
                  <a:pt x="5662" y="10905"/>
                </a:cubicBezTo>
                <a:cubicBezTo>
                  <a:pt x="5662" y="13841"/>
                  <a:pt x="7969" y="16148"/>
                  <a:pt x="10905" y="16148"/>
                </a:cubicBezTo>
                <a:lnTo>
                  <a:pt x="10905" y="5662"/>
                </a:lnTo>
                <a:close/>
              </a:path>
            </a:pathLst>
          </a:custGeom>
          <a:solidFill>
            <a:schemeClr val="accent4">
              <a:lumOff val="58054"/>
            </a:schemeClr>
          </a:solidFill>
          <a:ln w="12700">
            <a:miter lim="400000"/>
          </a:ln>
        </p:spPr>
        <p:txBody>
          <a:bodyPr lIns="109727" tIns="109727" rIns="109727" bIns="109727"/>
          <a:lstStyle/>
          <a:p>
            <a:endParaRPr/>
          </a:p>
        </p:txBody>
      </p:sp>
      <p:sp>
        <p:nvSpPr>
          <p:cNvPr id="572" name="Shape"/>
          <p:cNvSpPr/>
          <p:nvPr/>
        </p:nvSpPr>
        <p:spPr>
          <a:xfrm>
            <a:off x="9423358" y="5710467"/>
            <a:ext cx="344473" cy="332994"/>
          </a:xfrm>
          <a:custGeom>
            <a:avLst/>
            <a:gdLst/>
            <a:ahLst/>
            <a:cxnLst>
              <a:cxn ang="0">
                <a:pos x="wd2" y="hd2"/>
              </a:cxn>
              <a:cxn ang="5400000">
                <a:pos x="wd2" y="hd2"/>
              </a:cxn>
              <a:cxn ang="10800000">
                <a:pos x="wd2" y="hd2"/>
              </a:cxn>
              <a:cxn ang="16200000">
                <a:pos x="wd2" y="hd2"/>
              </a:cxn>
            </a:cxnLst>
            <a:rect l="0" t="0" r="r" b="b"/>
            <a:pathLst>
              <a:path w="21600" h="21600" extrusionOk="0">
                <a:moveTo>
                  <a:pt x="15840" y="5214"/>
                </a:moveTo>
                <a:lnTo>
                  <a:pt x="9360" y="11917"/>
                </a:lnTo>
                <a:lnTo>
                  <a:pt x="6480" y="8938"/>
                </a:lnTo>
                <a:lnTo>
                  <a:pt x="4320" y="11172"/>
                </a:lnTo>
                <a:lnTo>
                  <a:pt x="9360" y="16386"/>
                </a:lnTo>
                <a:lnTo>
                  <a:pt x="17280" y="7448"/>
                </a:lnTo>
                <a:lnTo>
                  <a:pt x="15840" y="5214"/>
                </a:lnTo>
                <a:close/>
                <a:moveTo>
                  <a:pt x="2880" y="5959"/>
                </a:moveTo>
                <a:lnTo>
                  <a:pt x="2880" y="2234"/>
                </a:lnTo>
                <a:lnTo>
                  <a:pt x="5760" y="2234"/>
                </a:lnTo>
                <a:lnTo>
                  <a:pt x="5760" y="0"/>
                </a:lnTo>
                <a:lnTo>
                  <a:pt x="0" y="0"/>
                </a:lnTo>
                <a:lnTo>
                  <a:pt x="0" y="5959"/>
                </a:lnTo>
                <a:lnTo>
                  <a:pt x="2880" y="5959"/>
                </a:lnTo>
                <a:close/>
                <a:moveTo>
                  <a:pt x="21600" y="8193"/>
                </a:moveTo>
                <a:lnTo>
                  <a:pt x="18720" y="8193"/>
                </a:lnTo>
                <a:lnTo>
                  <a:pt x="18720" y="13407"/>
                </a:lnTo>
                <a:lnTo>
                  <a:pt x="21600" y="13407"/>
                </a:lnTo>
                <a:lnTo>
                  <a:pt x="21600" y="8193"/>
                </a:lnTo>
                <a:close/>
                <a:moveTo>
                  <a:pt x="18720" y="15641"/>
                </a:moveTo>
                <a:lnTo>
                  <a:pt x="18720" y="19366"/>
                </a:lnTo>
                <a:lnTo>
                  <a:pt x="15840" y="19366"/>
                </a:lnTo>
                <a:lnTo>
                  <a:pt x="15840" y="21600"/>
                </a:lnTo>
                <a:lnTo>
                  <a:pt x="21600" y="21600"/>
                </a:lnTo>
                <a:lnTo>
                  <a:pt x="21600" y="15641"/>
                </a:lnTo>
                <a:lnTo>
                  <a:pt x="18720" y="15641"/>
                </a:lnTo>
                <a:close/>
                <a:moveTo>
                  <a:pt x="5760" y="19366"/>
                </a:moveTo>
                <a:lnTo>
                  <a:pt x="2880" y="19366"/>
                </a:lnTo>
                <a:lnTo>
                  <a:pt x="2880" y="15641"/>
                </a:lnTo>
                <a:lnTo>
                  <a:pt x="0" y="15641"/>
                </a:lnTo>
                <a:lnTo>
                  <a:pt x="0" y="21600"/>
                </a:lnTo>
                <a:lnTo>
                  <a:pt x="5760" y="21600"/>
                </a:lnTo>
                <a:lnTo>
                  <a:pt x="5760" y="19366"/>
                </a:lnTo>
                <a:close/>
                <a:moveTo>
                  <a:pt x="15840" y="2234"/>
                </a:moveTo>
                <a:lnTo>
                  <a:pt x="18720" y="2234"/>
                </a:lnTo>
                <a:lnTo>
                  <a:pt x="18720" y="5959"/>
                </a:lnTo>
                <a:lnTo>
                  <a:pt x="21600" y="5959"/>
                </a:lnTo>
                <a:lnTo>
                  <a:pt x="21600" y="0"/>
                </a:lnTo>
                <a:lnTo>
                  <a:pt x="15840" y="0"/>
                </a:lnTo>
                <a:lnTo>
                  <a:pt x="15840" y="2234"/>
                </a:lnTo>
                <a:close/>
                <a:moveTo>
                  <a:pt x="0" y="13407"/>
                </a:moveTo>
                <a:lnTo>
                  <a:pt x="2880" y="13407"/>
                </a:lnTo>
                <a:lnTo>
                  <a:pt x="2880" y="8193"/>
                </a:lnTo>
                <a:lnTo>
                  <a:pt x="0" y="8193"/>
                </a:lnTo>
                <a:lnTo>
                  <a:pt x="0" y="13407"/>
                </a:lnTo>
                <a:close/>
                <a:moveTo>
                  <a:pt x="8640" y="0"/>
                </a:moveTo>
                <a:lnTo>
                  <a:pt x="8640" y="2234"/>
                </a:lnTo>
                <a:lnTo>
                  <a:pt x="12960" y="2234"/>
                </a:lnTo>
                <a:lnTo>
                  <a:pt x="12960" y="0"/>
                </a:lnTo>
                <a:lnTo>
                  <a:pt x="8640" y="0"/>
                </a:lnTo>
                <a:close/>
                <a:moveTo>
                  <a:pt x="8640" y="21600"/>
                </a:moveTo>
                <a:lnTo>
                  <a:pt x="8640" y="19366"/>
                </a:lnTo>
                <a:lnTo>
                  <a:pt x="12960" y="19366"/>
                </a:lnTo>
                <a:lnTo>
                  <a:pt x="12960" y="21600"/>
                </a:lnTo>
                <a:lnTo>
                  <a:pt x="8640" y="21600"/>
                </a:lnTo>
                <a:close/>
              </a:path>
            </a:pathLst>
          </a:custGeom>
          <a:solidFill>
            <a:schemeClr val="accent4">
              <a:lumOff val="58054"/>
            </a:schemeClr>
          </a:solidFill>
          <a:ln w="12700">
            <a:miter lim="400000"/>
          </a:ln>
        </p:spPr>
        <p:txBody>
          <a:bodyPr lIns="109727" tIns="109727" rIns="109727" bIns="109727"/>
          <a:lstStyle/>
          <a:p>
            <a:endParaRPr/>
          </a:p>
        </p:txBody>
      </p:sp>
      <p:sp>
        <p:nvSpPr>
          <p:cNvPr id="573" name="Shape"/>
          <p:cNvSpPr/>
          <p:nvPr/>
        </p:nvSpPr>
        <p:spPr>
          <a:xfrm>
            <a:off x="14983738" y="10421933"/>
            <a:ext cx="321509" cy="390407"/>
          </a:xfrm>
          <a:custGeom>
            <a:avLst/>
            <a:gdLst/>
            <a:ahLst/>
            <a:cxnLst>
              <a:cxn ang="0">
                <a:pos x="wd2" y="hd2"/>
              </a:cxn>
              <a:cxn ang="5400000">
                <a:pos x="wd2" y="hd2"/>
              </a:cxn>
              <a:cxn ang="10800000">
                <a:pos x="wd2" y="hd2"/>
              </a:cxn>
              <a:cxn ang="16200000">
                <a:pos x="wd2" y="hd2"/>
              </a:cxn>
            </a:cxnLst>
            <a:rect l="0" t="0" r="r" b="b"/>
            <a:pathLst>
              <a:path w="21600" h="21600" extrusionOk="0">
                <a:moveTo>
                  <a:pt x="14488" y="10905"/>
                </a:moveTo>
                <a:cubicBezTo>
                  <a:pt x="12907" y="12163"/>
                  <a:pt x="10010" y="12163"/>
                  <a:pt x="8166" y="10905"/>
                </a:cubicBezTo>
                <a:cubicBezTo>
                  <a:pt x="7639" y="10485"/>
                  <a:pt x="7112" y="9856"/>
                  <a:pt x="7112" y="9437"/>
                </a:cubicBezTo>
                <a:cubicBezTo>
                  <a:pt x="6849" y="9437"/>
                  <a:pt x="6849" y="9437"/>
                  <a:pt x="6849" y="9437"/>
                </a:cubicBezTo>
                <a:cubicBezTo>
                  <a:pt x="6059" y="9437"/>
                  <a:pt x="5268" y="9647"/>
                  <a:pt x="4741" y="10066"/>
                </a:cubicBezTo>
                <a:cubicBezTo>
                  <a:pt x="5268" y="10695"/>
                  <a:pt x="5795" y="11534"/>
                  <a:pt x="6585" y="12163"/>
                </a:cubicBezTo>
                <a:cubicBezTo>
                  <a:pt x="7639" y="13002"/>
                  <a:pt x="9220" y="13631"/>
                  <a:pt x="10800" y="13631"/>
                </a:cubicBezTo>
                <a:cubicBezTo>
                  <a:pt x="9746" y="14680"/>
                  <a:pt x="8429" y="15518"/>
                  <a:pt x="6849" y="15518"/>
                </a:cubicBezTo>
                <a:cubicBezTo>
                  <a:pt x="4215" y="15518"/>
                  <a:pt x="2107" y="13841"/>
                  <a:pt x="2107" y="11744"/>
                </a:cubicBezTo>
                <a:cubicBezTo>
                  <a:pt x="2107" y="9856"/>
                  <a:pt x="4215" y="8179"/>
                  <a:pt x="6849" y="8179"/>
                </a:cubicBezTo>
                <a:cubicBezTo>
                  <a:pt x="8693" y="8179"/>
                  <a:pt x="10537" y="9227"/>
                  <a:pt x="11063" y="10695"/>
                </a:cubicBezTo>
                <a:cubicBezTo>
                  <a:pt x="11063" y="10695"/>
                  <a:pt x="11327" y="10695"/>
                  <a:pt x="11327" y="10695"/>
                </a:cubicBezTo>
                <a:cubicBezTo>
                  <a:pt x="12117" y="10695"/>
                  <a:pt x="12644" y="10485"/>
                  <a:pt x="13171" y="10066"/>
                </a:cubicBezTo>
                <a:cubicBezTo>
                  <a:pt x="12380" y="7969"/>
                  <a:pt x="10273" y="6501"/>
                  <a:pt x="7376" y="6291"/>
                </a:cubicBezTo>
                <a:cubicBezTo>
                  <a:pt x="7639" y="6082"/>
                  <a:pt x="7902" y="5872"/>
                  <a:pt x="8166" y="5662"/>
                </a:cubicBezTo>
                <a:cubicBezTo>
                  <a:pt x="10010" y="4194"/>
                  <a:pt x="12907" y="4194"/>
                  <a:pt x="14488" y="5662"/>
                </a:cubicBezTo>
                <a:cubicBezTo>
                  <a:pt x="16332" y="7130"/>
                  <a:pt x="16332" y="9437"/>
                  <a:pt x="14488" y="10905"/>
                </a:cubicBezTo>
                <a:close/>
                <a:moveTo>
                  <a:pt x="20020" y="5662"/>
                </a:moveTo>
                <a:cubicBezTo>
                  <a:pt x="21600" y="4404"/>
                  <a:pt x="21600" y="4404"/>
                  <a:pt x="21600" y="4404"/>
                </a:cubicBezTo>
                <a:cubicBezTo>
                  <a:pt x="19756" y="2936"/>
                  <a:pt x="19756" y="2936"/>
                  <a:pt x="19756" y="2936"/>
                </a:cubicBezTo>
                <a:cubicBezTo>
                  <a:pt x="21073" y="1887"/>
                  <a:pt x="21073" y="1887"/>
                  <a:pt x="21073" y="1887"/>
                </a:cubicBezTo>
                <a:cubicBezTo>
                  <a:pt x="21073" y="1887"/>
                  <a:pt x="21073" y="1887"/>
                  <a:pt x="21073" y="1887"/>
                </a:cubicBezTo>
                <a:cubicBezTo>
                  <a:pt x="19493" y="419"/>
                  <a:pt x="19493" y="419"/>
                  <a:pt x="19493" y="419"/>
                </a:cubicBezTo>
                <a:cubicBezTo>
                  <a:pt x="18176" y="1468"/>
                  <a:pt x="18176" y="1468"/>
                  <a:pt x="18176" y="1468"/>
                </a:cubicBezTo>
                <a:cubicBezTo>
                  <a:pt x="16068" y="0"/>
                  <a:pt x="16068" y="0"/>
                  <a:pt x="16068" y="0"/>
                </a:cubicBezTo>
                <a:cubicBezTo>
                  <a:pt x="14488" y="1258"/>
                  <a:pt x="14488" y="1258"/>
                  <a:pt x="14488" y="1258"/>
                </a:cubicBezTo>
                <a:cubicBezTo>
                  <a:pt x="16332" y="2726"/>
                  <a:pt x="16332" y="2726"/>
                  <a:pt x="16332" y="2726"/>
                </a:cubicBezTo>
                <a:cubicBezTo>
                  <a:pt x="15278" y="3775"/>
                  <a:pt x="15278" y="3775"/>
                  <a:pt x="15278" y="3775"/>
                </a:cubicBezTo>
                <a:cubicBezTo>
                  <a:pt x="12644" y="2307"/>
                  <a:pt x="8956" y="2517"/>
                  <a:pt x="6585" y="4404"/>
                </a:cubicBezTo>
                <a:cubicBezTo>
                  <a:pt x="5795" y="5033"/>
                  <a:pt x="5268" y="5662"/>
                  <a:pt x="4741" y="6501"/>
                </a:cubicBezTo>
                <a:cubicBezTo>
                  <a:pt x="2107" y="7130"/>
                  <a:pt x="0" y="9227"/>
                  <a:pt x="0" y="11744"/>
                </a:cubicBezTo>
                <a:cubicBezTo>
                  <a:pt x="0" y="14470"/>
                  <a:pt x="2371" y="16777"/>
                  <a:pt x="5532" y="17196"/>
                </a:cubicBezTo>
                <a:cubicBezTo>
                  <a:pt x="5532" y="18245"/>
                  <a:pt x="5532" y="18245"/>
                  <a:pt x="5532" y="18245"/>
                </a:cubicBezTo>
                <a:cubicBezTo>
                  <a:pt x="2898" y="18245"/>
                  <a:pt x="2898" y="18245"/>
                  <a:pt x="2898" y="18245"/>
                </a:cubicBezTo>
                <a:cubicBezTo>
                  <a:pt x="2898" y="20132"/>
                  <a:pt x="2898" y="20132"/>
                  <a:pt x="2898" y="20132"/>
                </a:cubicBezTo>
                <a:cubicBezTo>
                  <a:pt x="5532" y="20132"/>
                  <a:pt x="5532" y="20132"/>
                  <a:pt x="5532" y="20132"/>
                </a:cubicBezTo>
                <a:cubicBezTo>
                  <a:pt x="5532" y="21600"/>
                  <a:pt x="5532" y="21600"/>
                  <a:pt x="5532" y="21600"/>
                </a:cubicBezTo>
                <a:cubicBezTo>
                  <a:pt x="7902" y="21600"/>
                  <a:pt x="7902" y="21600"/>
                  <a:pt x="7902" y="21600"/>
                </a:cubicBezTo>
                <a:cubicBezTo>
                  <a:pt x="7902" y="20132"/>
                  <a:pt x="7902" y="20132"/>
                  <a:pt x="7902" y="20132"/>
                </a:cubicBezTo>
                <a:cubicBezTo>
                  <a:pt x="10537" y="20132"/>
                  <a:pt x="10537" y="20132"/>
                  <a:pt x="10537" y="20132"/>
                </a:cubicBezTo>
                <a:cubicBezTo>
                  <a:pt x="10537" y="18245"/>
                  <a:pt x="10537" y="18245"/>
                  <a:pt x="10537" y="18245"/>
                </a:cubicBezTo>
                <a:cubicBezTo>
                  <a:pt x="7902" y="18245"/>
                  <a:pt x="7902" y="18245"/>
                  <a:pt x="7902" y="18245"/>
                </a:cubicBezTo>
                <a:cubicBezTo>
                  <a:pt x="7902" y="17196"/>
                  <a:pt x="7902" y="17196"/>
                  <a:pt x="7902" y="17196"/>
                </a:cubicBezTo>
                <a:cubicBezTo>
                  <a:pt x="10537" y="16777"/>
                  <a:pt x="12644" y="15309"/>
                  <a:pt x="13171" y="13421"/>
                </a:cubicBezTo>
                <a:cubicBezTo>
                  <a:pt x="14224" y="13212"/>
                  <a:pt x="15278" y="12792"/>
                  <a:pt x="16068" y="12163"/>
                </a:cubicBezTo>
                <a:cubicBezTo>
                  <a:pt x="18702" y="10276"/>
                  <a:pt x="18966" y="7340"/>
                  <a:pt x="17122" y="5243"/>
                </a:cubicBezTo>
                <a:cubicBezTo>
                  <a:pt x="18176" y="4194"/>
                  <a:pt x="18176" y="4194"/>
                  <a:pt x="18176" y="4194"/>
                </a:cubicBezTo>
                <a:lnTo>
                  <a:pt x="20020" y="5662"/>
                </a:lnTo>
                <a:close/>
              </a:path>
            </a:pathLst>
          </a:custGeom>
          <a:solidFill>
            <a:schemeClr val="accent4">
              <a:lumOff val="58054"/>
            </a:schemeClr>
          </a:solidFill>
          <a:ln w="12700">
            <a:miter lim="400000"/>
          </a:ln>
        </p:spPr>
        <p:txBody>
          <a:bodyPr lIns="109727" tIns="109727" rIns="109727" bIns="109727"/>
          <a:lstStyle/>
          <a:p>
            <a:endParaRPr/>
          </a:p>
        </p:txBody>
      </p:sp>
      <p:sp>
        <p:nvSpPr>
          <p:cNvPr id="574" name="Shape"/>
          <p:cNvSpPr/>
          <p:nvPr/>
        </p:nvSpPr>
        <p:spPr>
          <a:xfrm>
            <a:off x="13224578" y="11398764"/>
            <a:ext cx="252618" cy="401891"/>
          </a:xfrm>
          <a:custGeom>
            <a:avLst/>
            <a:gdLst/>
            <a:ahLst/>
            <a:cxnLst>
              <a:cxn ang="0">
                <a:pos x="wd2" y="hd2"/>
              </a:cxn>
              <a:cxn ang="5400000">
                <a:pos x="wd2" y="hd2"/>
              </a:cxn>
              <a:cxn ang="10800000">
                <a:pos x="wd2" y="hd2"/>
              </a:cxn>
              <a:cxn ang="16200000">
                <a:pos x="wd2" y="hd2"/>
              </a:cxn>
            </a:cxnLst>
            <a:rect l="0" t="0" r="r" b="b"/>
            <a:pathLst>
              <a:path w="21600" h="21600" extrusionOk="0">
                <a:moveTo>
                  <a:pt x="12896" y="0"/>
                </a:moveTo>
                <a:cubicBezTo>
                  <a:pt x="10316" y="0"/>
                  <a:pt x="1612" y="0"/>
                  <a:pt x="0" y="0"/>
                </a:cubicBezTo>
                <a:cubicBezTo>
                  <a:pt x="3546" y="629"/>
                  <a:pt x="5158" y="2517"/>
                  <a:pt x="5158" y="5662"/>
                </a:cubicBezTo>
                <a:cubicBezTo>
                  <a:pt x="5158" y="8598"/>
                  <a:pt x="5158" y="21600"/>
                  <a:pt x="5158" y="21600"/>
                </a:cubicBezTo>
                <a:cubicBezTo>
                  <a:pt x="13540" y="16777"/>
                  <a:pt x="13540" y="16777"/>
                  <a:pt x="13540" y="16777"/>
                </a:cubicBezTo>
                <a:cubicBezTo>
                  <a:pt x="21600" y="21600"/>
                  <a:pt x="21600" y="21600"/>
                  <a:pt x="21600" y="21600"/>
                </a:cubicBezTo>
                <a:cubicBezTo>
                  <a:pt x="21600" y="21600"/>
                  <a:pt x="21600" y="7130"/>
                  <a:pt x="21600" y="5452"/>
                </a:cubicBezTo>
                <a:cubicBezTo>
                  <a:pt x="21600" y="2097"/>
                  <a:pt x="18699" y="0"/>
                  <a:pt x="12896" y="0"/>
                </a:cubicBezTo>
                <a:close/>
                <a:moveTo>
                  <a:pt x="12896" y="2097"/>
                </a:moveTo>
                <a:cubicBezTo>
                  <a:pt x="16442" y="2097"/>
                  <a:pt x="18376" y="3146"/>
                  <a:pt x="18376" y="5452"/>
                </a:cubicBezTo>
                <a:cubicBezTo>
                  <a:pt x="18376" y="16986"/>
                  <a:pt x="18376" y="16986"/>
                  <a:pt x="18376" y="16986"/>
                </a:cubicBezTo>
                <a:cubicBezTo>
                  <a:pt x="13540" y="14050"/>
                  <a:pt x="13540" y="14050"/>
                  <a:pt x="13540" y="14050"/>
                </a:cubicBezTo>
                <a:cubicBezTo>
                  <a:pt x="8382" y="16986"/>
                  <a:pt x="8382" y="16986"/>
                  <a:pt x="8382" y="16986"/>
                </a:cubicBezTo>
                <a:cubicBezTo>
                  <a:pt x="8382" y="6082"/>
                  <a:pt x="8382" y="6082"/>
                  <a:pt x="8382" y="6082"/>
                </a:cubicBezTo>
                <a:cubicBezTo>
                  <a:pt x="8382" y="4404"/>
                  <a:pt x="8382" y="2936"/>
                  <a:pt x="7415" y="2097"/>
                </a:cubicBezTo>
                <a:lnTo>
                  <a:pt x="12896" y="2097"/>
                </a:lnTo>
                <a:close/>
              </a:path>
            </a:pathLst>
          </a:custGeom>
          <a:solidFill>
            <a:schemeClr val="accent4">
              <a:lumOff val="58054"/>
            </a:schemeClr>
          </a:solidFill>
          <a:ln w="12700">
            <a:miter lim="400000"/>
          </a:ln>
        </p:spPr>
        <p:txBody>
          <a:bodyPr lIns="109727" tIns="109727" rIns="109727" bIns="109727"/>
          <a:lstStyle/>
          <a:p>
            <a:endParaRPr/>
          </a:p>
        </p:txBody>
      </p:sp>
      <p:sp>
        <p:nvSpPr>
          <p:cNvPr id="575" name="Shape"/>
          <p:cNvSpPr/>
          <p:nvPr/>
        </p:nvSpPr>
        <p:spPr>
          <a:xfrm>
            <a:off x="13167168" y="12394159"/>
            <a:ext cx="367443" cy="310033"/>
          </a:xfrm>
          <a:custGeom>
            <a:avLst/>
            <a:gdLst/>
            <a:ahLst/>
            <a:cxnLst>
              <a:cxn ang="0">
                <a:pos x="wd2" y="hd2"/>
              </a:cxn>
              <a:cxn ang="5400000">
                <a:pos x="wd2" y="hd2"/>
              </a:cxn>
              <a:cxn ang="10800000">
                <a:pos x="wd2" y="hd2"/>
              </a:cxn>
              <a:cxn ang="16200000">
                <a:pos x="wd2" y="hd2"/>
              </a:cxn>
            </a:cxnLst>
            <a:rect l="0" t="0" r="r" b="b"/>
            <a:pathLst>
              <a:path w="21600" h="21600" extrusionOk="0">
                <a:moveTo>
                  <a:pt x="19762" y="19200"/>
                </a:moveTo>
                <a:cubicBezTo>
                  <a:pt x="16315" y="16533"/>
                  <a:pt x="16315" y="16533"/>
                  <a:pt x="16315" y="16533"/>
                </a:cubicBezTo>
                <a:cubicBezTo>
                  <a:pt x="17464" y="14667"/>
                  <a:pt x="17464" y="14667"/>
                  <a:pt x="17464" y="14667"/>
                </a:cubicBezTo>
                <a:cubicBezTo>
                  <a:pt x="20911" y="17333"/>
                  <a:pt x="20911" y="17333"/>
                  <a:pt x="20911" y="17333"/>
                </a:cubicBezTo>
                <a:lnTo>
                  <a:pt x="19762" y="19200"/>
                </a:lnTo>
                <a:close/>
                <a:moveTo>
                  <a:pt x="17464" y="7200"/>
                </a:moveTo>
                <a:cubicBezTo>
                  <a:pt x="16315" y="5333"/>
                  <a:pt x="16315" y="5333"/>
                  <a:pt x="16315" y="5333"/>
                </a:cubicBezTo>
                <a:cubicBezTo>
                  <a:pt x="19762" y="2667"/>
                  <a:pt x="19762" y="2667"/>
                  <a:pt x="19762" y="2667"/>
                </a:cubicBezTo>
                <a:cubicBezTo>
                  <a:pt x="20911" y="4533"/>
                  <a:pt x="20911" y="4533"/>
                  <a:pt x="20911" y="4533"/>
                </a:cubicBezTo>
                <a:lnTo>
                  <a:pt x="17464" y="7200"/>
                </a:lnTo>
                <a:close/>
                <a:moveTo>
                  <a:pt x="21600" y="12000"/>
                </a:moveTo>
                <a:cubicBezTo>
                  <a:pt x="17464" y="12000"/>
                  <a:pt x="17464" y="12000"/>
                  <a:pt x="17464" y="12000"/>
                </a:cubicBezTo>
                <a:cubicBezTo>
                  <a:pt x="17464" y="9867"/>
                  <a:pt x="17464" y="9867"/>
                  <a:pt x="17464" y="9867"/>
                </a:cubicBezTo>
                <a:cubicBezTo>
                  <a:pt x="21600" y="9867"/>
                  <a:pt x="21600" y="9867"/>
                  <a:pt x="21600" y="9867"/>
                </a:cubicBezTo>
                <a:lnTo>
                  <a:pt x="21600" y="12000"/>
                </a:lnTo>
                <a:close/>
                <a:moveTo>
                  <a:pt x="6664" y="5333"/>
                </a:moveTo>
                <a:cubicBezTo>
                  <a:pt x="6664" y="16533"/>
                  <a:pt x="6664" y="16533"/>
                  <a:pt x="6664" y="16533"/>
                </a:cubicBezTo>
                <a:cubicBezTo>
                  <a:pt x="14477" y="21600"/>
                  <a:pt x="14477" y="21600"/>
                  <a:pt x="14477" y="21600"/>
                </a:cubicBezTo>
                <a:cubicBezTo>
                  <a:pt x="14477" y="0"/>
                  <a:pt x="14477" y="0"/>
                  <a:pt x="14477" y="0"/>
                </a:cubicBezTo>
                <a:lnTo>
                  <a:pt x="6664" y="5333"/>
                </a:lnTo>
                <a:close/>
                <a:moveTo>
                  <a:pt x="4826" y="16000"/>
                </a:moveTo>
                <a:cubicBezTo>
                  <a:pt x="1609" y="16000"/>
                  <a:pt x="1609" y="16000"/>
                  <a:pt x="1609" y="16000"/>
                </a:cubicBezTo>
                <a:cubicBezTo>
                  <a:pt x="689" y="16000"/>
                  <a:pt x="0" y="15200"/>
                  <a:pt x="0" y="14133"/>
                </a:cubicBezTo>
                <a:cubicBezTo>
                  <a:pt x="0" y="7467"/>
                  <a:pt x="0" y="7467"/>
                  <a:pt x="0" y="7467"/>
                </a:cubicBezTo>
                <a:cubicBezTo>
                  <a:pt x="0" y="6667"/>
                  <a:pt x="689" y="5600"/>
                  <a:pt x="1609" y="5600"/>
                </a:cubicBezTo>
                <a:cubicBezTo>
                  <a:pt x="4826" y="5600"/>
                  <a:pt x="4826" y="5600"/>
                  <a:pt x="4826" y="5600"/>
                </a:cubicBezTo>
                <a:lnTo>
                  <a:pt x="4826" y="16000"/>
                </a:lnTo>
                <a:close/>
              </a:path>
            </a:pathLst>
          </a:custGeom>
          <a:solidFill>
            <a:schemeClr val="accent4">
              <a:lumOff val="58054"/>
            </a:schemeClr>
          </a:solidFill>
          <a:ln w="12700">
            <a:miter lim="400000"/>
          </a:ln>
        </p:spPr>
        <p:txBody>
          <a:bodyPr lIns="109727" tIns="109727" rIns="109727" bIns="109727"/>
          <a:lstStyle/>
          <a:p>
            <a:endParaRPr/>
          </a:p>
        </p:txBody>
      </p:sp>
      <p:sp>
        <p:nvSpPr>
          <p:cNvPr id="576" name="Shape"/>
          <p:cNvSpPr/>
          <p:nvPr/>
        </p:nvSpPr>
        <p:spPr>
          <a:xfrm>
            <a:off x="14051491" y="5721949"/>
            <a:ext cx="390406" cy="310033"/>
          </a:xfrm>
          <a:custGeom>
            <a:avLst/>
            <a:gdLst/>
            <a:ahLst/>
            <a:cxnLst>
              <a:cxn ang="0">
                <a:pos x="wd2" y="hd2"/>
              </a:cxn>
              <a:cxn ang="5400000">
                <a:pos x="wd2" y="hd2"/>
              </a:cxn>
              <a:cxn ang="10800000">
                <a:pos x="wd2" y="hd2"/>
              </a:cxn>
              <a:cxn ang="16200000">
                <a:pos x="wd2" y="hd2"/>
              </a:cxn>
            </a:cxnLst>
            <a:rect l="0" t="0" r="r" b="b"/>
            <a:pathLst>
              <a:path w="21600" h="21600" extrusionOk="0">
                <a:moveTo>
                  <a:pt x="17153" y="19200"/>
                </a:moveTo>
                <a:lnTo>
                  <a:pt x="19059" y="19200"/>
                </a:lnTo>
                <a:lnTo>
                  <a:pt x="17788" y="16000"/>
                </a:lnTo>
                <a:lnTo>
                  <a:pt x="17153" y="19200"/>
                </a:lnTo>
                <a:close/>
                <a:moveTo>
                  <a:pt x="17153" y="14400"/>
                </a:moveTo>
                <a:lnTo>
                  <a:pt x="19059" y="14400"/>
                </a:lnTo>
                <a:lnTo>
                  <a:pt x="20965" y="21600"/>
                </a:lnTo>
                <a:lnTo>
                  <a:pt x="19694" y="21600"/>
                </a:lnTo>
                <a:lnTo>
                  <a:pt x="19059" y="20800"/>
                </a:lnTo>
                <a:lnTo>
                  <a:pt x="17153" y="20800"/>
                </a:lnTo>
                <a:lnTo>
                  <a:pt x="16518" y="21600"/>
                </a:lnTo>
                <a:lnTo>
                  <a:pt x="15247" y="21600"/>
                </a:lnTo>
                <a:lnTo>
                  <a:pt x="17153" y="14400"/>
                </a:lnTo>
                <a:close/>
                <a:moveTo>
                  <a:pt x="21600" y="9600"/>
                </a:moveTo>
                <a:lnTo>
                  <a:pt x="21600" y="12000"/>
                </a:lnTo>
                <a:lnTo>
                  <a:pt x="14612" y="12000"/>
                </a:lnTo>
                <a:lnTo>
                  <a:pt x="14612" y="9600"/>
                </a:lnTo>
                <a:lnTo>
                  <a:pt x="19059" y="2400"/>
                </a:lnTo>
                <a:lnTo>
                  <a:pt x="14612" y="2400"/>
                </a:lnTo>
                <a:lnTo>
                  <a:pt x="14612" y="0"/>
                </a:lnTo>
                <a:lnTo>
                  <a:pt x="21600" y="0"/>
                </a:lnTo>
                <a:lnTo>
                  <a:pt x="21600" y="1600"/>
                </a:lnTo>
                <a:lnTo>
                  <a:pt x="17153" y="9600"/>
                </a:lnTo>
                <a:lnTo>
                  <a:pt x="21600" y="9600"/>
                </a:lnTo>
                <a:close/>
                <a:moveTo>
                  <a:pt x="5082" y="21600"/>
                </a:moveTo>
                <a:lnTo>
                  <a:pt x="10800" y="12800"/>
                </a:lnTo>
                <a:lnTo>
                  <a:pt x="6988" y="12800"/>
                </a:lnTo>
                <a:lnTo>
                  <a:pt x="6988" y="0"/>
                </a:lnTo>
                <a:lnTo>
                  <a:pt x="3812" y="0"/>
                </a:lnTo>
                <a:lnTo>
                  <a:pt x="3812" y="12800"/>
                </a:lnTo>
                <a:lnTo>
                  <a:pt x="0" y="12800"/>
                </a:lnTo>
                <a:lnTo>
                  <a:pt x="5082" y="21600"/>
                </a:lnTo>
                <a:close/>
              </a:path>
            </a:pathLst>
          </a:custGeom>
          <a:solidFill>
            <a:schemeClr val="accent4">
              <a:lumOff val="58054"/>
            </a:schemeClr>
          </a:solidFill>
          <a:ln w="12700">
            <a:miter lim="400000"/>
          </a:ln>
        </p:spPr>
        <p:txBody>
          <a:bodyPr lIns="109727" tIns="109727" rIns="109727" bIns="109727"/>
          <a:lstStyle/>
          <a:p>
            <a:endParaRPr/>
          </a:p>
        </p:txBody>
      </p:sp>
      <p:sp>
        <p:nvSpPr>
          <p:cNvPr id="577" name="Shape"/>
          <p:cNvSpPr/>
          <p:nvPr/>
        </p:nvSpPr>
        <p:spPr>
          <a:xfrm>
            <a:off x="14051491" y="6637683"/>
            <a:ext cx="390406" cy="367441"/>
          </a:xfrm>
          <a:custGeom>
            <a:avLst/>
            <a:gdLst/>
            <a:ahLst/>
            <a:cxnLst>
              <a:cxn ang="0">
                <a:pos x="wd2" y="hd2"/>
              </a:cxn>
              <a:cxn ang="5400000">
                <a:pos x="wd2" y="hd2"/>
              </a:cxn>
              <a:cxn ang="10800000">
                <a:pos x="wd2" y="hd2"/>
              </a:cxn>
              <a:cxn ang="16200000">
                <a:pos x="wd2" y="hd2"/>
              </a:cxn>
            </a:cxnLst>
            <a:rect l="0" t="0" r="r" b="b"/>
            <a:pathLst>
              <a:path w="21600" h="21600" extrusionOk="0">
                <a:moveTo>
                  <a:pt x="1887" y="5850"/>
                </a:moveTo>
                <a:cubicBezTo>
                  <a:pt x="5662" y="5850"/>
                  <a:pt x="5662" y="5850"/>
                  <a:pt x="5662" y="5850"/>
                </a:cubicBezTo>
                <a:cubicBezTo>
                  <a:pt x="5662" y="16875"/>
                  <a:pt x="5662" y="16875"/>
                  <a:pt x="5662" y="16875"/>
                </a:cubicBezTo>
                <a:cubicBezTo>
                  <a:pt x="1887" y="16875"/>
                  <a:pt x="1887" y="16875"/>
                  <a:pt x="1887" y="16875"/>
                </a:cubicBezTo>
                <a:cubicBezTo>
                  <a:pt x="839" y="16875"/>
                  <a:pt x="0" y="15975"/>
                  <a:pt x="0" y="14850"/>
                </a:cubicBezTo>
                <a:cubicBezTo>
                  <a:pt x="0" y="7875"/>
                  <a:pt x="0" y="7875"/>
                  <a:pt x="0" y="7875"/>
                </a:cubicBezTo>
                <a:cubicBezTo>
                  <a:pt x="0" y="6750"/>
                  <a:pt x="839" y="5850"/>
                  <a:pt x="1887" y="5850"/>
                </a:cubicBezTo>
                <a:close/>
                <a:moveTo>
                  <a:pt x="11744" y="19800"/>
                </a:moveTo>
                <a:cubicBezTo>
                  <a:pt x="7759" y="17325"/>
                  <a:pt x="7759" y="17325"/>
                  <a:pt x="7759" y="17325"/>
                </a:cubicBezTo>
                <a:cubicBezTo>
                  <a:pt x="7759" y="5400"/>
                  <a:pt x="7759" y="5400"/>
                  <a:pt x="7759" y="5400"/>
                </a:cubicBezTo>
                <a:cubicBezTo>
                  <a:pt x="16567" y="0"/>
                  <a:pt x="16567" y="0"/>
                  <a:pt x="16567" y="0"/>
                </a:cubicBezTo>
                <a:cubicBezTo>
                  <a:pt x="16567" y="10350"/>
                  <a:pt x="16567" y="10350"/>
                  <a:pt x="16567" y="10350"/>
                </a:cubicBezTo>
                <a:cubicBezTo>
                  <a:pt x="15309" y="10575"/>
                  <a:pt x="14050" y="11250"/>
                  <a:pt x="13002" y="12375"/>
                </a:cubicBezTo>
                <a:cubicBezTo>
                  <a:pt x="11744" y="13500"/>
                  <a:pt x="11115" y="15075"/>
                  <a:pt x="11115" y="16875"/>
                </a:cubicBezTo>
                <a:cubicBezTo>
                  <a:pt x="11115" y="18000"/>
                  <a:pt x="11324" y="18900"/>
                  <a:pt x="11744" y="19800"/>
                </a:cubicBezTo>
                <a:close/>
                <a:moveTo>
                  <a:pt x="19922" y="17775"/>
                </a:moveTo>
                <a:cubicBezTo>
                  <a:pt x="14680" y="17775"/>
                  <a:pt x="14680" y="17775"/>
                  <a:pt x="14680" y="17775"/>
                </a:cubicBezTo>
                <a:cubicBezTo>
                  <a:pt x="14680" y="16200"/>
                  <a:pt x="14680" y="16200"/>
                  <a:pt x="14680" y="16200"/>
                </a:cubicBezTo>
                <a:cubicBezTo>
                  <a:pt x="19922" y="16200"/>
                  <a:pt x="19922" y="16200"/>
                  <a:pt x="19922" y="16200"/>
                </a:cubicBezTo>
                <a:lnTo>
                  <a:pt x="19922" y="17775"/>
                </a:lnTo>
                <a:close/>
                <a:moveTo>
                  <a:pt x="17196" y="12150"/>
                </a:moveTo>
                <a:cubicBezTo>
                  <a:pt x="14889" y="12150"/>
                  <a:pt x="12792" y="14400"/>
                  <a:pt x="12792" y="16875"/>
                </a:cubicBezTo>
                <a:cubicBezTo>
                  <a:pt x="12792" y="19575"/>
                  <a:pt x="14889" y="21600"/>
                  <a:pt x="17196" y="21600"/>
                </a:cubicBezTo>
                <a:cubicBezTo>
                  <a:pt x="19713" y="21600"/>
                  <a:pt x="21600" y="19575"/>
                  <a:pt x="21600" y="16875"/>
                </a:cubicBezTo>
                <a:cubicBezTo>
                  <a:pt x="21600" y="14400"/>
                  <a:pt x="19713" y="12150"/>
                  <a:pt x="17196" y="12150"/>
                </a:cubicBezTo>
                <a:close/>
              </a:path>
            </a:pathLst>
          </a:custGeom>
          <a:solidFill>
            <a:schemeClr val="accent4">
              <a:lumOff val="58054"/>
            </a:schemeClr>
          </a:solidFill>
          <a:ln w="12700">
            <a:miter lim="400000"/>
          </a:ln>
        </p:spPr>
        <p:txBody>
          <a:bodyPr lIns="109727" tIns="109727" rIns="109727" bIns="109727"/>
          <a:lstStyle/>
          <a:p>
            <a:endParaRPr/>
          </a:p>
        </p:txBody>
      </p:sp>
      <p:sp>
        <p:nvSpPr>
          <p:cNvPr id="578" name="Shape"/>
          <p:cNvSpPr/>
          <p:nvPr/>
        </p:nvSpPr>
        <p:spPr>
          <a:xfrm>
            <a:off x="14051491" y="7563910"/>
            <a:ext cx="390406" cy="390407"/>
          </a:xfrm>
          <a:custGeom>
            <a:avLst/>
            <a:gdLst/>
            <a:ahLst/>
            <a:cxnLst>
              <a:cxn ang="0">
                <a:pos x="wd2" y="hd2"/>
              </a:cxn>
              <a:cxn ang="5400000">
                <a:pos x="wd2" y="hd2"/>
              </a:cxn>
              <a:cxn ang="10800000">
                <a:pos x="wd2" y="hd2"/>
              </a:cxn>
              <a:cxn ang="16200000">
                <a:pos x="wd2" y="hd2"/>
              </a:cxn>
            </a:cxnLst>
            <a:rect l="0" t="0" r="r" b="b"/>
            <a:pathLst>
              <a:path w="21600" h="21600" extrusionOk="0">
                <a:moveTo>
                  <a:pt x="10066" y="6711"/>
                </a:moveTo>
                <a:cubicBezTo>
                  <a:pt x="10066" y="6082"/>
                  <a:pt x="10485" y="5872"/>
                  <a:pt x="10905" y="5872"/>
                </a:cubicBezTo>
                <a:cubicBezTo>
                  <a:pt x="11324" y="5872"/>
                  <a:pt x="11744" y="6082"/>
                  <a:pt x="11744" y="6711"/>
                </a:cubicBezTo>
                <a:cubicBezTo>
                  <a:pt x="11744" y="7130"/>
                  <a:pt x="11324" y="7550"/>
                  <a:pt x="10905" y="7550"/>
                </a:cubicBezTo>
                <a:cubicBezTo>
                  <a:pt x="10485" y="7550"/>
                  <a:pt x="10066" y="7130"/>
                  <a:pt x="10066" y="6711"/>
                </a:cubicBezTo>
                <a:close/>
                <a:moveTo>
                  <a:pt x="16357" y="11534"/>
                </a:moveTo>
                <a:cubicBezTo>
                  <a:pt x="13631" y="13002"/>
                  <a:pt x="13631" y="13002"/>
                  <a:pt x="13631" y="13002"/>
                </a:cubicBezTo>
                <a:cubicBezTo>
                  <a:pt x="14680" y="13631"/>
                  <a:pt x="14680" y="13631"/>
                  <a:pt x="14680" y="13631"/>
                </a:cubicBezTo>
                <a:cubicBezTo>
                  <a:pt x="13841" y="14680"/>
                  <a:pt x="12583" y="15518"/>
                  <a:pt x="11534" y="15728"/>
                </a:cubicBezTo>
                <a:cubicBezTo>
                  <a:pt x="11534" y="10066"/>
                  <a:pt x="11534" y="10066"/>
                  <a:pt x="11534" y="10066"/>
                </a:cubicBezTo>
                <a:cubicBezTo>
                  <a:pt x="11534" y="8388"/>
                  <a:pt x="13002" y="8179"/>
                  <a:pt x="13002" y="6711"/>
                </a:cubicBezTo>
                <a:cubicBezTo>
                  <a:pt x="13002" y="5452"/>
                  <a:pt x="11953" y="4614"/>
                  <a:pt x="10905" y="4614"/>
                </a:cubicBezTo>
                <a:cubicBezTo>
                  <a:pt x="9647" y="4614"/>
                  <a:pt x="8808" y="5452"/>
                  <a:pt x="8808" y="6711"/>
                </a:cubicBezTo>
                <a:cubicBezTo>
                  <a:pt x="8808" y="8179"/>
                  <a:pt x="10276" y="8388"/>
                  <a:pt x="10276" y="10066"/>
                </a:cubicBezTo>
                <a:cubicBezTo>
                  <a:pt x="10276" y="15728"/>
                  <a:pt x="10276" y="15728"/>
                  <a:pt x="10276" y="15728"/>
                </a:cubicBezTo>
                <a:cubicBezTo>
                  <a:pt x="9017" y="15518"/>
                  <a:pt x="7969" y="14680"/>
                  <a:pt x="7130" y="13631"/>
                </a:cubicBezTo>
                <a:cubicBezTo>
                  <a:pt x="7969" y="13002"/>
                  <a:pt x="7969" y="13002"/>
                  <a:pt x="7969" y="13002"/>
                </a:cubicBezTo>
                <a:cubicBezTo>
                  <a:pt x="5243" y="11534"/>
                  <a:pt x="5243" y="11534"/>
                  <a:pt x="5243" y="11534"/>
                </a:cubicBezTo>
                <a:cubicBezTo>
                  <a:pt x="5243" y="14680"/>
                  <a:pt x="5243" y="14680"/>
                  <a:pt x="5243" y="14680"/>
                </a:cubicBezTo>
                <a:cubicBezTo>
                  <a:pt x="6082" y="14260"/>
                  <a:pt x="6082" y="14260"/>
                  <a:pt x="6082" y="14260"/>
                </a:cubicBezTo>
                <a:cubicBezTo>
                  <a:pt x="7340" y="15938"/>
                  <a:pt x="9017" y="16986"/>
                  <a:pt x="10905" y="16986"/>
                </a:cubicBezTo>
                <a:cubicBezTo>
                  <a:pt x="12792" y="16986"/>
                  <a:pt x="14470" y="15938"/>
                  <a:pt x="15728" y="14260"/>
                </a:cubicBezTo>
                <a:cubicBezTo>
                  <a:pt x="16357" y="14680"/>
                  <a:pt x="16357" y="14680"/>
                  <a:pt x="16357" y="14680"/>
                </a:cubicBezTo>
                <a:cubicBezTo>
                  <a:pt x="16357" y="11534"/>
                  <a:pt x="16357" y="11534"/>
                  <a:pt x="16357" y="11534"/>
                </a:cubicBezTo>
                <a:close/>
                <a:moveTo>
                  <a:pt x="10905" y="0"/>
                </a:moveTo>
                <a:cubicBezTo>
                  <a:pt x="4823" y="0"/>
                  <a:pt x="0" y="4823"/>
                  <a:pt x="0" y="10905"/>
                </a:cubicBezTo>
                <a:cubicBezTo>
                  <a:pt x="0" y="16777"/>
                  <a:pt x="4823" y="21600"/>
                  <a:pt x="10905" y="21600"/>
                </a:cubicBezTo>
                <a:cubicBezTo>
                  <a:pt x="16777" y="21600"/>
                  <a:pt x="21600" y="16777"/>
                  <a:pt x="21600" y="10905"/>
                </a:cubicBezTo>
                <a:cubicBezTo>
                  <a:pt x="21600" y="4823"/>
                  <a:pt x="16777" y="0"/>
                  <a:pt x="10905" y="0"/>
                </a:cubicBezTo>
                <a:close/>
                <a:moveTo>
                  <a:pt x="10905" y="2097"/>
                </a:moveTo>
                <a:cubicBezTo>
                  <a:pt x="13212" y="2097"/>
                  <a:pt x="15309" y="2936"/>
                  <a:pt x="16986" y="4614"/>
                </a:cubicBezTo>
                <a:cubicBezTo>
                  <a:pt x="18664" y="6291"/>
                  <a:pt x="19503" y="8388"/>
                  <a:pt x="19503" y="10905"/>
                </a:cubicBezTo>
                <a:cubicBezTo>
                  <a:pt x="19503" y="13212"/>
                  <a:pt x="18664" y="15309"/>
                  <a:pt x="16986" y="16986"/>
                </a:cubicBezTo>
                <a:cubicBezTo>
                  <a:pt x="15309" y="18664"/>
                  <a:pt x="13212" y="19503"/>
                  <a:pt x="10905" y="19503"/>
                </a:cubicBezTo>
                <a:cubicBezTo>
                  <a:pt x="8598" y="19503"/>
                  <a:pt x="6291" y="18664"/>
                  <a:pt x="4614" y="16986"/>
                </a:cubicBezTo>
                <a:cubicBezTo>
                  <a:pt x="3146" y="15309"/>
                  <a:pt x="2097" y="13212"/>
                  <a:pt x="2097" y="10905"/>
                </a:cubicBezTo>
                <a:cubicBezTo>
                  <a:pt x="2097" y="8388"/>
                  <a:pt x="3146" y="6291"/>
                  <a:pt x="4614" y="4614"/>
                </a:cubicBezTo>
                <a:cubicBezTo>
                  <a:pt x="6291" y="2936"/>
                  <a:pt x="8598" y="2097"/>
                  <a:pt x="1090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579" name="Shape"/>
          <p:cNvSpPr/>
          <p:nvPr/>
        </p:nvSpPr>
        <p:spPr>
          <a:xfrm>
            <a:off x="14092972" y="8498897"/>
            <a:ext cx="306521" cy="401891"/>
          </a:xfrm>
          <a:custGeom>
            <a:avLst/>
            <a:gdLst/>
            <a:ahLst/>
            <a:cxnLst>
              <a:cxn ang="0">
                <a:pos x="wd2" y="hd2"/>
              </a:cxn>
              <a:cxn ang="5400000">
                <a:pos x="wd2" y="hd2"/>
              </a:cxn>
              <a:cxn ang="10800000">
                <a:pos x="wd2" y="hd2"/>
              </a:cxn>
              <a:cxn ang="16200000">
                <a:pos x="wd2" y="hd2"/>
              </a:cxn>
            </a:cxnLst>
            <a:rect l="0" t="0" r="r" b="b"/>
            <a:pathLst>
              <a:path w="21355" h="21600" extrusionOk="0">
                <a:moveTo>
                  <a:pt x="10710" y="1887"/>
                </a:moveTo>
                <a:cubicBezTo>
                  <a:pt x="12027" y="2726"/>
                  <a:pt x="12817" y="3565"/>
                  <a:pt x="13344" y="4614"/>
                </a:cubicBezTo>
                <a:cubicBezTo>
                  <a:pt x="12027" y="5033"/>
                  <a:pt x="9393" y="5033"/>
                  <a:pt x="8076" y="4614"/>
                </a:cubicBezTo>
                <a:cubicBezTo>
                  <a:pt x="8603" y="3565"/>
                  <a:pt x="9393" y="2726"/>
                  <a:pt x="10710" y="1887"/>
                </a:cubicBezTo>
                <a:close/>
                <a:moveTo>
                  <a:pt x="10710" y="0"/>
                </a:moveTo>
                <a:cubicBezTo>
                  <a:pt x="2808" y="4194"/>
                  <a:pt x="4915" y="10066"/>
                  <a:pt x="7549" y="18874"/>
                </a:cubicBezTo>
                <a:cubicBezTo>
                  <a:pt x="13871" y="18874"/>
                  <a:pt x="13871" y="18874"/>
                  <a:pt x="13871" y="18874"/>
                </a:cubicBezTo>
                <a:cubicBezTo>
                  <a:pt x="16505" y="9647"/>
                  <a:pt x="18612" y="4194"/>
                  <a:pt x="10710" y="0"/>
                </a:cubicBezTo>
                <a:close/>
                <a:moveTo>
                  <a:pt x="12817" y="19922"/>
                </a:moveTo>
                <a:cubicBezTo>
                  <a:pt x="8603" y="19922"/>
                  <a:pt x="8603" y="19922"/>
                  <a:pt x="8603" y="19922"/>
                </a:cubicBezTo>
                <a:cubicBezTo>
                  <a:pt x="9130" y="21600"/>
                  <a:pt x="9130" y="21600"/>
                  <a:pt x="9130" y="21600"/>
                </a:cubicBezTo>
                <a:cubicBezTo>
                  <a:pt x="12554" y="21600"/>
                  <a:pt x="12554" y="21600"/>
                  <a:pt x="12554" y="21600"/>
                </a:cubicBezTo>
                <a:lnTo>
                  <a:pt x="12817" y="19922"/>
                </a:lnTo>
                <a:close/>
                <a:moveTo>
                  <a:pt x="20983" y="18664"/>
                </a:moveTo>
                <a:cubicBezTo>
                  <a:pt x="17295" y="13631"/>
                  <a:pt x="17295" y="13631"/>
                  <a:pt x="17295" y="13631"/>
                </a:cubicBezTo>
                <a:cubicBezTo>
                  <a:pt x="17032" y="14889"/>
                  <a:pt x="15978" y="18664"/>
                  <a:pt x="15715" y="19083"/>
                </a:cubicBezTo>
                <a:cubicBezTo>
                  <a:pt x="20983" y="21600"/>
                  <a:pt x="20983" y="21600"/>
                  <a:pt x="20983" y="21600"/>
                </a:cubicBezTo>
                <a:cubicBezTo>
                  <a:pt x="21247" y="20551"/>
                  <a:pt x="21247" y="20551"/>
                  <a:pt x="21247" y="20551"/>
                </a:cubicBezTo>
                <a:cubicBezTo>
                  <a:pt x="21510" y="19922"/>
                  <a:pt x="21247" y="19293"/>
                  <a:pt x="20983" y="18664"/>
                </a:cubicBezTo>
                <a:close/>
                <a:moveTo>
                  <a:pt x="5442" y="19083"/>
                </a:moveTo>
                <a:cubicBezTo>
                  <a:pt x="437" y="21600"/>
                  <a:pt x="437" y="21600"/>
                  <a:pt x="437" y="21600"/>
                </a:cubicBezTo>
                <a:cubicBezTo>
                  <a:pt x="173" y="20551"/>
                  <a:pt x="173" y="20551"/>
                  <a:pt x="173" y="20551"/>
                </a:cubicBezTo>
                <a:cubicBezTo>
                  <a:pt x="-90" y="19922"/>
                  <a:pt x="-90" y="19293"/>
                  <a:pt x="437" y="18664"/>
                </a:cubicBezTo>
                <a:cubicBezTo>
                  <a:pt x="4125" y="13631"/>
                  <a:pt x="4125" y="13631"/>
                  <a:pt x="4125" y="13631"/>
                </a:cubicBezTo>
                <a:cubicBezTo>
                  <a:pt x="4388" y="15309"/>
                  <a:pt x="5442" y="18874"/>
                  <a:pt x="5442" y="19083"/>
                </a:cubicBezTo>
                <a:close/>
              </a:path>
            </a:pathLst>
          </a:custGeom>
          <a:solidFill>
            <a:schemeClr val="accent4">
              <a:lumOff val="58054"/>
            </a:schemeClr>
          </a:solidFill>
          <a:ln w="12700">
            <a:miter lim="400000"/>
          </a:ln>
        </p:spPr>
        <p:txBody>
          <a:bodyPr lIns="109727" tIns="109727" rIns="109727" bIns="109727"/>
          <a:lstStyle/>
          <a:p>
            <a:endParaRPr/>
          </a:p>
        </p:txBody>
      </p:sp>
      <p:sp>
        <p:nvSpPr>
          <p:cNvPr id="580" name="Shape"/>
          <p:cNvSpPr/>
          <p:nvPr/>
        </p:nvSpPr>
        <p:spPr>
          <a:xfrm>
            <a:off x="13155686" y="5681763"/>
            <a:ext cx="390407" cy="390406"/>
          </a:xfrm>
          <a:custGeom>
            <a:avLst/>
            <a:gdLst/>
            <a:ahLst/>
            <a:cxnLst>
              <a:cxn ang="0">
                <a:pos x="wd2" y="hd2"/>
              </a:cxn>
              <a:cxn ang="5400000">
                <a:pos x="wd2" y="hd2"/>
              </a:cxn>
              <a:cxn ang="10800000">
                <a:pos x="wd2" y="hd2"/>
              </a:cxn>
              <a:cxn ang="16200000">
                <a:pos x="wd2" y="hd2"/>
              </a:cxn>
            </a:cxnLst>
            <a:rect l="0" t="0" r="r" b="b"/>
            <a:pathLst>
              <a:path w="21600" h="21600" extrusionOk="0">
                <a:moveTo>
                  <a:pt x="21600" y="10695"/>
                </a:moveTo>
                <a:cubicBezTo>
                  <a:pt x="6082" y="10695"/>
                  <a:pt x="6082" y="10695"/>
                  <a:pt x="6082" y="10695"/>
                </a:cubicBezTo>
                <a:cubicBezTo>
                  <a:pt x="6082" y="21600"/>
                  <a:pt x="6082" y="21600"/>
                  <a:pt x="6082" y="21600"/>
                </a:cubicBezTo>
                <a:cubicBezTo>
                  <a:pt x="21600" y="21600"/>
                  <a:pt x="21600" y="21600"/>
                  <a:pt x="21600" y="21600"/>
                </a:cubicBezTo>
                <a:lnTo>
                  <a:pt x="21600" y="10695"/>
                </a:lnTo>
                <a:close/>
                <a:moveTo>
                  <a:pt x="19083" y="13212"/>
                </a:moveTo>
                <a:cubicBezTo>
                  <a:pt x="19083" y="19083"/>
                  <a:pt x="19083" y="19083"/>
                  <a:pt x="19083" y="19083"/>
                </a:cubicBezTo>
                <a:cubicBezTo>
                  <a:pt x="8598" y="19083"/>
                  <a:pt x="8598" y="19083"/>
                  <a:pt x="8598" y="19083"/>
                </a:cubicBezTo>
                <a:cubicBezTo>
                  <a:pt x="8598" y="13212"/>
                  <a:pt x="8598" y="13212"/>
                  <a:pt x="8598" y="13212"/>
                </a:cubicBezTo>
                <a:lnTo>
                  <a:pt x="19083" y="13212"/>
                </a:lnTo>
                <a:close/>
                <a:moveTo>
                  <a:pt x="9017" y="9227"/>
                </a:moveTo>
                <a:cubicBezTo>
                  <a:pt x="9017" y="5872"/>
                  <a:pt x="9017" y="5872"/>
                  <a:pt x="9017" y="5872"/>
                </a:cubicBezTo>
                <a:cubicBezTo>
                  <a:pt x="9017" y="4194"/>
                  <a:pt x="7550" y="2726"/>
                  <a:pt x="5872" y="2726"/>
                </a:cubicBezTo>
                <a:cubicBezTo>
                  <a:pt x="4194" y="2726"/>
                  <a:pt x="2726" y="4194"/>
                  <a:pt x="2726" y="5872"/>
                </a:cubicBezTo>
                <a:cubicBezTo>
                  <a:pt x="2726" y="9227"/>
                  <a:pt x="2726" y="9227"/>
                  <a:pt x="2726" y="9227"/>
                </a:cubicBezTo>
                <a:cubicBezTo>
                  <a:pt x="0" y="9227"/>
                  <a:pt x="0" y="9227"/>
                  <a:pt x="0" y="9227"/>
                </a:cubicBezTo>
                <a:cubicBezTo>
                  <a:pt x="0" y="5872"/>
                  <a:pt x="0" y="5872"/>
                  <a:pt x="0" y="5872"/>
                </a:cubicBezTo>
                <a:cubicBezTo>
                  <a:pt x="0" y="2726"/>
                  <a:pt x="2726" y="0"/>
                  <a:pt x="5872" y="0"/>
                </a:cubicBezTo>
                <a:cubicBezTo>
                  <a:pt x="9017" y="0"/>
                  <a:pt x="11744" y="2726"/>
                  <a:pt x="11744" y="5872"/>
                </a:cubicBezTo>
                <a:cubicBezTo>
                  <a:pt x="11744" y="9227"/>
                  <a:pt x="11744" y="9227"/>
                  <a:pt x="11744" y="9227"/>
                </a:cubicBezTo>
                <a:lnTo>
                  <a:pt x="9017" y="9227"/>
                </a:lnTo>
                <a:close/>
              </a:path>
            </a:pathLst>
          </a:custGeom>
          <a:solidFill>
            <a:schemeClr val="accent4">
              <a:lumOff val="58054"/>
            </a:schemeClr>
          </a:solidFill>
          <a:ln w="12700">
            <a:miter lim="400000"/>
          </a:ln>
        </p:spPr>
        <p:txBody>
          <a:bodyPr lIns="109727" tIns="109727" rIns="109727" bIns="109727"/>
          <a:lstStyle/>
          <a:p>
            <a:endParaRPr/>
          </a:p>
        </p:txBody>
      </p:sp>
      <p:sp>
        <p:nvSpPr>
          <p:cNvPr id="581" name="Shape"/>
          <p:cNvSpPr/>
          <p:nvPr/>
        </p:nvSpPr>
        <p:spPr>
          <a:xfrm>
            <a:off x="12226832" y="9472978"/>
            <a:ext cx="332994" cy="332994"/>
          </a:xfrm>
          <a:custGeom>
            <a:avLst/>
            <a:gdLst/>
            <a:ahLst/>
            <a:cxnLst>
              <a:cxn ang="0">
                <a:pos x="wd2" y="hd2"/>
              </a:cxn>
              <a:cxn ang="5400000">
                <a:pos x="wd2" y="hd2"/>
              </a:cxn>
              <a:cxn ang="10800000">
                <a:pos x="wd2" y="hd2"/>
              </a:cxn>
              <a:cxn ang="16200000">
                <a:pos x="wd2" y="hd2"/>
              </a:cxn>
            </a:cxnLst>
            <a:rect l="0" t="0" r="r" b="b"/>
            <a:pathLst>
              <a:path w="21600" h="21600" extrusionOk="0">
                <a:moveTo>
                  <a:pt x="17182" y="15393"/>
                </a:moveTo>
                <a:cubicBezTo>
                  <a:pt x="19145" y="17628"/>
                  <a:pt x="19145" y="17628"/>
                  <a:pt x="19145" y="17628"/>
                </a:cubicBezTo>
                <a:cubicBezTo>
                  <a:pt x="17427" y="19366"/>
                  <a:pt x="17427" y="19366"/>
                  <a:pt x="17427" y="19366"/>
                </a:cubicBezTo>
                <a:cubicBezTo>
                  <a:pt x="15464" y="17379"/>
                  <a:pt x="15464" y="17379"/>
                  <a:pt x="15464" y="17379"/>
                </a:cubicBezTo>
                <a:cubicBezTo>
                  <a:pt x="16200" y="16883"/>
                  <a:pt x="16691" y="16138"/>
                  <a:pt x="17182" y="15393"/>
                </a:cubicBezTo>
                <a:close/>
                <a:moveTo>
                  <a:pt x="21600" y="9434"/>
                </a:moveTo>
                <a:cubicBezTo>
                  <a:pt x="21600" y="11917"/>
                  <a:pt x="21600" y="11917"/>
                  <a:pt x="21600" y="11917"/>
                </a:cubicBezTo>
                <a:cubicBezTo>
                  <a:pt x="18655" y="11917"/>
                  <a:pt x="18655" y="11917"/>
                  <a:pt x="18655" y="11917"/>
                </a:cubicBezTo>
                <a:cubicBezTo>
                  <a:pt x="18655" y="11669"/>
                  <a:pt x="18655" y="11172"/>
                  <a:pt x="18655" y="10676"/>
                </a:cubicBezTo>
                <a:cubicBezTo>
                  <a:pt x="18655" y="10428"/>
                  <a:pt x="18655" y="9931"/>
                  <a:pt x="18655" y="9434"/>
                </a:cubicBezTo>
                <a:lnTo>
                  <a:pt x="21600" y="9434"/>
                </a:lnTo>
                <a:close/>
                <a:moveTo>
                  <a:pt x="12027" y="18621"/>
                </a:moveTo>
                <a:cubicBezTo>
                  <a:pt x="12027" y="21600"/>
                  <a:pt x="12027" y="21600"/>
                  <a:pt x="12027" y="21600"/>
                </a:cubicBezTo>
                <a:cubicBezTo>
                  <a:pt x="9573" y="21600"/>
                  <a:pt x="9573" y="21600"/>
                  <a:pt x="9573" y="21600"/>
                </a:cubicBezTo>
                <a:cubicBezTo>
                  <a:pt x="9573" y="18621"/>
                  <a:pt x="9573" y="18621"/>
                  <a:pt x="9573" y="18621"/>
                </a:cubicBezTo>
                <a:cubicBezTo>
                  <a:pt x="9818" y="18869"/>
                  <a:pt x="10309" y="18869"/>
                  <a:pt x="10800" y="18869"/>
                </a:cubicBezTo>
                <a:cubicBezTo>
                  <a:pt x="11045" y="18869"/>
                  <a:pt x="11536" y="18869"/>
                  <a:pt x="12027" y="18621"/>
                </a:cubicBezTo>
                <a:close/>
                <a:moveTo>
                  <a:pt x="6136" y="17379"/>
                </a:moveTo>
                <a:cubicBezTo>
                  <a:pt x="3927" y="19366"/>
                  <a:pt x="3927" y="19366"/>
                  <a:pt x="3927" y="19366"/>
                </a:cubicBezTo>
                <a:cubicBezTo>
                  <a:pt x="2209" y="17628"/>
                  <a:pt x="2209" y="17628"/>
                  <a:pt x="2209" y="17628"/>
                </a:cubicBezTo>
                <a:cubicBezTo>
                  <a:pt x="4418" y="15641"/>
                  <a:pt x="4418" y="15641"/>
                  <a:pt x="4418" y="15641"/>
                </a:cubicBezTo>
                <a:cubicBezTo>
                  <a:pt x="4909" y="16138"/>
                  <a:pt x="5400" y="16883"/>
                  <a:pt x="6136" y="17379"/>
                </a:cubicBezTo>
                <a:close/>
                <a:moveTo>
                  <a:pt x="15464" y="4221"/>
                </a:moveTo>
                <a:cubicBezTo>
                  <a:pt x="17427" y="2234"/>
                  <a:pt x="17427" y="2234"/>
                  <a:pt x="17427" y="2234"/>
                </a:cubicBezTo>
                <a:cubicBezTo>
                  <a:pt x="19145" y="3972"/>
                  <a:pt x="19145" y="3972"/>
                  <a:pt x="19145" y="3972"/>
                </a:cubicBezTo>
                <a:cubicBezTo>
                  <a:pt x="17182" y="5959"/>
                  <a:pt x="17182" y="5959"/>
                  <a:pt x="17182" y="5959"/>
                </a:cubicBezTo>
                <a:cubicBezTo>
                  <a:pt x="16691" y="5462"/>
                  <a:pt x="16200" y="4717"/>
                  <a:pt x="15464" y="4221"/>
                </a:cubicBezTo>
                <a:close/>
                <a:moveTo>
                  <a:pt x="9573" y="2731"/>
                </a:moveTo>
                <a:cubicBezTo>
                  <a:pt x="9573" y="0"/>
                  <a:pt x="9573" y="0"/>
                  <a:pt x="9573" y="0"/>
                </a:cubicBezTo>
                <a:cubicBezTo>
                  <a:pt x="12027" y="0"/>
                  <a:pt x="12027" y="0"/>
                  <a:pt x="12027" y="0"/>
                </a:cubicBezTo>
                <a:cubicBezTo>
                  <a:pt x="12027" y="2731"/>
                  <a:pt x="12027" y="2731"/>
                  <a:pt x="12027" y="2731"/>
                </a:cubicBezTo>
                <a:cubicBezTo>
                  <a:pt x="11536" y="2731"/>
                  <a:pt x="11045" y="2731"/>
                  <a:pt x="10800" y="2731"/>
                </a:cubicBezTo>
                <a:cubicBezTo>
                  <a:pt x="10309" y="2731"/>
                  <a:pt x="9818" y="2731"/>
                  <a:pt x="9573" y="2731"/>
                </a:cubicBezTo>
                <a:close/>
                <a:moveTo>
                  <a:pt x="2945" y="11917"/>
                </a:moveTo>
                <a:cubicBezTo>
                  <a:pt x="0" y="11917"/>
                  <a:pt x="0" y="11917"/>
                  <a:pt x="0" y="11917"/>
                </a:cubicBezTo>
                <a:cubicBezTo>
                  <a:pt x="0" y="9434"/>
                  <a:pt x="0" y="9434"/>
                  <a:pt x="0" y="9434"/>
                </a:cubicBezTo>
                <a:cubicBezTo>
                  <a:pt x="2945" y="9434"/>
                  <a:pt x="2945" y="9434"/>
                  <a:pt x="2945" y="9434"/>
                </a:cubicBezTo>
                <a:cubicBezTo>
                  <a:pt x="2700" y="9931"/>
                  <a:pt x="2700" y="10428"/>
                  <a:pt x="2700" y="10676"/>
                </a:cubicBezTo>
                <a:cubicBezTo>
                  <a:pt x="2700" y="11172"/>
                  <a:pt x="2700" y="11669"/>
                  <a:pt x="2945" y="11917"/>
                </a:cubicBezTo>
                <a:close/>
                <a:moveTo>
                  <a:pt x="4418" y="5959"/>
                </a:moveTo>
                <a:cubicBezTo>
                  <a:pt x="2209" y="3972"/>
                  <a:pt x="2209" y="3972"/>
                  <a:pt x="2209" y="3972"/>
                </a:cubicBezTo>
                <a:cubicBezTo>
                  <a:pt x="3927" y="2234"/>
                  <a:pt x="3927" y="2234"/>
                  <a:pt x="3927" y="2234"/>
                </a:cubicBezTo>
                <a:cubicBezTo>
                  <a:pt x="6136" y="4221"/>
                  <a:pt x="6136" y="4221"/>
                  <a:pt x="6136" y="4221"/>
                </a:cubicBezTo>
                <a:cubicBezTo>
                  <a:pt x="5400" y="4717"/>
                  <a:pt x="4909" y="5214"/>
                  <a:pt x="4418" y="5959"/>
                </a:cubicBezTo>
                <a:close/>
                <a:moveTo>
                  <a:pt x="10800" y="14400"/>
                </a:moveTo>
                <a:cubicBezTo>
                  <a:pt x="8591" y="14400"/>
                  <a:pt x="7118" y="12910"/>
                  <a:pt x="7118" y="10676"/>
                </a:cubicBezTo>
                <a:cubicBezTo>
                  <a:pt x="7118" y="8690"/>
                  <a:pt x="8591" y="6952"/>
                  <a:pt x="10800" y="6952"/>
                </a:cubicBezTo>
                <a:cubicBezTo>
                  <a:pt x="12764" y="6952"/>
                  <a:pt x="14482" y="8690"/>
                  <a:pt x="14482" y="10676"/>
                </a:cubicBezTo>
                <a:cubicBezTo>
                  <a:pt x="14482" y="12910"/>
                  <a:pt x="12764" y="14400"/>
                  <a:pt x="10800" y="14400"/>
                </a:cubicBezTo>
                <a:close/>
                <a:moveTo>
                  <a:pt x="10800" y="4469"/>
                </a:moveTo>
                <a:cubicBezTo>
                  <a:pt x="7364" y="4469"/>
                  <a:pt x="4664" y="7448"/>
                  <a:pt x="4664" y="10676"/>
                </a:cubicBezTo>
                <a:cubicBezTo>
                  <a:pt x="4664" y="14152"/>
                  <a:pt x="7364" y="16883"/>
                  <a:pt x="10800" y="16883"/>
                </a:cubicBezTo>
                <a:cubicBezTo>
                  <a:pt x="13991" y="16883"/>
                  <a:pt x="16936" y="14152"/>
                  <a:pt x="16936" y="10676"/>
                </a:cubicBezTo>
                <a:cubicBezTo>
                  <a:pt x="16936" y="7448"/>
                  <a:pt x="13991" y="4469"/>
                  <a:pt x="10800" y="4469"/>
                </a:cubicBezTo>
                <a:close/>
              </a:path>
            </a:pathLst>
          </a:custGeom>
          <a:solidFill>
            <a:schemeClr val="accent4">
              <a:lumOff val="58054"/>
            </a:schemeClr>
          </a:solidFill>
          <a:ln w="12700">
            <a:miter lim="400000"/>
          </a:ln>
        </p:spPr>
        <p:txBody>
          <a:bodyPr lIns="109727" tIns="109727" rIns="109727" bIns="109727"/>
          <a:lstStyle/>
          <a:p>
            <a:endParaRPr/>
          </a:p>
        </p:txBody>
      </p:sp>
      <p:sp>
        <p:nvSpPr>
          <p:cNvPr id="582" name="Shape"/>
          <p:cNvSpPr/>
          <p:nvPr/>
        </p:nvSpPr>
        <p:spPr>
          <a:xfrm>
            <a:off x="12198126" y="11404510"/>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0" y="8259"/>
                </a:moveTo>
                <a:lnTo>
                  <a:pt x="21600" y="0"/>
                </a:lnTo>
                <a:lnTo>
                  <a:pt x="13976" y="21600"/>
                </a:lnTo>
                <a:lnTo>
                  <a:pt x="10800" y="10800"/>
                </a:lnTo>
                <a:lnTo>
                  <a:pt x="0" y="8259"/>
                </a:lnTo>
                <a:close/>
              </a:path>
            </a:pathLst>
          </a:custGeom>
          <a:solidFill>
            <a:schemeClr val="accent4">
              <a:lumOff val="58054"/>
            </a:schemeClr>
          </a:solidFill>
          <a:ln w="12700">
            <a:miter lim="400000"/>
          </a:ln>
        </p:spPr>
        <p:txBody>
          <a:bodyPr lIns="109727" tIns="109727" rIns="109727" bIns="109727"/>
          <a:lstStyle/>
          <a:p>
            <a:endParaRPr/>
          </a:p>
        </p:txBody>
      </p:sp>
      <p:sp>
        <p:nvSpPr>
          <p:cNvPr id="583" name="Shape"/>
          <p:cNvSpPr/>
          <p:nvPr/>
        </p:nvSpPr>
        <p:spPr>
          <a:xfrm>
            <a:off x="15877193" y="10421933"/>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16567" y="12583"/>
                </a:moveTo>
                <a:cubicBezTo>
                  <a:pt x="16148" y="13841"/>
                  <a:pt x="14050" y="16357"/>
                  <a:pt x="10905" y="16357"/>
                </a:cubicBezTo>
                <a:cubicBezTo>
                  <a:pt x="7969" y="16357"/>
                  <a:pt x="5872" y="13841"/>
                  <a:pt x="5452" y="12583"/>
                </a:cubicBezTo>
                <a:lnTo>
                  <a:pt x="16567" y="12583"/>
                </a:lnTo>
                <a:close/>
                <a:moveTo>
                  <a:pt x="14050" y="6920"/>
                </a:moveTo>
                <a:cubicBezTo>
                  <a:pt x="13212" y="6920"/>
                  <a:pt x="12373" y="7550"/>
                  <a:pt x="12373" y="8598"/>
                </a:cubicBezTo>
                <a:cubicBezTo>
                  <a:pt x="12373" y="9437"/>
                  <a:pt x="13212" y="10066"/>
                  <a:pt x="14050" y="10066"/>
                </a:cubicBezTo>
                <a:cubicBezTo>
                  <a:pt x="14889" y="10066"/>
                  <a:pt x="15728" y="9437"/>
                  <a:pt x="15728" y="8598"/>
                </a:cubicBezTo>
                <a:cubicBezTo>
                  <a:pt x="15728" y="7550"/>
                  <a:pt x="14889" y="6920"/>
                  <a:pt x="14050" y="6920"/>
                </a:cubicBezTo>
                <a:close/>
                <a:moveTo>
                  <a:pt x="7969" y="6920"/>
                </a:moveTo>
                <a:cubicBezTo>
                  <a:pt x="6920" y="6920"/>
                  <a:pt x="6291" y="7550"/>
                  <a:pt x="6291" y="8598"/>
                </a:cubicBezTo>
                <a:cubicBezTo>
                  <a:pt x="6291" y="9437"/>
                  <a:pt x="6920" y="10066"/>
                  <a:pt x="7969" y="10066"/>
                </a:cubicBezTo>
                <a:cubicBezTo>
                  <a:pt x="8808" y="10066"/>
                  <a:pt x="9437" y="9437"/>
                  <a:pt x="9437" y="8598"/>
                </a:cubicBezTo>
                <a:cubicBezTo>
                  <a:pt x="9437" y="7550"/>
                  <a:pt x="8808" y="6920"/>
                  <a:pt x="7969" y="6920"/>
                </a:cubicBezTo>
                <a:close/>
                <a:moveTo>
                  <a:pt x="10905" y="19503"/>
                </a:moveTo>
                <a:cubicBezTo>
                  <a:pt x="6082" y="19503"/>
                  <a:pt x="2097" y="15728"/>
                  <a:pt x="2097" y="10905"/>
                </a:cubicBezTo>
                <a:cubicBezTo>
                  <a:pt x="2097" y="6082"/>
                  <a:pt x="6082" y="2097"/>
                  <a:pt x="10905" y="2097"/>
                </a:cubicBezTo>
                <a:cubicBezTo>
                  <a:pt x="15728" y="2097"/>
                  <a:pt x="19503" y="6082"/>
                  <a:pt x="19503" y="10905"/>
                </a:cubicBezTo>
                <a:cubicBezTo>
                  <a:pt x="19503" y="15728"/>
                  <a:pt x="15728" y="19503"/>
                  <a:pt x="10905" y="19503"/>
                </a:cubicBezTo>
                <a:close/>
                <a:moveTo>
                  <a:pt x="10905" y="0"/>
                </a:moveTo>
                <a:cubicBezTo>
                  <a:pt x="4823" y="0"/>
                  <a:pt x="0" y="4823"/>
                  <a:pt x="0" y="10905"/>
                </a:cubicBezTo>
                <a:cubicBezTo>
                  <a:pt x="0" y="16777"/>
                  <a:pt x="4823" y="21600"/>
                  <a:pt x="10905" y="21600"/>
                </a:cubicBezTo>
                <a:cubicBezTo>
                  <a:pt x="16777" y="21600"/>
                  <a:pt x="21600" y="16777"/>
                  <a:pt x="21600" y="10905"/>
                </a:cubicBezTo>
                <a:cubicBezTo>
                  <a:pt x="21600" y="4823"/>
                  <a:pt x="16777" y="0"/>
                  <a:pt x="1090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84" name="Shape"/>
          <p:cNvSpPr/>
          <p:nvPr/>
        </p:nvSpPr>
        <p:spPr>
          <a:xfrm>
            <a:off x="14051491" y="12394159"/>
            <a:ext cx="390406" cy="310033"/>
          </a:xfrm>
          <a:custGeom>
            <a:avLst/>
            <a:gdLst/>
            <a:ahLst/>
            <a:cxnLst>
              <a:cxn ang="0">
                <a:pos x="wd2" y="hd2"/>
              </a:cxn>
              <a:cxn ang="5400000">
                <a:pos x="wd2" y="hd2"/>
              </a:cxn>
              <a:cxn ang="10800000">
                <a:pos x="wd2" y="hd2"/>
              </a:cxn>
              <a:cxn ang="16200000">
                <a:pos x="wd2" y="hd2"/>
              </a:cxn>
            </a:cxnLst>
            <a:rect l="0" t="0" r="r" b="b"/>
            <a:pathLst>
              <a:path w="21600" h="21600" extrusionOk="0">
                <a:moveTo>
                  <a:pt x="11534" y="7467"/>
                </a:moveTo>
                <a:cubicBezTo>
                  <a:pt x="10695" y="7733"/>
                  <a:pt x="9856" y="6933"/>
                  <a:pt x="9647" y="5867"/>
                </a:cubicBezTo>
                <a:cubicBezTo>
                  <a:pt x="9437" y="4800"/>
                  <a:pt x="10066" y="3467"/>
                  <a:pt x="10905" y="3467"/>
                </a:cubicBezTo>
                <a:cubicBezTo>
                  <a:pt x="11953" y="3200"/>
                  <a:pt x="12792" y="4000"/>
                  <a:pt x="13002" y="5067"/>
                </a:cubicBezTo>
                <a:cubicBezTo>
                  <a:pt x="13212" y="6133"/>
                  <a:pt x="12583" y="7467"/>
                  <a:pt x="11534" y="7467"/>
                </a:cubicBezTo>
                <a:close/>
                <a:moveTo>
                  <a:pt x="7340" y="7733"/>
                </a:moveTo>
                <a:cubicBezTo>
                  <a:pt x="4823" y="10667"/>
                  <a:pt x="4823" y="10667"/>
                  <a:pt x="4823" y="10667"/>
                </a:cubicBezTo>
                <a:cubicBezTo>
                  <a:pt x="4614" y="11200"/>
                  <a:pt x="4404" y="11467"/>
                  <a:pt x="4194" y="12000"/>
                </a:cubicBezTo>
                <a:cubicBezTo>
                  <a:pt x="3146" y="14667"/>
                  <a:pt x="3146" y="14667"/>
                  <a:pt x="3146" y="14667"/>
                </a:cubicBezTo>
                <a:cubicBezTo>
                  <a:pt x="3146" y="15200"/>
                  <a:pt x="2726" y="15467"/>
                  <a:pt x="2307" y="15467"/>
                </a:cubicBezTo>
                <a:cubicBezTo>
                  <a:pt x="0" y="15467"/>
                  <a:pt x="0" y="15467"/>
                  <a:pt x="0" y="15467"/>
                </a:cubicBezTo>
                <a:cubicBezTo>
                  <a:pt x="0" y="17600"/>
                  <a:pt x="0" y="17600"/>
                  <a:pt x="0" y="17600"/>
                </a:cubicBezTo>
                <a:cubicBezTo>
                  <a:pt x="3146" y="17600"/>
                  <a:pt x="3146" y="17600"/>
                  <a:pt x="3146" y="17600"/>
                </a:cubicBezTo>
                <a:cubicBezTo>
                  <a:pt x="3565" y="17600"/>
                  <a:pt x="3984" y="17333"/>
                  <a:pt x="4194" y="17067"/>
                </a:cubicBezTo>
                <a:cubicBezTo>
                  <a:pt x="5243" y="15467"/>
                  <a:pt x="5243" y="15467"/>
                  <a:pt x="5243" y="15467"/>
                </a:cubicBezTo>
                <a:cubicBezTo>
                  <a:pt x="5872" y="14667"/>
                  <a:pt x="7340" y="15733"/>
                  <a:pt x="7340" y="17067"/>
                </a:cubicBezTo>
                <a:cubicBezTo>
                  <a:pt x="7340" y="20800"/>
                  <a:pt x="7340" y="20800"/>
                  <a:pt x="7340" y="20800"/>
                </a:cubicBezTo>
                <a:cubicBezTo>
                  <a:pt x="9227" y="20800"/>
                  <a:pt x="9227" y="20800"/>
                  <a:pt x="9227" y="20800"/>
                </a:cubicBezTo>
                <a:cubicBezTo>
                  <a:pt x="9227" y="16800"/>
                  <a:pt x="9227" y="16800"/>
                  <a:pt x="9227" y="16800"/>
                </a:cubicBezTo>
                <a:cubicBezTo>
                  <a:pt x="9227" y="16000"/>
                  <a:pt x="9227" y="15733"/>
                  <a:pt x="8808" y="14933"/>
                </a:cubicBezTo>
                <a:cubicBezTo>
                  <a:pt x="7759" y="13333"/>
                  <a:pt x="7759" y="13333"/>
                  <a:pt x="7759" y="13333"/>
                </a:cubicBezTo>
                <a:cubicBezTo>
                  <a:pt x="9647" y="10667"/>
                  <a:pt x="9647" y="10667"/>
                  <a:pt x="9647" y="10667"/>
                </a:cubicBezTo>
                <a:cubicBezTo>
                  <a:pt x="10695" y="12533"/>
                  <a:pt x="10695" y="12533"/>
                  <a:pt x="10695" y="12533"/>
                </a:cubicBezTo>
                <a:cubicBezTo>
                  <a:pt x="10905" y="13067"/>
                  <a:pt x="11324" y="13333"/>
                  <a:pt x="11744" y="13333"/>
                </a:cubicBezTo>
                <a:cubicBezTo>
                  <a:pt x="14260" y="13333"/>
                  <a:pt x="14260" y="13333"/>
                  <a:pt x="14260" y="13333"/>
                </a:cubicBezTo>
                <a:cubicBezTo>
                  <a:pt x="14260" y="11467"/>
                  <a:pt x="14260" y="11467"/>
                  <a:pt x="14260" y="11467"/>
                </a:cubicBezTo>
                <a:cubicBezTo>
                  <a:pt x="12373" y="11467"/>
                  <a:pt x="12373" y="11467"/>
                  <a:pt x="12373" y="11467"/>
                </a:cubicBezTo>
                <a:cubicBezTo>
                  <a:pt x="11953" y="11467"/>
                  <a:pt x="11953" y="10933"/>
                  <a:pt x="11744" y="10933"/>
                </a:cubicBezTo>
                <a:cubicBezTo>
                  <a:pt x="11115" y="9600"/>
                  <a:pt x="10695" y="8800"/>
                  <a:pt x="10276" y="8267"/>
                </a:cubicBezTo>
                <a:cubicBezTo>
                  <a:pt x="7550" y="5067"/>
                  <a:pt x="7550" y="5067"/>
                  <a:pt x="7550" y="5067"/>
                </a:cubicBezTo>
                <a:cubicBezTo>
                  <a:pt x="7340" y="4800"/>
                  <a:pt x="6920" y="4533"/>
                  <a:pt x="6291" y="4533"/>
                </a:cubicBezTo>
                <a:cubicBezTo>
                  <a:pt x="3565" y="5333"/>
                  <a:pt x="3565" y="5333"/>
                  <a:pt x="3565" y="5333"/>
                </a:cubicBezTo>
                <a:cubicBezTo>
                  <a:pt x="3984" y="7200"/>
                  <a:pt x="3984" y="7200"/>
                  <a:pt x="3984" y="7200"/>
                </a:cubicBezTo>
                <a:cubicBezTo>
                  <a:pt x="5872" y="6667"/>
                  <a:pt x="5872" y="6667"/>
                  <a:pt x="5872" y="6667"/>
                </a:cubicBezTo>
                <a:cubicBezTo>
                  <a:pt x="6082" y="6667"/>
                  <a:pt x="6501" y="6667"/>
                  <a:pt x="6711" y="6933"/>
                </a:cubicBezTo>
                <a:lnTo>
                  <a:pt x="7340" y="7733"/>
                </a:lnTo>
                <a:close/>
                <a:moveTo>
                  <a:pt x="21600" y="0"/>
                </a:moveTo>
                <a:cubicBezTo>
                  <a:pt x="21600" y="21600"/>
                  <a:pt x="21600" y="21600"/>
                  <a:pt x="21600" y="21600"/>
                </a:cubicBezTo>
                <a:cubicBezTo>
                  <a:pt x="16567" y="16800"/>
                  <a:pt x="16567" y="16800"/>
                  <a:pt x="16567" y="16800"/>
                </a:cubicBezTo>
                <a:cubicBezTo>
                  <a:pt x="16567" y="0"/>
                  <a:pt x="16567" y="0"/>
                  <a:pt x="16567" y="0"/>
                </a:cubicBezTo>
                <a:lnTo>
                  <a:pt x="21600" y="0"/>
                </a:lnTo>
                <a:close/>
              </a:path>
            </a:pathLst>
          </a:custGeom>
          <a:solidFill>
            <a:schemeClr val="accent4">
              <a:lumOff val="58054"/>
            </a:schemeClr>
          </a:solidFill>
          <a:ln w="12700">
            <a:miter lim="400000"/>
          </a:ln>
        </p:spPr>
        <p:txBody>
          <a:bodyPr lIns="109727" tIns="109727" rIns="109727" bIns="109727"/>
          <a:lstStyle/>
          <a:p>
            <a:endParaRPr/>
          </a:p>
        </p:txBody>
      </p:sp>
      <p:sp>
        <p:nvSpPr>
          <p:cNvPr id="585" name="Shape"/>
          <p:cNvSpPr/>
          <p:nvPr/>
        </p:nvSpPr>
        <p:spPr>
          <a:xfrm>
            <a:off x="14990853" y="6626199"/>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9293" y="19482"/>
                </a:moveTo>
                <a:cubicBezTo>
                  <a:pt x="19293" y="19482"/>
                  <a:pt x="18245" y="19271"/>
                  <a:pt x="17196" y="18635"/>
                </a:cubicBezTo>
                <a:cubicBezTo>
                  <a:pt x="13631" y="19482"/>
                  <a:pt x="11324" y="18212"/>
                  <a:pt x="10485" y="16518"/>
                </a:cubicBezTo>
                <a:cubicBezTo>
                  <a:pt x="14050" y="16306"/>
                  <a:pt x="16986" y="14400"/>
                  <a:pt x="18454" y="11859"/>
                </a:cubicBezTo>
                <a:cubicBezTo>
                  <a:pt x="19503" y="12494"/>
                  <a:pt x="20132" y="13553"/>
                  <a:pt x="20132" y="14824"/>
                </a:cubicBezTo>
                <a:cubicBezTo>
                  <a:pt x="20132" y="16094"/>
                  <a:pt x="19503" y="16729"/>
                  <a:pt x="18874" y="17576"/>
                </a:cubicBezTo>
                <a:cubicBezTo>
                  <a:pt x="19083" y="18635"/>
                  <a:pt x="19293" y="19482"/>
                  <a:pt x="19293" y="19482"/>
                </a:cubicBezTo>
                <a:close/>
                <a:moveTo>
                  <a:pt x="6501" y="13976"/>
                </a:moveTo>
                <a:cubicBezTo>
                  <a:pt x="4614" y="15035"/>
                  <a:pt x="2936" y="15459"/>
                  <a:pt x="2936" y="15459"/>
                </a:cubicBezTo>
                <a:cubicBezTo>
                  <a:pt x="2936" y="15459"/>
                  <a:pt x="3565" y="14188"/>
                  <a:pt x="3775" y="12494"/>
                </a:cubicBezTo>
                <a:cubicBezTo>
                  <a:pt x="2726" y="11224"/>
                  <a:pt x="1887" y="10165"/>
                  <a:pt x="1887" y="8259"/>
                </a:cubicBezTo>
                <a:cubicBezTo>
                  <a:pt x="1887" y="4871"/>
                  <a:pt x="5452" y="1906"/>
                  <a:pt x="9647" y="1906"/>
                </a:cubicBezTo>
                <a:cubicBezTo>
                  <a:pt x="14050" y="1906"/>
                  <a:pt x="17406" y="4871"/>
                  <a:pt x="17406" y="8259"/>
                </a:cubicBezTo>
                <a:cubicBezTo>
                  <a:pt x="17406" y="11859"/>
                  <a:pt x="13421" y="15882"/>
                  <a:pt x="6501" y="13976"/>
                </a:cubicBezTo>
                <a:close/>
                <a:moveTo>
                  <a:pt x="20551" y="18000"/>
                </a:moveTo>
                <a:cubicBezTo>
                  <a:pt x="21181" y="17153"/>
                  <a:pt x="21600" y="15882"/>
                  <a:pt x="21600" y="14824"/>
                </a:cubicBezTo>
                <a:cubicBezTo>
                  <a:pt x="21600" y="12918"/>
                  <a:pt x="20551" y="11435"/>
                  <a:pt x="19083" y="10376"/>
                </a:cubicBezTo>
                <a:cubicBezTo>
                  <a:pt x="19293" y="9741"/>
                  <a:pt x="19293" y="8894"/>
                  <a:pt x="19293" y="8259"/>
                </a:cubicBezTo>
                <a:cubicBezTo>
                  <a:pt x="19293" y="3388"/>
                  <a:pt x="14680" y="0"/>
                  <a:pt x="9647" y="0"/>
                </a:cubicBezTo>
                <a:cubicBezTo>
                  <a:pt x="4614" y="0"/>
                  <a:pt x="0" y="3600"/>
                  <a:pt x="0" y="8259"/>
                </a:cubicBezTo>
                <a:cubicBezTo>
                  <a:pt x="0" y="9953"/>
                  <a:pt x="629" y="11647"/>
                  <a:pt x="1678" y="12918"/>
                </a:cubicBezTo>
                <a:cubicBezTo>
                  <a:pt x="1678" y="14400"/>
                  <a:pt x="839" y="16518"/>
                  <a:pt x="0" y="18212"/>
                </a:cubicBezTo>
                <a:cubicBezTo>
                  <a:pt x="2097" y="17788"/>
                  <a:pt x="5033" y="16941"/>
                  <a:pt x="6501" y="16094"/>
                </a:cubicBezTo>
                <a:cubicBezTo>
                  <a:pt x="7340" y="16306"/>
                  <a:pt x="7969" y="16306"/>
                  <a:pt x="8808" y="16518"/>
                </a:cubicBezTo>
                <a:cubicBezTo>
                  <a:pt x="9647" y="19059"/>
                  <a:pt x="13002" y="21176"/>
                  <a:pt x="17196" y="20118"/>
                </a:cubicBezTo>
                <a:cubicBezTo>
                  <a:pt x="18245" y="20753"/>
                  <a:pt x="20132" y="21176"/>
                  <a:pt x="21600" y="21600"/>
                </a:cubicBezTo>
                <a:cubicBezTo>
                  <a:pt x="20971" y="20541"/>
                  <a:pt x="20551" y="19059"/>
                  <a:pt x="20551" y="18000"/>
                </a:cubicBezTo>
                <a:close/>
              </a:path>
            </a:pathLst>
          </a:custGeom>
          <a:solidFill>
            <a:schemeClr val="accent4">
              <a:lumOff val="58054"/>
            </a:schemeClr>
          </a:solidFill>
          <a:ln w="12700">
            <a:miter lim="400000"/>
          </a:ln>
        </p:spPr>
        <p:txBody>
          <a:bodyPr lIns="109727" tIns="109727" rIns="109727" bIns="109727"/>
          <a:lstStyle/>
          <a:p>
            <a:endParaRPr/>
          </a:p>
        </p:txBody>
      </p:sp>
      <p:sp>
        <p:nvSpPr>
          <p:cNvPr id="586" name="Shape"/>
          <p:cNvSpPr/>
          <p:nvPr/>
        </p:nvSpPr>
        <p:spPr>
          <a:xfrm>
            <a:off x="14990853" y="7615580"/>
            <a:ext cx="401891" cy="287065"/>
          </a:xfrm>
          <a:custGeom>
            <a:avLst/>
            <a:gdLst/>
            <a:ahLst/>
            <a:cxnLst>
              <a:cxn ang="0">
                <a:pos x="wd2" y="hd2"/>
              </a:cxn>
              <a:cxn ang="5400000">
                <a:pos x="wd2" y="hd2"/>
              </a:cxn>
              <a:cxn ang="10800000">
                <a:pos x="wd2" y="hd2"/>
              </a:cxn>
              <a:cxn ang="16200000">
                <a:pos x="wd2" y="hd2"/>
              </a:cxn>
            </a:cxnLst>
            <a:rect l="0" t="0" r="r" b="b"/>
            <a:pathLst>
              <a:path w="21600" h="21600" extrusionOk="0">
                <a:moveTo>
                  <a:pt x="14811" y="16416"/>
                </a:moveTo>
                <a:lnTo>
                  <a:pt x="14811" y="21600"/>
                </a:lnTo>
                <a:lnTo>
                  <a:pt x="0" y="21600"/>
                </a:lnTo>
                <a:lnTo>
                  <a:pt x="0" y="0"/>
                </a:lnTo>
                <a:lnTo>
                  <a:pt x="14811" y="0"/>
                </a:lnTo>
                <a:lnTo>
                  <a:pt x="14811" y="6048"/>
                </a:lnTo>
                <a:lnTo>
                  <a:pt x="12960" y="6048"/>
                </a:lnTo>
                <a:lnTo>
                  <a:pt x="12960" y="3456"/>
                </a:lnTo>
                <a:lnTo>
                  <a:pt x="2469" y="3456"/>
                </a:lnTo>
                <a:lnTo>
                  <a:pt x="2469" y="19008"/>
                </a:lnTo>
                <a:lnTo>
                  <a:pt x="12960" y="19008"/>
                </a:lnTo>
                <a:lnTo>
                  <a:pt x="12960" y="16416"/>
                </a:lnTo>
                <a:lnTo>
                  <a:pt x="14811" y="16416"/>
                </a:lnTo>
                <a:close/>
                <a:moveTo>
                  <a:pt x="17280" y="13824"/>
                </a:moveTo>
                <a:lnTo>
                  <a:pt x="17280" y="17280"/>
                </a:lnTo>
                <a:lnTo>
                  <a:pt x="21600" y="11232"/>
                </a:lnTo>
                <a:lnTo>
                  <a:pt x="17280" y="5184"/>
                </a:lnTo>
                <a:lnTo>
                  <a:pt x="17280" y="7776"/>
                </a:lnTo>
                <a:lnTo>
                  <a:pt x="9874" y="7776"/>
                </a:lnTo>
                <a:lnTo>
                  <a:pt x="9874" y="13824"/>
                </a:lnTo>
                <a:lnTo>
                  <a:pt x="17280" y="13824"/>
                </a:lnTo>
                <a:close/>
              </a:path>
            </a:pathLst>
          </a:custGeom>
          <a:solidFill>
            <a:schemeClr val="accent4">
              <a:lumOff val="58054"/>
            </a:schemeClr>
          </a:solidFill>
          <a:ln w="12700">
            <a:miter lim="400000"/>
          </a:ln>
        </p:spPr>
        <p:txBody>
          <a:bodyPr lIns="109727" tIns="109727" rIns="109727" bIns="109727"/>
          <a:lstStyle/>
          <a:p>
            <a:endParaRPr/>
          </a:p>
        </p:txBody>
      </p:sp>
      <p:sp>
        <p:nvSpPr>
          <p:cNvPr id="587" name="Shape"/>
          <p:cNvSpPr/>
          <p:nvPr/>
        </p:nvSpPr>
        <p:spPr>
          <a:xfrm>
            <a:off x="14998436" y="8505251"/>
            <a:ext cx="389569" cy="390797"/>
          </a:xfrm>
          <a:custGeom>
            <a:avLst/>
            <a:gdLst/>
            <a:ahLst/>
            <a:cxnLst>
              <a:cxn ang="0">
                <a:pos x="wd2" y="hd2"/>
              </a:cxn>
              <a:cxn ang="5400000">
                <a:pos x="wd2" y="hd2"/>
              </a:cxn>
              <a:cxn ang="10800000">
                <a:pos x="wd2" y="hd2"/>
              </a:cxn>
              <a:cxn ang="16200000">
                <a:pos x="wd2" y="hd2"/>
              </a:cxn>
            </a:cxnLst>
            <a:rect l="0" t="0" r="r" b="b"/>
            <a:pathLst>
              <a:path w="20938" h="21004" extrusionOk="0">
                <a:moveTo>
                  <a:pt x="18339" y="19221"/>
                </a:moveTo>
                <a:cubicBezTo>
                  <a:pt x="17728" y="19221"/>
                  <a:pt x="17117" y="18814"/>
                  <a:pt x="17117" y="18202"/>
                </a:cubicBezTo>
                <a:cubicBezTo>
                  <a:pt x="17117" y="17591"/>
                  <a:pt x="17728" y="17184"/>
                  <a:pt x="18339" y="17184"/>
                </a:cubicBezTo>
                <a:cubicBezTo>
                  <a:pt x="18950" y="17184"/>
                  <a:pt x="19358" y="17591"/>
                  <a:pt x="19358" y="18202"/>
                </a:cubicBezTo>
                <a:cubicBezTo>
                  <a:pt x="19358" y="18814"/>
                  <a:pt x="18950" y="19221"/>
                  <a:pt x="18339" y="19221"/>
                </a:cubicBezTo>
                <a:close/>
                <a:moveTo>
                  <a:pt x="20173" y="16572"/>
                </a:moveTo>
                <a:cubicBezTo>
                  <a:pt x="11818" y="8014"/>
                  <a:pt x="11818" y="8014"/>
                  <a:pt x="11818" y="8014"/>
                </a:cubicBezTo>
                <a:cubicBezTo>
                  <a:pt x="11207" y="7606"/>
                  <a:pt x="11003" y="6791"/>
                  <a:pt x="11003" y="5976"/>
                </a:cubicBezTo>
                <a:cubicBezTo>
                  <a:pt x="11207" y="4346"/>
                  <a:pt x="10596" y="2716"/>
                  <a:pt x="9373" y="1697"/>
                </a:cubicBezTo>
                <a:cubicBezTo>
                  <a:pt x="7947" y="67"/>
                  <a:pt x="5705" y="-341"/>
                  <a:pt x="3667" y="270"/>
                </a:cubicBezTo>
                <a:cubicBezTo>
                  <a:pt x="7132" y="3734"/>
                  <a:pt x="7132" y="3734"/>
                  <a:pt x="7132" y="3734"/>
                </a:cubicBezTo>
                <a:cubicBezTo>
                  <a:pt x="7335" y="5161"/>
                  <a:pt x="5094" y="7199"/>
                  <a:pt x="3871" y="7199"/>
                </a:cubicBezTo>
                <a:cubicBezTo>
                  <a:pt x="407" y="3734"/>
                  <a:pt x="407" y="3734"/>
                  <a:pt x="407" y="3734"/>
                </a:cubicBezTo>
                <a:cubicBezTo>
                  <a:pt x="-408" y="5568"/>
                  <a:pt x="0" y="7810"/>
                  <a:pt x="1630" y="9440"/>
                </a:cubicBezTo>
                <a:cubicBezTo>
                  <a:pt x="2852" y="10459"/>
                  <a:pt x="4483" y="11070"/>
                  <a:pt x="5909" y="10867"/>
                </a:cubicBezTo>
                <a:cubicBezTo>
                  <a:pt x="6724" y="10867"/>
                  <a:pt x="7539" y="11274"/>
                  <a:pt x="8150" y="11682"/>
                </a:cubicBezTo>
                <a:cubicBezTo>
                  <a:pt x="16505" y="20240"/>
                  <a:pt x="16505" y="20240"/>
                  <a:pt x="16505" y="20240"/>
                </a:cubicBezTo>
                <a:cubicBezTo>
                  <a:pt x="17524" y="21259"/>
                  <a:pt x="19154" y="21259"/>
                  <a:pt x="20173" y="20240"/>
                </a:cubicBezTo>
                <a:cubicBezTo>
                  <a:pt x="21192" y="19221"/>
                  <a:pt x="21192" y="17591"/>
                  <a:pt x="20173" y="16572"/>
                </a:cubicBezTo>
                <a:close/>
              </a:path>
            </a:pathLst>
          </a:custGeom>
          <a:solidFill>
            <a:schemeClr val="accent4">
              <a:lumOff val="58054"/>
            </a:schemeClr>
          </a:solidFill>
          <a:ln w="12700">
            <a:miter lim="400000"/>
          </a:ln>
        </p:spPr>
        <p:txBody>
          <a:bodyPr lIns="109727" tIns="109727" rIns="109727" bIns="109727"/>
          <a:lstStyle/>
          <a:p>
            <a:endParaRPr/>
          </a:p>
        </p:txBody>
      </p:sp>
      <p:sp>
        <p:nvSpPr>
          <p:cNvPr id="588" name="Shape"/>
          <p:cNvSpPr/>
          <p:nvPr/>
        </p:nvSpPr>
        <p:spPr>
          <a:xfrm>
            <a:off x="19618991" y="8504641"/>
            <a:ext cx="390407" cy="390406"/>
          </a:xfrm>
          <a:custGeom>
            <a:avLst/>
            <a:gdLst/>
            <a:ahLst/>
            <a:cxnLst>
              <a:cxn ang="0">
                <a:pos x="wd2" y="hd2"/>
              </a:cxn>
              <a:cxn ang="5400000">
                <a:pos x="wd2" y="hd2"/>
              </a:cxn>
              <a:cxn ang="10800000">
                <a:pos x="wd2" y="hd2"/>
              </a:cxn>
              <a:cxn ang="16200000">
                <a:pos x="wd2" y="hd2"/>
              </a:cxn>
            </a:cxnLst>
            <a:rect l="0" t="0" r="r" b="b"/>
            <a:pathLst>
              <a:path w="21600" h="21600" extrusionOk="0">
                <a:moveTo>
                  <a:pt x="11121" y="6082"/>
                </a:moveTo>
                <a:cubicBezTo>
                  <a:pt x="11121" y="5872"/>
                  <a:pt x="10907" y="5662"/>
                  <a:pt x="10479" y="5662"/>
                </a:cubicBezTo>
                <a:cubicBezTo>
                  <a:pt x="10265" y="5662"/>
                  <a:pt x="10051" y="5872"/>
                  <a:pt x="10051" y="6082"/>
                </a:cubicBezTo>
                <a:cubicBezTo>
                  <a:pt x="10051" y="6291"/>
                  <a:pt x="10265" y="6711"/>
                  <a:pt x="10479" y="6711"/>
                </a:cubicBezTo>
                <a:cubicBezTo>
                  <a:pt x="10907" y="6711"/>
                  <a:pt x="11121" y="6291"/>
                  <a:pt x="11121" y="6082"/>
                </a:cubicBezTo>
                <a:close/>
                <a:moveTo>
                  <a:pt x="9196" y="6082"/>
                </a:moveTo>
                <a:cubicBezTo>
                  <a:pt x="9196" y="5872"/>
                  <a:pt x="8982" y="5662"/>
                  <a:pt x="8768" y="5662"/>
                </a:cubicBezTo>
                <a:cubicBezTo>
                  <a:pt x="8341" y="5662"/>
                  <a:pt x="8127" y="5872"/>
                  <a:pt x="8127" y="6082"/>
                </a:cubicBezTo>
                <a:cubicBezTo>
                  <a:pt x="8127" y="6291"/>
                  <a:pt x="8341" y="6711"/>
                  <a:pt x="8768" y="6711"/>
                </a:cubicBezTo>
                <a:cubicBezTo>
                  <a:pt x="8982" y="6711"/>
                  <a:pt x="9196" y="6291"/>
                  <a:pt x="9196" y="6082"/>
                </a:cubicBezTo>
                <a:close/>
                <a:moveTo>
                  <a:pt x="7485" y="6082"/>
                </a:moveTo>
                <a:cubicBezTo>
                  <a:pt x="7485" y="5872"/>
                  <a:pt x="7057" y="5662"/>
                  <a:pt x="6844" y="5662"/>
                </a:cubicBezTo>
                <a:cubicBezTo>
                  <a:pt x="6630" y="5662"/>
                  <a:pt x="6416" y="5872"/>
                  <a:pt x="6416" y="6082"/>
                </a:cubicBezTo>
                <a:cubicBezTo>
                  <a:pt x="6416" y="6291"/>
                  <a:pt x="6630" y="6711"/>
                  <a:pt x="6844" y="6711"/>
                </a:cubicBezTo>
                <a:cubicBezTo>
                  <a:pt x="7057" y="6711"/>
                  <a:pt x="7485" y="6291"/>
                  <a:pt x="7485" y="6082"/>
                </a:cubicBezTo>
                <a:close/>
                <a:moveTo>
                  <a:pt x="13901" y="4823"/>
                </a:moveTo>
                <a:cubicBezTo>
                  <a:pt x="13901" y="7340"/>
                  <a:pt x="13901" y="7340"/>
                  <a:pt x="13901" y="7340"/>
                </a:cubicBezTo>
                <a:cubicBezTo>
                  <a:pt x="5347" y="7340"/>
                  <a:pt x="5347" y="7340"/>
                  <a:pt x="5347" y="7340"/>
                </a:cubicBezTo>
                <a:cubicBezTo>
                  <a:pt x="5347" y="4823"/>
                  <a:pt x="5347" y="4823"/>
                  <a:pt x="5347" y="4823"/>
                </a:cubicBezTo>
                <a:lnTo>
                  <a:pt x="13901" y="4823"/>
                </a:lnTo>
                <a:close/>
                <a:moveTo>
                  <a:pt x="11762" y="8808"/>
                </a:moveTo>
                <a:cubicBezTo>
                  <a:pt x="11762" y="9856"/>
                  <a:pt x="11762" y="9856"/>
                  <a:pt x="11762" y="9856"/>
                </a:cubicBezTo>
                <a:cubicBezTo>
                  <a:pt x="12190" y="9647"/>
                  <a:pt x="12618" y="9437"/>
                  <a:pt x="12832" y="9437"/>
                </a:cubicBezTo>
                <a:cubicBezTo>
                  <a:pt x="13259" y="9437"/>
                  <a:pt x="13687" y="9647"/>
                  <a:pt x="13901" y="9647"/>
                </a:cubicBezTo>
                <a:cubicBezTo>
                  <a:pt x="13901" y="8808"/>
                  <a:pt x="13901" y="8808"/>
                  <a:pt x="13901" y="8808"/>
                </a:cubicBezTo>
                <a:lnTo>
                  <a:pt x="11762" y="8808"/>
                </a:lnTo>
                <a:close/>
                <a:moveTo>
                  <a:pt x="7485" y="8808"/>
                </a:moveTo>
                <a:cubicBezTo>
                  <a:pt x="5347" y="8808"/>
                  <a:pt x="5347" y="8808"/>
                  <a:pt x="5347" y="8808"/>
                </a:cubicBezTo>
                <a:cubicBezTo>
                  <a:pt x="5347" y="9856"/>
                  <a:pt x="5347" y="9856"/>
                  <a:pt x="5347" y="9856"/>
                </a:cubicBezTo>
                <a:cubicBezTo>
                  <a:pt x="7485" y="9856"/>
                  <a:pt x="7485" y="9856"/>
                  <a:pt x="7485" y="9856"/>
                </a:cubicBezTo>
                <a:lnTo>
                  <a:pt x="7485" y="8808"/>
                </a:lnTo>
                <a:close/>
                <a:moveTo>
                  <a:pt x="13259" y="21600"/>
                </a:moveTo>
                <a:cubicBezTo>
                  <a:pt x="17537" y="21600"/>
                  <a:pt x="17537" y="21600"/>
                  <a:pt x="17537" y="21600"/>
                </a:cubicBezTo>
                <a:cubicBezTo>
                  <a:pt x="17537" y="20132"/>
                  <a:pt x="17537" y="20132"/>
                  <a:pt x="17537" y="20132"/>
                </a:cubicBezTo>
                <a:cubicBezTo>
                  <a:pt x="13259" y="20132"/>
                  <a:pt x="13259" y="20132"/>
                  <a:pt x="13259" y="20132"/>
                </a:cubicBezTo>
                <a:lnTo>
                  <a:pt x="13259" y="21600"/>
                </a:lnTo>
                <a:close/>
                <a:moveTo>
                  <a:pt x="1925" y="21600"/>
                </a:moveTo>
                <a:cubicBezTo>
                  <a:pt x="5988" y="21600"/>
                  <a:pt x="5988" y="21600"/>
                  <a:pt x="5988" y="21600"/>
                </a:cubicBezTo>
                <a:cubicBezTo>
                  <a:pt x="5988" y="20132"/>
                  <a:pt x="5988" y="20132"/>
                  <a:pt x="5988" y="20132"/>
                </a:cubicBezTo>
                <a:cubicBezTo>
                  <a:pt x="1925" y="20132"/>
                  <a:pt x="1925" y="20132"/>
                  <a:pt x="1925" y="20132"/>
                </a:cubicBezTo>
                <a:lnTo>
                  <a:pt x="1925" y="21600"/>
                </a:lnTo>
                <a:close/>
                <a:moveTo>
                  <a:pt x="5347" y="14260"/>
                </a:moveTo>
                <a:cubicBezTo>
                  <a:pt x="7485" y="14260"/>
                  <a:pt x="7485" y="14260"/>
                  <a:pt x="7485" y="14260"/>
                </a:cubicBezTo>
                <a:cubicBezTo>
                  <a:pt x="7485" y="13002"/>
                  <a:pt x="7485" y="13002"/>
                  <a:pt x="7485" y="13002"/>
                </a:cubicBezTo>
                <a:cubicBezTo>
                  <a:pt x="5347" y="13002"/>
                  <a:pt x="5347" y="13002"/>
                  <a:pt x="5347" y="13002"/>
                </a:cubicBezTo>
                <a:lnTo>
                  <a:pt x="5347" y="14260"/>
                </a:lnTo>
                <a:close/>
                <a:moveTo>
                  <a:pt x="7485" y="10905"/>
                </a:moveTo>
                <a:cubicBezTo>
                  <a:pt x="5347" y="10905"/>
                  <a:pt x="5347" y="10905"/>
                  <a:pt x="5347" y="10905"/>
                </a:cubicBezTo>
                <a:cubicBezTo>
                  <a:pt x="5347" y="11953"/>
                  <a:pt x="5347" y="11953"/>
                  <a:pt x="5347" y="11953"/>
                </a:cubicBezTo>
                <a:cubicBezTo>
                  <a:pt x="7485" y="11953"/>
                  <a:pt x="7485" y="11953"/>
                  <a:pt x="7485" y="11953"/>
                </a:cubicBezTo>
                <a:lnTo>
                  <a:pt x="7485" y="10905"/>
                </a:lnTo>
                <a:close/>
                <a:moveTo>
                  <a:pt x="13259" y="18035"/>
                </a:moveTo>
                <a:cubicBezTo>
                  <a:pt x="12832" y="17825"/>
                  <a:pt x="12190" y="17406"/>
                  <a:pt x="11976" y="16986"/>
                </a:cubicBezTo>
                <a:cubicBezTo>
                  <a:pt x="2139" y="16986"/>
                  <a:pt x="2139" y="16986"/>
                  <a:pt x="2139" y="16986"/>
                </a:cubicBezTo>
                <a:cubicBezTo>
                  <a:pt x="2139" y="2097"/>
                  <a:pt x="2139" y="2097"/>
                  <a:pt x="2139" y="2097"/>
                </a:cubicBezTo>
                <a:cubicBezTo>
                  <a:pt x="17109" y="2097"/>
                  <a:pt x="17109" y="2097"/>
                  <a:pt x="17109" y="2097"/>
                </a:cubicBezTo>
                <a:cubicBezTo>
                  <a:pt x="17109" y="10695"/>
                  <a:pt x="17109" y="10695"/>
                  <a:pt x="17109" y="10695"/>
                </a:cubicBezTo>
                <a:cubicBezTo>
                  <a:pt x="18178" y="10485"/>
                  <a:pt x="18606" y="10485"/>
                  <a:pt x="19248" y="10485"/>
                </a:cubicBezTo>
                <a:cubicBezTo>
                  <a:pt x="19248" y="0"/>
                  <a:pt x="19248" y="0"/>
                  <a:pt x="19248" y="0"/>
                </a:cubicBezTo>
                <a:cubicBezTo>
                  <a:pt x="0" y="0"/>
                  <a:pt x="0" y="0"/>
                  <a:pt x="0" y="0"/>
                </a:cubicBezTo>
                <a:cubicBezTo>
                  <a:pt x="0" y="19083"/>
                  <a:pt x="0" y="19083"/>
                  <a:pt x="0" y="19083"/>
                </a:cubicBezTo>
                <a:cubicBezTo>
                  <a:pt x="15826" y="19083"/>
                  <a:pt x="15826" y="19083"/>
                  <a:pt x="15826" y="19083"/>
                </a:cubicBezTo>
                <a:cubicBezTo>
                  <a:pt x="14756" y="18245"/>
                  <a:pt x="13687" y="18035"/>
                  <a:pt x="13259" y="18035"/>
                </a:cubicBezTo>
                <a:close/>
                <a:moveTo>
                  <a:pt x="8554" y="14260"/>
                </a:moveTo>
                <a:cubicBezTo>
                  <a:pt x="10693" y="14260"/>
                  <a:pt x="10693" y="14260"/>
                  <a:pt x="10693" y="14260"/>
                </a:cubicBezTo>
                <a:cubicBezTo>
                  <a:pt x="10693" y="13002"/>
                  <a:pt x="10693" y="13002"/>
                  <a:pt x="10693" y="13002"/>
                </a:cubicBezTo>
                <a:cubicBezTo>
                  <a:pt x="8554" y="13002"/>
                  <a:pt x="8554" y="13002"/>
                  <a:pt x="8554" y="13002"/>
                </a:cubicBezTo>
                <a:lnTo>
                  <a:pt x="8554" y="14260"/>
                </a:lnTo>
                <a:close/>
                <a:moveTo>
                  <a:pt x="10693" y="10905"/>
                </a:moveTo>
                <a:cubicBezTo>
                  <a:pt x="8554" y="10905"/>
                  <a:pt x="8554" y="10905"/>
                  <a:pt x="8554" y="10905"/>
                </a:cubicBezTo>
                <a:cubicBezTo>
                  <a:pt x="8554" y="11953"/>
                  <a:pt x="8554" y="11953"/>
                  <a:pt x="8554" y="11953"/>
                </a:cubicBezTo>
                <a:cubicBezTo>
                  <a:pt x="10693" y="11953"/>
                  <a:pt x="10693" y="11953"/>
                  <a:pt x="10693" y="11953"/>
                </a:cubicBezTo>
                <a:lnTo>
                  <a:pt x="10693" y="10905"/>
                </a:lnTo>
                <a:close/>
                <a:moveTo>
                  <a:pt x="10693" y="8808"/>
                </a:moveTo>
                <a:cubicBezTo>
                  <a:pt x="8554" y="8808"/>
                  <a:pt x="8554" y="8808"/>
                  <a:pt x="8554" y="8808"/>
                </a:cubicBezTo>
                <a:cubicBezTo>
                  <a:pt x="8554" y="9856"/>
                  <a:pt x="8554" y="9856"/>
                  <a:pt x="8554" y="9856"/>
                </a:cubicBezTo>
                <a:cubicBezTo>
                  <a:pt x="10693" y="9856"/>
                  <a:pt x="10693" y="9856"/>
                  <a:pt x="10693" y="9856"/>
                </a:cubicBezTo>
                <a:lnTo>
                  <a:pt x="10693" y="8808"/>
                </a:lnTo>
                <a:close/>
                <a:moveTo>
                  <a:pt x="13046" y="15728"/>
                </a:moveTo>
                <a:cubicBezTo>
                  <a:pt x="13259" y="15099"/>
                  <a:pt x="14329" y="15099"/>
                  <a:pt x="14970" y="15518"/>
                </a:cubicBezTo>
                <a:cubicBezTo>
                  <a:pt x="12404" y="11953"/>
                  <a:pt x="12404" y="11953"/>
                  <a:pt x="12404" y="11953"/>
                </a:cubicBezTo>
                <a:cubicBezTo>
                  <a:pt x="12190" y="11534"/>
                  <a:pt x="12190" y="11115"/>
                  <a:pt x="12618" y="10905"/>
                </a:cubicBezTo>
                <a:cubicBezTo>
                  <a:pt x="12832" y="10695"/>
                  <a:pt x="13259" y="10695"/>
                  <a:pt x="13473" y="11115"/>
                </a:cubicBezTo>
                <a:cubicBezTo>
                  <a:pt x="15184" y="13421"/>
                  <a:pt x="15184" y="13421"/>
                  <a:pt x="15184" y="13421"/>
                </a:cubicBezTo>
                <a:cubicBezTo>
                  <a:pt x="15398" y="13631"/>
                  <a:pt x="15398" y="13631"/>
                  <a:pt x="15612" y="13631"/>
                </a:cubicBezTo>
                <a:cubicBezTo>
                  <a:pt x="15826" y="13421"/>
                  <a:pt x="15826" y="13212"/>
                  <a:pt x="15612" y="13212"/>
                </a:cubicBezTo>
                <a:cubicBezTo>
                  <a:pt x="15184" y="12583"/>
                  <a:pt x="15184" y="12583"/>
                  <a:pt x="15184" y="12583"/>
                </a:cubicBezTo>
                <a:cubicBezTo>
                  <a:pt x="16040" y="12373"/>
                  <a:pt x="16040" y="12373"/>
                  <a:pt x="16040" y="12373"/>
                </a:cubicBezTo>
                <a:cubicBezTo>
                  <a:pt x="16253" y="12373"/>
                  <a:pt x="16253" y="12373"/>
                  <a:pt x="16467" y="12583"/>
                </a:cubicBezTo>
                <a:cubicBezTo>
                  <a:pt x="16681" y="13002"/>
                  <a:pt x="16681" y="13002"/>
                  <a:pt x="16681" y="13002"/>
                </a:cubicBezTo>
                <a:cubicBezTo>
                  <a:pt x="16895" y="13212"/>
                  <a:pt x="17109" y="13212"/>
                  <a:pt x="17109" y="13212"/>
                </a:cubicBezTo>
                <a:cubicBezTo>
                  <a:pt x="17323" y="13002"/>
                  <a:pt x="17323" y="12792"/>
                  <a:pt x="17109" y="12792"/>
                </a:cubicBezTo>
                <a:cubicBezTo>
                  <a:pt x="16895" y="12163"/>
                  <a:pt x="16895" y="12163"/>
                  <a:pt x="16895" y="12163"/>
                </a:cubicBezTo>
                <a:cubicBezTo>
                  <a:pt x="17537" y="11953"/>
                  <a:pt x="17537" y="11953"/>
                  <a:pt x="17537" y="11953"/>
                </a:cubicBezTo>
                <a:cubicBezTo>
                  <a:pt x="17750" y="11953"/>
                  <a:pt x="17750" y="12163"/>
                  <a:pt x="17964" y="12163"/>
                </a:cubicBezTo>
                <a:cubicBezTo>
                  <a:pt x="18178" y="12583"/>
                  <a:pt x="18178" y="12583"/>
                  <a:pt x="18178" y="12583"/>
                </a:cubicBezTo>
                <a:cubicBezTo>
                  <a:pt x="18392" y="12792"/>
                  <a:pt x="18392" y="12792"/>
                  <a:pt x="18606" y="12792"/>
                </a:cubicBezTo>
                <a:cubicBezTo>
                  <a:pt x="18820" y="12583"/>
                  <a:pt x="18820" y="12373"/>
                  <a:pt x="18606" y="12373"/>
                </a:cubicBezTo>
                <a:cubicBezTo>
                  <a:pt x="18392" y="11953"/>
                  <a:pt x="18392" y="11953"/>
                  <a:pt x="18392" y="11953"/>
                </a:cubicBezTo>
                <a:cubicBezTo>
                  <a:pt x="18606" y="11953"/>
                  <a:pt x="18606" y="11744"/>
                  <a:pt x="18820" y="11744"/>
                </a:cubicBezTo>
                <a:cubicBezTo>
                  <a:pt x="19248" y="11744"/>
                  <a:pt x="19675" y="12163"/>
                  <a:pt x="20103" y="12583"/>
                </a:cubicBezTo>
                <a:cubicBezTo>
                  <a:pt x="20958" y="14050"/>
                  <a:pt x="20745" y="14889"/>
                  <a:pt x="21600" y="16148"/>
                </a:cubicBezTo>
                <a:cubicBezTo>
                  <a:pt x="20531" y="16986"/>
                  <a:pt x="19248" y="17825"/>
                  <a:pt x="17964" y="18874"/>
                </a:cubicBezTo>
                <a:cubicBezTo>
                  <a:pt x="16040" y="17406"/>
                  <a:pt x="14329" y="16777"/>
                  <a:pt x="13687" y="16777"/>
                </a:cubicBezTo>
                <a:cubicBezTo>
                  <a:pt x="13259" y="16567"/>
                  <a:pt x="12832" y="16148"/>
                  <a:pt x="13046" y="15728"/>
                </a:cubicBezTo>
                <a:close/>
              </a:path>
            </a:pathLst>
          </a:custGeom>
          <a:solidFill>
            <a:schemeClr val="accent4">
              <a:lumOff val="58054"/>
            </a:schemeClr>
          </a:solidFill>
          <a:ln w="12700">
            <a:miter lim="400000"/>
          </a:ln>
        </p:spPr>
        <p:txBody>
          <a:bodyPr lIns="109727" tIns="109727" rIns="109727" bIns="109727"/>
          <a:lstStyle/>
          <a:p>
            <a:endParaRPr/>
          </a:p>
        </p:txBody>
      </p:sp>
      <p:sp>
        <p:nvSpPr>
          <p:cNvPr id="589" name="Shape"/>
          <p:cNvSpPr/>
          <p:nvPr/>
        </p:nvSpPr>
        <p:spPr>
          <a:xfrm>
            <a:off x="13153770" y="9461494"/>
            <a:ext cx="394236" cy="355962"/>
          </a:xfrm>
          <a:custGeom>
            <a:avLst/>
            <a:gdLst/>
            <a:ahLst/>
            <a:cxnLst>
              <a:cxn ang="0">
                <a:pos x="wd2" y="hd2"/>
              </a:cxn>
              <a:cxn ang="5400000">
                <a:pos x="wd2" y="hd2"/>
              </a:cxn>
              <a:cxn ang="10800000">
                <a:pos x="wd2" y="hd2"/>
              </a:cxn>
              <a:cxn ang="16200000">
                <a:pos x="wd2" y="hd2"/>
              </a:cxn>
            </a:cxnLst>
            <a:rect l="0" t="0" r="r" b="b"/>
            <a:pathLst>
              <a:path w="21189" h="21600" extrusionOk="0">
                <a:moveTo>
                  <a:pt x="823" y="12310"/>
                </a:moveTo>
                <a:cubicBezTo>
                  <a:pt x="1851" y="11613"/>
                  <a:pt x="1851" y="11613"/>
                  <a:pt x="1851" y="11613"/>
                </a:cubicBezTo>
                <a:cubicBezTo>
                  <a:pt x="1234" y="10684"/>
                  <a:pt x="1028" y="9290"/>
                  <a:pt x="1234" y="7897"/>
                </a:cubicBezTo>
                <a:cubicBezTo>
                  <a:pt x="1645" y="6503"/>
                  <a:pt x="2263" y="5342"/>
                  <a:pt x="3291" y="4645"/>
                </a:cubicBezTo>
                <a:cubicBezTo>
                  <a:pt x="2674" y="3716"/>
                  <a:pt x="2674" y="3716"/>
                  <a:pt x="2674" y="3716"/>
                </a:cubicBezTo>
                <a:cubicBezTo>
                  <a:pt x="1440" y="4413"/>
                  <a:pt x="617" y="5806"/>
                  <a:pt x="205" y="7665"/>
                </a:cubicBezTo>
                <a:cubicBezTo>
                  <a:pt x="-206" y="9290"/>
                  <a:pt x="0" y="10916"/>
                  <a:pt x="823" y="12310"/>
                </a:cubicBezTo>
                <a:close/>
                <a:moveTo>
                  <a:pt x="4320" y="6503"/>
                </a:moveTo>
                <a:cubicBezTo>
                  <a:pt x="3703" y="5574"/>
                  <a:pt x="3703" y="5574"/>
                  <a:pt x="3703" y="5574"/>
                </a:cubicBezTo>
                <a:cubicBezTo>
                  <a:pt x="2880" y="6039"/>
                  <a:pt x="2263" y="6968"/>
                  <a:pt x="2057" y="8129"/>
                </a:cubicBezTo>
                <a:cubicBezTo>
                  <a:pt x="1851" y="9290"/>
                  <a:pt x="2057" y="10219"/>
                  <a:pt x="2468" y="11148"/>
                </a:cubicBezTo>
                <a:cubicBezTo>
                  <a:pt x="3497" y="10684"/>
                  <a:pt x="3497" y="10684"/>
                  <a:pt x="3497" y="10684"/>
                </a:cubicBezTo>
                <a:cubicBezTo>
                  <a:pt x="3085" y="9987"/>
                  <a:pt x="2880" y="9058"/>
                  <a:pt x="3085" y="8361"/>
                </a:cubicBezTo>
                <a:cubicBezTo>
                  <a:pt x="3291" y="7665"/>
                  <a:pt x="3703" y="6968"/>
                  <a:pt x="4320" y="6503"/>
                </a:cubicBezTo>
                <a:close/>
                <a:moveTo>
                  <a:pt x="20983" y="7665"/>
                </a:moveTo>
                <a:cubicBezTo>
                  <a:pt x="20571" y="5806"/>
                  <a:pt x="19748" y="4413"/>
                  <a:pt x="18514" y="3716"/>
                </a:cubicBezTo>
                <a:cubicBezTo>
                  <a:pt x="17897" y="4645"/>
                  <a:pt x="17897" y="4645"/>
                  <a:pt x="17897" y="4645"/>
                </a:cubicBezTo>
                <a:cubicBezTo>
                  <a:pt x="18925" y="5342"/>
                  <a:pt x="19543" y="6503"/>
                  <a:pt x="19954" y="7897"/>
                </a:cubicBezTo>
                <a:cubicBezTo>
                  <a:pt x="20160" y="9290"/>
                  <a:pt x="19954" y="10684"/>
                  <a:pt x="19337" y="11613"/>
                </a:cubicBezTo>
                <a:cubicBezTo>
                  <a:pt x="20365" y="12310"/>
                  <a:pt x="20365" y="12310"/>
                  <a:pt x="20365" y="12310"/>
                </a:cubicBezTo>
                <a:cubicBezTo>
                  <a:pt x="21188" y="10916"/>
                  <a:pt x="21394" y="9290"/>
                  <a:pt x="20983" y="7665"/>
                </a:cubicBezTo>
                <a:close/>
                <a:moveTo>
                  <a:pt x="18103" y="8361"/>
                </a:moveTo>
                <a:cubicBezTo>
                  <a:pt x="18308" y="9058"/>
                  <a:pt x="18103" y="9987"/>
                  <a:pt x="17691" y="10684"/>
                </a:cubicBezTo>
                <a:cubicBezTo>
                  <a:pt x="18720" y="11148"/>
                  <a:pt x="18720" y="11148"/>
                  <a:pt x="18720" y="11148"/>
                </a:cubicBezTo>
                <a:cubicBezTo>
                  <a:pt x="19131" y="10219"/>
                  <a:pt x="19337" y="9290"/>
                  <a:pt x="19131" y="8129"/>
                </a:cubicBezTo>
                <a:cubicBezTo>
                  <a:pt x="18925" y="6968"/>
                  <a:pt x="18308" y="6039"/>
                  <a:pt x="17485" y="5574"/>
                </a:cubicBezTo>
                <a:cubicBezTo>
                  <a:pt x="16868" y="6503"/>
                  <a:pt x="16868" y="6503"/>
                  <a:pt x="16868" y="6503"/>
                </a:cubicBezTo>
                <a:cubicBezTo>
                  <a:pt x="17485" y="6968"/>
                  <a:pt x="17897" y="7665"/>
                  <a:pt x="18103" y="8361"/>
                </a:cubicBezTo>
                <a:close/>
                <a:moveTo>
                  <a:pt x="12960" y="19045"/>
                </a:moveTo>
                <a:cubicBezTo>
                  <a:pt x="12960" y="20439"/>
                  <a:pt x="11931" y="21600"/>
                  <a:pt x="10697" y="21600"/>
                </a:cubicBezTo>
                <a:cubicBezTo>
                  <a:pt x="9257" y="21600"/>
                  <a:pt x="8228" y="20439"/>
                  <a:pt x="8228" y="19045"/>
                </a:cubicBezTo>
                <a:lnTo>
                  <a:pt x="12960" y="19045"/>
                </a:lnTo>
                <a:close/>
                <a:moveTo>
                  <a:pt x="5348" y="15561"/>
                </a:moveTo>
                <a:cubicBezTo>
                  <a:pt x="6994" y="13006"/>
                  <a:pt x="6788" y="9290"/>
                  <a:pt x="7817" y="6735"/>
                </a:cubicBezTo>
                <a:cubicBezTo>
                  <a:pt x="8228" y="5574"/>
                  <a:pt x="9051" y="4413"/>
                  <a:pt x="10697" y="4413"/>
                </a:cubicBezTo>
                <a:cubicBezTo>
                  <a:pt x="12137" y="4413"/>
                  <a:pt x="12960" y="5574"/>
                  <a:pt x="13577" y="6735"/>
                </a:cubicBezTo>
                <a:cubicBezTo>
                  <a:pt x="14400" y="9290"/>
                  <a:pt x="14194" y="13006"/>
                  <a:pt x="16045" y="15561"/>
                </a:cubicBezTo>
                <a:lnTo>
                  <a:pt x="5348" y="15561"/>
                </a:lnTo>
                <a:close/>
                <a:moveTo>
                  <a:pt x="10697" y="1161"/>
                </a:moveTo>
                <a:cubicBezTo>
                  <a:pt x="10903" y="1161"/>
                  <a:pt x="11314" y="1394"/>
                  <a:pt x="11314" y="1858"/>
                </a:cubicBezTo>
                <a:cubicBezTo>
                  <a:pt x="11314" y="2323"/>
                  <a:pt x="10903" y="2787"/>
                  <a:pt x="10697" y="2787"/>
                </a:cubicBezTo>
                <a:cubicBezTo>
                  <a:pt x="10285" y="2787"/>
                  <a:pt x="9874" y="2323"/>
                  <a:pt x="9874" y="1858"/>
                </a:cubicBezTo>
                <a:cubicBezTo>
                  <a:pt x="9874" y="1394"/>
                  <a:pt x="10285" y="1161"/>
                  <a:pt x="10697" y="1161"/>
                </a:cubicBezTo>
                <a:close/>
                <a:moveTo>
                  <a:pt x="13165" y="3484"/>
                </a:moveTo>
                <a:cubicBezTo>
                  <a:pt x="12548" y="3252"/>
                  <a:pt x="12343" y="2555"/>
                  <a:pt x="12343" y="1858"/>
                </a:cubicBezTo>
                <a:cubicBezTo>
                  <a:pt x="12343" y="1858"/>
                  <a:pt x="12343" y="1858"/>
                  <a:pt x="12343" y="1858"/>
                </a:cubicBezTo>
                <a:cubicBezTo>
                  <a:pt x="12343" y="929"/>
                  <a:pt x="11520" y="0"/>
                  <a:pt x="10697" y="0"/>
                </a:cubicBezTo>
                <a:cubicBezTo>
                  <a:pt x="9668" y="0"/>
                  <a:pt x="8845" y="929"/>
                  <a:pt x="8845" y="1858"/>
                </a:cubicBezTo>
                <a:cubicBezTo>
                  <a:pt x="8845" y="1858"/>
                  <a:pt x="8845" y="1858"/>
                  <a:pt x="8845" y="1858"/>
                </a:cubicBezTo>
                <a:cubicBezTo>
                  <a:pt x="8845" y="2555"/>
                  <a:pt x="8640" y="3252"/>
                  <a:pt x="8023" y="3484"/>
                </a:cubicBezTo>
                <a:cubicBezTo>
                  <a:pt x="4320" y="6039"/>
                  <a:pt x="6583" y="13935"/>
                  <a:pt x="2468" y="15561"/>
                </a:cubicBezTo>
                <a:cubicBezTo>
                  <a:pt x="2468" y="17419"/>
                  <a:pt x="2468" y="17419"/>
                  <a:pt x="2468" y="17419"/>
                </a:cubicBezTo>
                <a:cubicBezTo>
                  <a:pt x="18720" y="17419"/>
                  <a:pt x="18720" y="17419"/>
                  <a:pt x="18720" y="17419"/>
                </a:cubicBezTo>
                <a:cubicBezTo>
                  <a:pt x="18720" y="15561"/>
                  <a:pt x="18720" y="15561"/>
                  <a:pt x="18720" y="15561"/>
                </a:cubicBezTo>
                <a:cubicBezTo>
                  <a:pt x="14811" y="13935"/>
                  <a:pt x="16868" y="6039"/>
                  <a:pt x="13165" y="3484"/>
                </a:cubicBezTo>
                <a:close/>
              </a:path>
            </a:pathLst>
          </a:custGeom>
          <a:solidFill>
            <a:schemeClr val="accent4">
              <a:lumOff val="58054"/>
            </a:schemeClr>
          </a:solidFill>
          <a:ln w="12700">
            <a:miter lim="400000"/>
          </a:ln>
        </p:spPr>
        <p:txBody>
          <a:bodyPr lIns="109727" tIns="109727" rIns="109727" bIns="109727"/>
          <a:lstStyle/>
          <a:p>
            <a:endParaRPr/>
          </a:p>
        </p:txBody>
      </p:sp>
      <p:sp>
        <p:nvSpPr>
          <p:cNvPr id="590" name="Shape"/>
          <p:cNvSpPr/>
          <p:nvPr/>
        </p:nvSpPr>
        <p:spPr>
          <a:xfrm>
            <a:off x="14051491" y="11421728"/>
            <a:ext cx="390406" cy="355962"/>
          </a:xfrm>
          <a:custGeom>
            <a:avLst/>
            <a:gdLst/>
            <a:ahLst/>
            <a:cxnLst>
              <a:cxn ang="0">
                <a:pos x="wd2" y="hd2"/>
              </a:cxn>
              <a:cxn ang="5400000">
                <a:pos x="wd2" y="hd2"/>
              </a:cxn>
              <a:cxn ang="10800000">
                <a:pos x="wd2" y="hd2"/>
              </a:cxn>
              <a:cxn ang="16200000">
                <a:pos x="wd2" y="hd2"/>
              </a:cxn>
            </a:cxnLst>
            <a:rect l="0" t="0" r="r" b="b"/>
            <a:pathLst>
              <a:path w="21600" h="21600" extrusionOk="0">
                <a:moveTo>
                  <a:pt x="11232" y="16904"/>
                </a:moveTo>
                <a:cubicBezTo>
                  <a:pt x="15120" y="9391"/>
                  <a:pt x="17712" y="5400"/>
                  <a:pt x="21600" y="1878"/>
                </a:cubicBezTo>
                <a:cubicBezTo>
                  <a:pt x="20952" y="704"/>
                  <a:pt x="20952" y="704"/>
                  <a:pt x="20952" y="704"/>
                </a:cubicBezTo>
                <a:cubicBezTo>
                  <a:pt x="16632" y="3757"/>
                  <a:pt x="14040" y="6104"/>
                  <a:pt x="10368" y="10565"/>
                </a:cubicBezTo>
                <a:cubicBezTo>
                  <a:pt x="8424" y="9157"/>
                  <a:pt x="7344" y="8452"/>
                  <a:pt x="5616" y="7513"/>
                </a:cubicBezTo>
                <a:cubicBezTo>
                  <a:pt x="4320" y="8922"/>
                  <a:pt x="4320" y="8922"/>
                  <a:pt x="4320" y="8922"/>
                </a:cubicBezTo>
                <a:cubicBezTo>
                  <a:pt x="7128" y="11974"/>
                  <a:pt x="8856" y="13852"/>
                  <a:pt x="11232" y="16904"/>
                </a:cubicBezTo>
                <a:close/>
                <a:moveTo>
                  <a:pt x="19224" y="6809"/>
                </a:moveTo>
                <a:cubicBezTo>
                  <a:pt x="19656" y="8217"/>
                  <a:pt x="19872" y="9391"/>
                  <a:pt x="19872" y="10800"/>
                </a:cubicBezTo>
                <a:cubicBezTo>
                  <a:pt x="19872" y="16904"/>
                  <a:pt x="15336" y="21600"/>
                  <a:pt x="9936" y="21600"/>
                </a:cubicBezTo>
                <a:cubicBezTo>
                  <a:pt x="4320" y="21600"/>
                  <a:pt x="0" y="16904"/>
                  <a:pt x="0" y="10800"/>
                </a:cubicBezTo>
                <a:cubicBezTo>
                  <a:pt x="0" y="4696"/>
                  <a:pt x="4320" y="0"/>
                  <a:pt x="9936" y="0"/>
                </a:cubicBezTo>
                <a:cubicBezTo>
                  <a:pt x="12312" y="0"/>
                  <a:pt x="14472" y="704"/>
                  <a:pt x="15984" y="2348"/>
                </a:cubicBezTo>
                <a:cubicBezTo>
                  <a:pt x="15552" y="2817"/>
                  <a:pt x="14904" y="3287"/>
                  <a:pt x="14256" y="3757"/>
                </a:cubicBezTo>
                <a:cubicBezTo>
                  <a:pt x="12960" y="2817"/>
                  <a:pt x="11448" y="2348"/>
                  <a:pt x="9936" y="2348"/>
                </a:cubicBezTo>
                <a:cubicBezTo>
                  <a:pt x="7776" y="2348"/>
                  <a:pt x="5832" y="3052"/>
                  <a:pt x="4320" y="4696"/>
                </a:cubicBezTo>
                <a:cubicBezTo>
                  <a:pt x="2808" y="6339"/>
                  <a:pt x="2160" y="8452"/>
                  <a:pt x="2160" y="10800"/>
                </a:cubicBezTo>
                <a:cubicBezTo>
                  <a:pt x="2160" y="13148"/>
                  <a:pt x="2808" y="15261"/>
                  <a:pt x="4320" y="16904"/>
                </a:cubicBezTo>
                <a:cubicBezTo>
                  <a:pt x="5832" y="18313"/>
                  <a:pt x="7776" y="19252"/>
                  <a:pt x="9936" y="19252"/>
                </a:cubicBezTo>
                <a:cubicBezTo>
                  <a:pt x="11880" y="19252"/>
                  <a:pt x="14040" y="18313"/>
                  <a:pt x="15336" y="16904"/>
                </a:cubicBezTo>
                <a:cubicBezTo>
                  <a:pt x="16848" y="15261"/>
                  <a:pt x="17712" y="13148"/>
                  <a:pt x="17712" y="10800"/>
                </a:cubicBezTo>
                <a:cubicBezTo>
                  <a:pt x="17712" y="10330"/>
                  <a:pt x="17712" y="9626"/>
                  <a:pt x="17496" y="9157"/>
                </a:cubicBezTo>
                <a:cubicBezTo>
                  <a:pt x="18144" y="8452"/>
                  <a:pt x="18576" y="7513"/>
                  <a:pt x="19224" y="6809"/>
                </a:cubicBezTo>
                <a:close/>
              </a:path>
            </a:pathLst>
          </a:custGeom>
          <a:solidFill>
            <a:schemeClr val="accent4">
              <a:lumOff val="58054"/>
            </a:schemeClr>
          </a:solidFill>
          <a:ln w="12700">
            <a:miter lim="400000"/>
          </a:ln>
        </p:spPr>
        <p:txBody>
          <a:bodyPr lIns="109727" tIns="109727" rIns="109727" bIns="109727"/>
          <a:lstStyle/>
          <a:p>
            <a:endParaRPr/>
          </a:p>
        </p:txBody>
      </p:sp>
      <p:sp>
        <p:nvSpPr>
          <p:cNvPr id="591" name="Shape"/>
          <p:cNvSpPr/>
          <p:nvPr/>
        </p:nvSpPr>
        <p:spPr>
          <a:xfrm>
            <a:off x="16801524" y="10421933"/>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7969" y="16357"/>
                </a:moveTo>
                <a:cubicBezTo>
                  <a:pt x="6291" y="20761"/>
                  <a:pt x="6291" y="20761"/>
                  <a:pt x="6291" y="20761"/>
                </a:cubicBezTo>
                <a:cubicBezTo>
                  <a:pt x="7759" y="21181"/>
                  <a:pt x="7759" y="21181"/>
                  <a:pt x="7759" y="21181"/>
                </a:cubicBezTo>
                <a:cubicBezTo>
                  <a:pt x="9437" y="16986"/>
                  <a:pt x="9437" y="16986"/>
                  <a:pt x="9437" y="16986"/>
                </a:cubicBezTo>
                <a:cubicBezTo>
                  <a:pt x="8808" y="16777"/>
                  <a:pt x="8388" y="16567"/>
                  <a:pt x="7969" y="16357"/>
                </a:cubicBezTo>
                <a:close/>
                <a:moveTo>
                  <a:pt x="6291" y="15099"/>
                </a:moveTo>
                <a:cubicBezTo>
                  <a:pt x="3355" y="18664"/>
                  <a:pt x="3355" y="18664"/>
                  <a:pt x="3355" y="18664"/>
                </a:cubicBezTo>
                <a:cubicBezTo>
                  <a:pt x="4404" y="19503"/>
                  <a:pt x="4404" y="19503"/>
                  <a:pt x="4404" y="19503"/>
                </a:cubicBezTo>
                <a:cubicBezTo>
                  <a:pt x="7340" y="16148"/>
                  <a:pt x="7340" y="16148"/>
                  <a:pt x="7340" y="16148"/>
                </a:cubicBezTo>
                <a:cubicBezTo>
                  <a:pt x="6920" y="15728"/>
                  <a:pt x="6501" y="15518"/>
                  <a:pt x="6291" y="15099"/>
                </a:cubicBezTo>
                <a:close/>
                <a:moveTo>
                  <a:pt x="10905" y="17196"/>
                </a:moveTo>
                <a:cubicBezTo>
                  <a:pt x="10485" y="17196"/>
                  <a:pt x="10276" y="17196"/>
                  <a:pt x="10066" y="16986"/>
                </a:cubicBezTo>
                <a:cubicBezTo>
                  <a:pt x="10066" y="21600"/>
                  <a:pt x="10066" y="21600"/>
                  <a:pt x="10066" y="21600"/>
                </a:cubicBezTo>
                <a:cubicBezTo>
                  <a:pt x="11534" y="21600"/>
                  <a:pt x="11534" y="21600"/>
                  <a:pt x="11534" y="21600"/>
                </a:cubicBezTo>
                <a:cubicBezTo>
                  <a:pt x="11534" y="16986"/>
                  <a:pt x="11534" y="16986"/>
                  <a:pt x="11534" y="16986"/>
                </a:cubicBezTo>
                <a:cubicBezTo>
                  <a:pt x="11324" y="17196"/>
                  <a:pt x="11115" y="17196"/>
                  <a:pt x="10905" y="17196"/>
                </a:cubicBezTo>
                <a:close/>
                <a:moveTo>
                  <a:pt x="4614" y="11115"/>
                </a:moveTo>
                <a:cubicBezTo>
                  <a:pt x="0" y="11953"/>
                  <a:pt x="0" y="11953"/>
                  <a:pt x="0" y="11953"/>
                </a:cubicBezTo>
                <a:cubicBezTo>
                  <a:pt x="210" y="13421"/>
                  <a:pt x="210" y="13421"/>
                  <a:pt x="210" y="13421"/>
                </a:cubicBezTo>
                <a:cubicBezTo>
                  <a:pt x="4823" y="12583"/>
                  <a:pt x="4823" y="12583"/>
                  <a:pt x="4823" y="12583"/>
                </a:cubicBezTo>
                <a:cubicBezTo>
                  <a:pt x="4614" y="12163"/>
                  <a:pt x="4614" y="11744"/>
                  <a:pt x="4614" y="11115"/>
                </a:cubicBezTo>
                <a:close/>
                <a:moveTo>
                  <a:pt x="5033" y="13212"/>
                </a:moveTo>
                <a:cubicBezTo>
                  <a:pt x="1049" y="15518"/>
                  <a:pt x="1049" y="15518"/>
                  <a:pt x="1049" y="15518"/>
                </a:cubicBezTo>
                <a:cubicBezTo>
                  <a:pt x="1887" y="16986"/>
                  <a:pt x="1887" y="16986"/>
                  <a:pt x="1887" y="16986"/>
                </a:cubicBezTo>
                <a:cubicBezTo>
                  <a:pt x="5872" y="14680"/>
                  <a:pt x="5872" y="14680"/>
                  <a:pt x="5872" y="14680"/>
                </a:cubicBezTo>
                <a:cubicBezTo>
                  <a:pt x="5452" y="14260"/>
                  <a:pt x="5243" y="13841"/>
                  <a:pt x="5033" y="13212"/>
                </a:cubicBezTo>
                <a:close/>
                <a:moveTo>
                  <a:pt x="17196" y="11115"/>
                </a:moveTo>
                <a:cubicBezTo>
                  <a:pt x="16986" y="11744"/>
                  <a:pt x="16986" y="12163"/>
                  <a:pt x="16777" y="12583"/>
                </a:cubicBezTo>
                <a:cubicBezTo>
                  <a:pt x="21390" y="13421"/>
                  <a:pt x="21390" y="13421"/>
                  <a:pt x="21390" y="13421"/>
                </a:cubicBezTo>
                <a:cubicBezTo>
                  <a:pt x="21600" y="11953"/>
                  <a:pt x="21600" y="11953"/>
                  <a:pt x="21600" y="11953"/>
                </a:cubicBezTo>
                <a:lnTo>
                  <a:pt x="17196" y="11115"/>
                </a:lnTo>
                <a:close/>
                <a:moveTo>
                  <a:pt x="15728" y="14680"/>
                </a:moveTo>
                <a:cubicBezTo>
                  <a:pt x="19713" y="16986"/>
                  <a:pt x="19713" y="16986"/>
                  <a:pt x="19713" y="16986"/>
                </a:cubicBezTo>
                <a:cubicBezTo>
                  <a:pt x="20551" y="15518"/>
                  <a:pt x="20551" y="15518"/>
                  <a:pt x="20551" y="15518"/>
                </a:cubicBezTo>
                <a:cubicBezTo>
                  <a:pt x="16567" y="13212"/>
                  <a:pt x="16567" y="13212"/>
                  <a:pt x="16567" y="13212"/>
                </a:cubicBezTo>
                <a:cubicBezTo>
                  <a:pt x="16357" y="13841"/>
                  <a:pt x="16148" y="14260"/>
                  <a:pt x="15728" y="14680"/>
                </a:cubicBezTo>
                <a:close/>
                <a:moveTo>
                  <a:pt x="12163" y="16986"/>
                </a:moveTo>
                <a:cubicBezTo>
                  <a:pt x="13841" y="21181"/>
                  <a:pt x="13841" y="21181"/>
                  <a:pt x="13841" y="21181"/>
                </a:cubicBezTo>
                <a:cubicBezTo>
                  <a:pt x="15309" y="20761"/>
                  <a:pt x="15309" y="20761"/>
                  <a:pt x="15309" y="20761"/>
                </a:cubicBezTo>
                <a:cubicBezTo>
                  <a:pt x="13631" y="16357"/>
                  <a:pt x="13631" y="16357"/>
                  <a:pt x="13631" y="16357"/>
                </a:cubicBezTo>
                <a:cubicBezTo>
                  <a:pt x="13212" y="16567"/>
                  <a:pt x="12792" y="16777"/>
                  <a:pt x="12163" y="16986"/>
                </a:cubicBezTo>
                <a:close/>
                <a:moveTo>
                  <a:pt x="14260" y="16148"/>
                </a:moveTo>
                <a:cubicBezTo>
                  <a:pt x="17196" y="19503"/>
                  <a:pt x="17196" y="19503"/>
                  <a:pt x="17196" y="19503"/>
                </a:cubicBezTo>
                <a:cubicBezTo>
                  <a:pt x="18454" y="18664"/>
                  <a:pt x="18454" y="18664"/>
                  <a:pt x="18454" y="18664"/>
                </a:cubicBezTo>
                <a:cubicBezTo>
                  <a:pt x="15518" y="15099"/>
                  <a:pt x="15518" y="15099"/>
                  <a:pt x="15518" y="15099"/>
                </a:cubicBezTo>
                <a:cubicBezTo>
                  <a:pt x="15099" y="15518"/>
                  <a:pt x="14680" y="15728"/>
                  <a:pt x="14260" y="16148"/>
                </a:cubicBezTo>
                <a:close/>
                <a:moveTo>
                  <a:pt x="15518" y="6501"/>
                </a:moveTo>
                <a:cubicBezTo>
                  <a:pt x="18454" y="3146"/>
                  <a:pt x="18454" y="3146"/>
                  <a:pt x="18454" y="3146"/>
                </a:cubicBezTo>
                <a:cubicBezTo>
                  <a:pt x="17196" y="2097"/>
                  <a:pt x="17196" y="2097"/>
                  <a:pt x="17196" y="2097"/>
                </a:cubicBezTo>
                <a:cubicBezTo>
                  <a:pt x="14260" y="5452"/>
                  <a:pt x="14260" y="5452"/>
                  <a:pt x="14260" y="5452"/>
                </a:cubicBezTo>
                <a:cubicBezTo>
                  <a:pt x="14680" y="5872"/>
                  <a:pt x="15099" y="6082"/>
                  <a:pt x="15518" y="6501"/>
                </a:cubicBezTo>
                <a:close/>
                <a:moveTo>
                  <a:pt x="16567" y="8388"/>
                </a:moveTo>
                <a:cubicBezTo>
                  <a:pt x="20551" y="6082"/>
                  <a:pt x="20551" y="6082"/>
                  <a:pt x="20551" y="6082"/>
                </a:cubicBezTo>
                <a:cubicBezTo>
                  <a:pt x="19713" y="4823"/>
                  <a:pt x="19713" y="4823"/>
                  <a:pt x="19713" y="4823"/>
                </a:cubicBezTo>
                <a:cubicBezTo>
                  <a:pt x="15728" y="6920"/>
                  <a:pt x="15728" y="6920"/>
                  <a:pt x="15728" y="6920"/>
                </a:cubicBezTo>
                <a:cubicBezTo>
                  <a:pt x="16148" y="7340"/>
                  <a:pt x="16357" y="7969"/>
                  <a:pt x="16567" y="8388"/>
                </a:cubicBezTo>
                <a:close/>
                <a:moveTo>
                  <a:pt x="4823" y="9017"/>
                </a:moveTo>
                <a:cubicBezTo>
                  <a:pt x="210" y="8179"/>
                  <a:pt x="210" y="8179"/>
                  <a:pt x="210" y="8179"/>
                </a:cubicBezTo>
                <a:cubicBezTo>
                  <a:pt x="0" y="9647"/>
                  <a:pt x="0" y="9647"/>
                  <a:pt x="0" y="9647"/>
                </a:cubicBezTo>
                <a:cubicBezTo>
                  <a:pt x="4614" y="10485"/>
                  <a:pt x="4614" y="10485"/>
                  <a:pt x="4614" y="10485"/>
                </a:cubicBezTo>
                <a:cubicBezTo>
                  <a:pt x="4614" y="10066"/>
                  <a:pt x="4614" y="9437"/>
                  <a:pt x="4823" y="9017"/>
                </a:cubicBezTo>
                <a:close/>
                <a:moveTo>
                  <a:pt x="17196" y="10485"/>
                </a:moveTo>
                <a:cubicBezTo>
                  <a:pt x="21600" y="9647"/>
                  <a:pt x="21600" y="9647"/>
                  <a:pt x="21600" y="9647"/>
                </a:cubicBezTo>
                <a:cubicBezTo>
                  <a:pt x="21390" y="8179"/>
                  <a:pt x="21390" y="8179"/>
                  <a:pt x="21390" y="8179"/>
                </a:cubicBezTo>
                <a:cubicBezTo>
                  <a:pt x="16777" y="9017"/>
                  <a:pt x="16777" y="9017"/>
                  <a:pt x="16777" y="9017"/>
                </a:cubicBezTo>
                <a:cubicBezTo>
                  <a:pt x="16986" y="9437"/>
                  <a:pt x="16986" y="10066"/>
                  <a:pt x="17196" y="10485"/>
                </a:cubicBezTo>
                <a:close/>
                <a:moveTo>
                  <a:pt x="13631" y="5243"/>
                </a:moveTo>
                <a:cubicBezTo>
                  <a:pt x="15309" y="839"/>
                  <a:pt x="15309" y="839"/>
                  <a:pt x="15309" y="839"/>
                </a:cubicBezTo>
                <a:cubicBezTo>
                  <a:pt x="13841" y="419"/>
                  <a:pt x="13841" y="419"/>
                  <a:pt x="13841" y="419"/>
                </a:cubicBezTo>
                <a:cubicBezTo>
                  <a:pt x="12163" y="4614"/>
                  <a:pt x="12163" y="4614"/>
                  <a:pt x="12163" y="4614"/>
                </a:cubicBezTo>
                <a:cubicBezTo>
                  <a:pt x="12792" y="4823"/>
                  <a:pt x="13212" y="5033"/>
                  <a:pt x="13631" y="5243"/>
                </a:cubicBezTo>
                <a:close/>
                <a:moveTo>
                  <a:pt x="7340" y="5452"/>
                </a:moveTo>
                <a:cubicBezTo>
                  <a:pt x="4404" y="2097"/>
                  <a:pt x="4404" y="2097"/>
                  <a:pt x="4404" y="2097"/>
                </a:cubicBezTo>
                <a:cubicBezTo>
                  <a:pt x="3355" y="3146"/>
                  <a:pt x="3355" y="3146"/>
                  <a:pt x="3355" y="3146"/>
                </a:cubicBezTo>
                <a:cubicBezTo>
                  <a:pt x="6291" y="6501"/>
                  <a:pt x="6291" y="6501"/>
                  <a:pt x="6291" y="6501"/>
                </a:cubicBezTo>
                <a:cubicBezTo>
                  <a:pt x="6501" y="6082"/>
                  <a:pt x="6920" y="5872"/>
                  <a:pt x="7340" y="5452"/>
                </a:cubicBezTo>
                <a:close/>
                <a:moveTo>
                  <a:pt x="10905" y="4614"/>
                </a:moveTo>
                <a:cubicBezTo>
                  <a:pt x="11115" y="4614"/>
                  <a:pt x="11324" y="4614"/>
                  <a:pt x="11534" y="4614"/>
                </a:cubicBezTo>
                <a:cubicBezTo>
                  <a:pt x="11534" y="0"/>
                  <a:pt x="11534" y="0"/>
                  <a:pt x="11534" y="0"/>
                </a:cubicBezTo>
                <a:cubicBezTo>
                  <a:pt x="10066" y="0"/>
                  <a:pt x="10066" y="0"/>
                  <a:pt x="10066" y="0"/>
                </a:cubicBezTo>
                <a:cubicBezTo>
                  <a:pt x="10066" y="4614"/>
                  <a:pt x="10066" y="4614"/>
                  <a:pt x="10066" y="4614"/>
                </a:cubicBezTo>
                <a:cubicBezTo>
                  <a:pt x="10276" y="4614"/>
                  <a:pt x="10485" y="4614"/>
                  <a:pt x="10905" y="4614"/>
                </a:cubicBezTo>
                <a:close/>
                <a:moveTo>
                  <a:pt x="5872" y="6920"/>
                </a:moveTo>
                <a:cubicBezTo>
                  <a:pt x="1887" y="4823"/>
                  <a:pt x="1887" y="4823"/>
                  <a:pt x="1887" y="4823"/>
                </a:cubicBezTo>
                <a:cubicBezTo>
                  <a:pt x="1049" y="6082"/>
                  <a:pt x="1049" y="6082"/>
                  <a:pt x="1049" y="6082"/>
                </a:cubicBezTo>
                <a:cubicBezTo>
                  <a:pt x="5033" y="8388"/>
                  <a:pt x="5033" y="8388"/>
                  <a:pt x="5033" y="8388"/>
                </a:cubicBezTo>
                <a:cubicBezTo>
                  <a:pt x="5243" y="7969"/>
                  <a:pt x="5452" y="7340"/>
                  <a:pt x="5872" y="6920"/>
                </a:cubicBezTo>
                <a:close/>
                <a:moveTo>
                  <a:pt x="7969" y="5243"/>
                </a:moveTo>
                <a:cubicBezTo>
                  <a:pt x="6291" y="839"/>
                  <a:pt x="6291" y="839"/>
                  <a:pt x="6291" y="839"/>
                </a:cubicBezTo>
                <a:cubicBezTo>
                  <a:pt x="7759" y="419"/>
                  <a:pt x="7759" y="419"/>
                  <a:pt x="7759" y="419"/>
                </a:cubicBezTo>
                <a:cubicBezTo>
                  <a:pt x="9437" y="4614"/>
                  <a:pt x="9437" y="4614"/>
                  <a:pt x="9437" y="4614"/>
                </a:cubicBezTo>
                <a:cubicBezTo>
                  <a:pt x="8808" y="4823"/>
                  <a:pt x="8388" y="5033"/>
                  <a:pt x="7969" y="5243"/>
                </a:cubicBezTo>
                <a:close/>
              </a:path>
            </a:pathLst>
          </a:custGeom>
          <a:solidFill>
            <a:schemeClr val="accent4">
              <a:lumOff val="58054"/>
            </a:schemeClr>
          </a:solidFill>
          <a:ln w="12700">
            <a:miter lim="400000"/>
          </a:ln>
        </p:spPr>
        <p:txBody>
          <a:bodyPr lIns="109727" tIns="109727" rIns="109727" bIns="109727"/>
          <a:lstStyle/>
          <a:p>
            <a:endParaRPr/>
          </a:p>
        </p:txBody>
      </p:sp>
      <p:sp>
        <p:nvSpPr>
          <p:cNvPr id="592" name="Shape"/>
          <p:cNvSpPr/>
          <p:nvPr/>
        </p:nvSpPr>
        <p:spPr>
          <a:xfrm>
            <a:off x="14979369" y="11444692"/>
            <a:ext cx="401891" cy="310033"/>
          </a:xfrm>
          <a:custGeom>
            <a:avLst/>
            <a:gdLst/>
            <a:ahLst/>
            <a:cxnLst>
              <a:cxn ang="0">
                <a:pos x="wd2" y="hd2"/>
              </a:cxn>
              <a:cxn ang="5400000">
                <a:pos x="wd2" y="hd2"/>
              </a:cxn>
              <a:cxn ang="10800000">
                <a:pos x="wd2" y="hd2"/>
              </a:cxn>
              <a:cxn ang="16200000">
                <a:pos x="wd2" y="hd2"/>
              </a:cxn>
            </a:cxnLst>
            <a:rect l="0" t="0" r="r" b="b"/>
            <a:pathLst>
              <a:path w="21600" h="21600" extrusionOk="0">
                <a:moveTo>
                  <a:pt x="17406" y="4000"/>
                </a:moveTo>
                <a:cubicBezTo>
                  <a:pt x="18874" y="5600"/>
                  <a:pt x="19713" y="8000"/>
                  <a:pt x="19713" y="10667"/>
                </a:cubicBezTo>
                <a:cubicBezTo>
                  <a:pt x="19713" y="13333"/>
                  <a:pt x="18874" y="15733"/>
                  <a:pt x="17406" y="17600"/>
                </a:cubicBezTo>
                <a:cubicBezTo>
                  <a:pt x="18874" y="19200"/>
                  <a:pt x="18874" y="19200"/>
                  <a:pt x="18874" y="19200"/>
                </a:cubicBezTo>
                <a:cubicBezTo>
                  <a:pt x="20551" y="17067"/>
                  <a:pt x="21600" y="14133"/>
                  <a:pt x="21600" y="10667"/>
                </a:cubicBezTo>
                <a:cubicBezTo>
                  <a:pt x="21600" y="7467"/>
                  <a:pt x="20551" y="4267"/>
                  <a:pt x="18874" y="2133"/>
                </a:cubicBezTo>
                <a:lnTo>
                  <a:pt x="17406" y="4000"/>
                </a:lnTo>
                <a:close/>
                <a:moveTo>
                  <a:pt x="15309" y="6667"/>
                </a:moveTo>
                <a:cubicBezTo>
                  <a:pt x="15938" y="7733"/>
                  <a:pt x="16567" y="9067"/>
                  <a:pt x="16567" y="10667"/>
                </a:cubicBezTo>
                <a:cubicBezTo>
                  <a:pt x="16567" y="12267"/>
                  <a:pt x="15938" y="13600"/>
                  <a:pt x="15309" y="14667"/>
                </a:cubicBezTo>
                <a:cubicBezTo>
                  <a:pt x="16567" y="16267"/>
                  <a:pt x="16567" y="16267"/>
                  <a:pt x="16567" y="16267"/>
                </a:cubicBezTo>
                <a:cubicBezTo>
                  <a:pt x="17616" y="14933"/>
                  <a:pt x="18245" y="12800"/>
                  <a:pt x="18245" y="10667"/>
                </a:cubicBezTo>
                <a:cubicBezTo>
                  <a:pt x="18245" y="8533"/>
                  <a:pt x="17616" y="6667"/>
                  <a:pt x="16567" y="5067"/>
                </a:cubicBezTo>
                <a:lnTo>
                  <a:pt x="15309" y="6667"/>
                </a:lnTo>
                <a:close/>
                <a:moveTo>
                  <a:pt x="6082" y="5067"/>
                </a:moveTo>
                <a:cubicBezTo>
                  <a:pt x="6082" y="16267"/>
                  <a:pt x="6082" y="16267"/>
                  <a:pt x="6082" y="16267"/>
                </a:cubicBezTo>
                <a:cubicBezTo>
                  <a:pt x="13212" y="21600"/>
                  <a:pt x="13212" y="21600"/>
                  <a:pt x="13212" y="21600"/>
                </a:cubicBezTo>
                <a:cubicBezTo>
                  <a:pt x="13212" y="0"/>
                  <a:pt x="13212" y="0"/>
                  <a:pt x="13212" y="0"/>
                </a:cubicBezTo>
                <a:lnTo>
                  <a:pt x="6082" y="5067"/>
                </a:lnTo>
                <a:close/>
                <a:moveTo>
                  <a:pt x="4404" y="16000"/>
                </a:moveTo>
                <a:cubicBezTo>
                  <a:pt x="1468" y="16000"/>
                  <a:pt x="1468" y="16000"/>
                  <a:pt x="1468" y="16000"/>
                </a:cubicBezTo>
                <a:cubicBezTo>
                  <a:pt x="629" y="16000"/>
                  <a:pt x="0" y="14933"/>
                  <a:pt x="0" y="14133"/>
                </a:cubicBezTo>
                <a:cubicBezTo>
                  <a:pt x="0" y="7467"/>
                  <a:pt x="0" y="7467"/>
                  <a:pt x="0" y="7467"/>
                </a:cubicBezTo>
                <a:cubicBezTo>
                  <a:pt x="0" y="6400"/>
                  <a:pt x="629" y="5600"/>
                  <a:pt x="1468" y="5600"/>
                </a:cubicBezTo>
                <a:cubicBezTo>
                  <a:pt x="4404" y="5600"/>
                  <a:pt x="4404" y="5600"/>
                  <a:pt x="4404" y="5600"/>
                </a:cubicBezTo>
                <a:lnTo>
                  <a:pt x="4404" y="16000"/>
                </a:lnTo>
                <a:close/>
              </a:path>
            </a:pathLst>
          </a:custGeom>
          <a:solidFill>
            <a:schemeClr val="accent4">
              <a:lumOff val="58054"/>
            </a:schemeClr>
          </a:solidFill>
          <a:ln w="12700">
            <a:miter lim="400000"/>
          </a:ln>
        </p:spPr>
        <p:txBody>
          <a:bodyPr lIns="109727" tIns="109727" rIns="109727" bIns="109727"/>
          <a:lstStyle/>
          <a:p>
            <a:endParaRPr/>
          </a:p>
        </p:txBody>
      </p:sp>
      <p:sp>
        <p:nvSpPr>
          <p:cNvPr id="593" name="Shape"/>
          <p:cNvSpPr/>
          <p:nvPr/>
        </p:nvSpPr>
        <p:spPr>
          <a:xfrm>
            <a:off x="15877193" y="5727694"/>
            <a:ext cx="390407" cy="293634"/>
          </a:xfrm>
          <a:custGeom>
            <a:avLst/>
            <a:gdLst/>
            <a:ahLst/>
            <a:cxnLst>
              <a:cxn ang="0">
                <a:pos x="wd2" y="hd2"/>
              </a:cxn>
              <a:cxn ang="5400000">
                <a:pos x="wd2" y="hd2"/>
              </a:cxn>
              <a:cxn ang="10800000">
                <a:pos x="wd2" y="hd2"/>
              </a:cxn>
              <a:cxn ang="16200000">
                <a:pos x="wd2" y="hd2"/>
              </a:cxn>
            </a:cxnLst>
            <a:rect l="0" t="0" r="r" b="b"/>
            <a:pathLst>
              <a:path w="21600" h="21245" extrusionOk="0">
                <a:moveTo>
                  <a:pt x="9437" y="16484"/>
                </a:moveTo>
                <a:cubicBezTo>
                  <a:pt x="1678" y="16484"/>
                  <a:pt x="1678" y="16484"/>
                  <a:pt x="1678" y="16484"/>
                </a:cubicBezTo>
                <a:cubicBezTo>
                  <a:pt x="1678" y="2274"/>
                  <a:pt x="1678" y="2274"/>
                  <a:pt x="1678" y="2274"/>
                </a:cubicBezTo>
                <a:cubicBezTo>
                  <a:pt x="16777" y="2274"/>
                  <a:pt x="16777" y="2274"/>
                  <a:pt x="16777" y="2274"/>
                </a:cubicBezTo>
                <a:cubicBezTo>
                  <a:pt x="16777" y="4832"/>
                  <a:pt x="16777" y="4832"/>
                  <a:pt x="16777" y="4832"/>
                </a:cubicBezTo>
                <a:cubicBezTo>
                  <a:pt x="17196" y="4263"/>
                  <a:pt x="17825" y="4263"/>
                  <a:pt x="18664" y="4263"/>
                </a:cubicBezTo>
                <a:cubicBezTo>
                  <a:pt x="18664" y="0"/>
                  <a:pt x="18664" y="0"/>
                  <a:pt x="18664" y="0"/>
                </a:cubicBezTo>
                <a:cubicBezTo>
                  <a:pt x="0" y="0"/>
                  <a:pt x="0" y="0"/>
                  <a:pt x="0" y="0"/>
                </a:cubicBezTo>
                <a:cubicBezTo>
                  <a:pt x="0" y="19042"/>
                  <a:pt x="0" y="19042"/>
                  <a:pt x="0" y="19042"/>
                </a:cubicBezTo>
                <a:cubicBezTo>
                  <a:pt x="9647" y="19042"/>
                  <a:pt x="9647" y="19042"/>
                  <a:pt x="9647" y="19042"/>
                </a:cubicBezTo>
                <a:cubicBezTo>
                  <a:pt x="9437" y="18189"/>
                  <a:pt x="9437" y="17337"/>
                  <a:pt x="9437" y="16484"/>
                </a:cubicBezTo>
                <a:close/>
                <a:moveTo>
                  <a:pt x="10066" y="14211"/>
                </a:moveTo>
                <a:cubicBezTo>
                  <a:pt x="10276" y="13642"/>
                  <a:pt x="10485" y="13074"/>
                  <a:pt x="10905" y="12789"/>
                </a:cubicBezTo>
                <a:cubicBezTo>
                  <a:pt x="13002" y="9947"/>
                  <a:pt x="13002" y="9947"/>
                  <a:pt x="13002" y="9947"/>
                </a:cubicBezTo>
                <a:cubicBezTo>
                  <a:pt x="11115" y="6253"/>
                  <a:pt x="11115" y="6253"/>
                  <a:pt x="11115" y="6253"/>
                </a:cubicBezTo>
                <a:cubicBezTo>
                  <a:pt x="8808" y="10516"/>
                  <a:pt x="8808" y="10516"/>
                  <a:pt x="8808" y="10516"/>
                </a:cubicBezTo>
                <a:cubicBezTo>
                  <a:pt x="7550" y="8811"/>
                  <a:pt x="7550" y="8811"/>
                  <a:pt x="7550" y="8811"/>
                </a:cubicBezTo>
                <a:cubicBezTo>
                  <a:pt x="4194" y="14211"/>
                  <a:pt x="4194" y="14211"/>
                  <a:pt x="4194" y="14211"/>
                </a:cubicBezTo>
                <a:cubicBezTo>
                  <a:pt x="10066" y="14211"/>
                  <a:pt x="10066" y="14211"/>
                  <a:pt x="10066" y="14211"/>
                </a:cubicBezTo>
                <a:close/>
                <a:moveTo>
                  <a:pt x="6920" y="6253"/>
                </a:moveTo>
                <a:cubicBezTo>
                  <a:pt x="6920" y="5116"/>
                  <a:pt x="6291" y="4263"/>
                  <a:pt x="5452" y="4263"/>
                </a:cubicBezTo>
                <a:cubicBezTo>
                  <a:pt x="4823" y="4263"/>
                  <a:pt x="4194" y="5116"/>
                  <a:pt x="4194" y="6253"/>
                </a:cubicBezTo>
                <a:cubicBezTo>
                  <a:pt x="4194" y="7105"/>
                  <a:pt x="4823" y="7958"/>
                  <a:pt x="5452" y="7958"/>
                </a:cubicBezTo>
                <a:cubicBezTo>
                  <a:pt x="6291" y="7958"/>
                  <a:pt x="6920" y="7105"/>
                  <a:pt x="6920" y="6253"/>
                </a:cubicBezTo>
                <a:close/>
                <a:moveTo>
                  <a:pt x="21600" y="12789"/>
                </a:moveTo>
                <a:cubicBezTo>
                  <a:pt x="16148" y="20179"/>
                  <a:pt x="16148" y="20179"/>
                  <a:pt x="16148" y="20179"/>
                </a:cubicBezTo>
                <a:cubicBezTo>
                  <a:pt x="14889" y="21600"/>
                  <a:pt x="13002" y="21600"/>
                  <a:pt x="11744" y="20179"/>
                </a:cubicBezTo>
                <a:cubicBezTo>
                  <a:pt x="10485" y="18474"/>
                  <a:pt x="10485" y="15632"/>
                  <a:pt x="11744" y="13926"/>
                </a:cubicBezTo>
                <a:cubicBezTo>
                  <a:pt x="16986" y="6821"/>
                  <a:pt x="16986" y="6821"/>
                  <a:pt x="16986" y="6821"/>
                </a:cubicBezTo>
                <a:cubicBezTo>
                  <a:pt x="17825" y="5684"/>
                  <a:pt x="19293" y="5684"/>
                  <a:pt x="20342" y="6821"/>
                </a:cubicBezTo>
                <a:cubicBezTo>
                  <a:pt x="21181" y="7958"/>
                  <a:pt x="21181" y="10232"/>
                  <a:pt x="20342" y="11368"/>
                </a:cubicBezTo>
                <a:cubicBezTo>
                  <a:pt x="15728" y="17621"/>
                  <a:pt x="15728" y="17621"/>
                  <a:pt x="15728" y="17621"/>
                </a:cubicBezTo>
                <a:cubicBezTo>
                  <a:pt x="15099" y="18474"/>
                  <a:pt x="14050" y="18474"/>
                  <a:pt x="13421" y="17621"/>
                </a:cubicBezTo>
                <a:cubicBezTo>
                  <a:pt x="12792" y="16768"/>
                  <a:pt x="12792" y="15632"/>
                  <a:pt x="13421" y="14779"/>
                </a:cubicBezTo>
                <a:cubicBezTo>
                  <a:pt x="17196" y="9663"/>
                  <a:pt x="17196" y="9663"/>
                  <a:pt x="17196" y="9663"/>
                </a:cubicBezTo>
                <a:cubicBezTo>
                  <a:pt x="18035" y="10800"/>
                  <a:pt x="18035" y="10800"/>
                  <a:pt x="18035" y="10800"/>
                </a:cubicBezTo>
                <a:cubicBezTo>
                  <a:pt x="14260" y="15916"/>
                  <a:pt x="14260" y="15916"/>
                  <a:pt x="14260" y="15916"/>
                </a:cubicBezTo>
                <a:cubicBezTo>
                  <a:pt x="14050" y="15916"/>
                  <a:pt x="14050" y="16484"/>
                  <a:pt x="14260" y="16484"/>
                </a:cubicBezTo>
                <a:cubicBezTo>
                  <a:pt x="14470" y="16768"/>
                  <a:pt x="14680" y="16768"/>
                  <a:pt x="14889" y="16484"/>
                </a:cubicBezTo>
                <a:cubicBezTo>
                  <a:pt x="19503" y="10232"/>
                  <a:pt x="19503" y="10232"/>
                  <a:pt x="19503" y="10232"/>
                </a:cubicBezTo>
                <a:cubicBezTo>
                  <a:pt x="19922" y="9663"/>
                  <a:pt x="19922" y="8526"/>
                  <a:pt x="19503" y="7958"/>
                </a:cubicBezTo>
                <a:cubicBezTo>
                  <a:pt x="19083" y="7105"/>
                  <a:pt x="18245" y="7105"/>
                  <a:pt x="17825" y="7958"/>
                </a:cubicBezTo>
                <a:cubicBezTo>
                  <a:pt x="12583" y="15063"/>
                  <a:pt x="12583" y="15063"/>
                  <a:pt x="12583" y="15063"/>
                </a:cubicBezTo>
                <a:cubicBezTo>
                  <a:pt x="11744" y="16200"/>
                  <a:pt x="11744" y="17905"/>
                  <a:pt x="12583" y="19042"/>
                </a:cubicBezTo>
                <a:cubicBezTo>
                  <a:pt x="13421" y="20179"/>
                  <a:pt x="14680" y="20179"/>
                  <a:pt x="15518" y="19042"/>
                </a:cubicBezTo>
                <a:cubicBezTo>
                  <a:pt x="20761" y="11653"/>
                  <a:pt x="20761" y="11653"/>
                  <a:pt x="20761" y="11653"/>
                </a:cubicBezTo>
                <a:lnTo>
                  <a:pt x="21600" y="12789"/>
                </a:lnTo>
                <a:close/>
              </a:path>
            </a:pathLst>
          </a:custGeom>
          <a:solidFill>
            <a:schemeClr val="accent4">
              <a:lumOff val="58054"/>
            </a:schemeClr>
          </a:solidFill>
          <a:ln w="12700">
            <a:miter lim="400000"/>
          </a:ln>
        </p:spPr>
        <p:txBody>
          <a:bodyPr lIns="109727" tIns="109727" rIns="109727" bIns="109727"/>
          <a:lstStyle/>
          <a:p>
            <a:endParaRPr/>
          </a:p>
        </p:txBody>
      </p:sp>
      <p:sp>
        <p:nvSpPr>
          <p:cNvPr id="594" name="Shape"/>
          <p:cNvSpPr/>
          <p:nvPr/>
        </p:nvSpPr>
        <p:spPr>
          <a:xfrm>
            <a:off x="15877193" y="6695093"/>
            <a:ext cx="390407" cy="252618"/>
          </a:xfrm>
          <a:custGeom>
            <a:avLst/>
            <a:gdLst/>
            <a:ahLst/>
            <a:cxnLst>
              <a:cxn ang="0">
                <a:pos x="wd2" y="hd2"/>
              </a:cxn>
              <a:cxn ang="5400000">
                <a:pos x="wd2" y="hd2"/>
              </a:cxn>
              <a:cxn ang="10800000">
                <a:pos x="wd2" y="hd2"/>
              </a:cxn>
              <a:cxn ang="16200000">
                <a:pos x="wd2" y="hd2"/>
              </a:cxn>
            </a:cxnLst>
            <a:rect l="0" t="0" r="r" b="b"/>
            <a:pathLst>
              <a:path w="21600" h="21600" extrusionOk="0">
                <a:moveTo>
                  <a:pt x="15099" y="13091"/>
                </a:moveTo>
                <a:cubicBezTo>
                  <a:pt x="14889" y="13091"/>
                  <a:pt x="13631" y="13091"/>
                  <a:pt x="13631" y="13091"/>
                </a:cubicBezTo>
                <a:cubicBezTo>
                  <a:pt x="14260" y="8182"/>
                  <a:pt x="14260" y="8182"/>
                  <a:pt x="14260" y="8182"/>
                </a:cubicBezTo>
                <a:cubicBezTo>
                  <a:pt x="15099" y="8182"/>
                  <a:pt x="15099" y="8182"/>
                  <a:pt x="15099" y="8182"/>
                </a:cubicBezTo>
                <a:cubicBezTo>
                  <a:pt x="17196" y="8182"/>
                  <a:pt x="16567" y="12764"/>
                  <a:pt x="15099" y="13091"/>
                </a:cubicBezTo>
                <a:close/>
                <a:moveTo>
                  <a:pt x="15518" y="5564"/>
                </a:moveTo>
                <a:cubicBezTo>
                  <a:pt x="12583" y="5564"/>
                  <a:pt x="12583" y="5564"/>
                  <a:pt x="12583" y="5564"/>
                </a:cubicBezTo>
                <a:cubicBezTo>
                  <a:pt x="11115" y="16036"/>
                  <a:pt x="11115" y="16036"/>
                  <a:pt x="11115" y="16036"/>
                </a:cubicBezTo>
                <a:cubicBezTo>
                  <a:pt x="13631" y="16036"/>
                  <a:pt x="13631" y="16036"/>
                  <a:pt x="13631" y="16036"/>
                </a:cubicBezTo>
                <a:cubicBezTo>
                  <a:pt x="15099" y="16036"/>
                  <a:pt x="16777" y="16036"/>
                  <a:pt x="17825" y="13745"/>
                </a:cubicBezTo>
                <a:cubicBezTo>
                  <a:pt x="18874" y="11127"/>
                  <a:pt x="19083" y="5564"/>
                  <a:pt x="15518" y="5564"/>
                </a:cubicBezTo>
                <a:close/>
                <a:moveTo>
                  <a:pt x="9856" y="16036"/>
                </a:moveTo>
                <a:cubicBezTo>
                  <a:pt x="11324" y="5564"/>
                  <a:pt x="11324" y="5564"/>
                  <a:pt x="11324" y="5564"/>
                </a:cubicBezTo>
                <a:cubicBezTo>
                  <a:pt x="9227" y="5564"/>
                  <a:pt x="9227" y="5564"/>
                  <a:pt x="9227" y="5564"/>
                </a:cubicBezTo>
                <a:cubicBezTo>
                  <a:pt x="8808" y="9164"/>
                  <a:pt x="8808" y="9164"/>
                  <a:pt x="8808" y="9164"/>
                </a:cubicBezTo>
                <a:cubicBezTo>
                  <a:pt x="6501" y="9164"/>
                  <a:pt x="6501" y="9164"/>
                  <a:pt x="6501" y="9164"/>
                </a:cubicBezTo>
                <a:cubicBezTo>
                  <a:pt x="6920" y="5564"/>
                  <a:pt x="6920" y="5564"/>
                  <a:pt x="6920" y="5564"/>
                </a:cubicBezTo>
                <a:cubicBezTo>
                  <a:pt x="4823" y="5564"/>
                  <a:pt x="4823" y="5564"/>
                  <a:pt x="4823" y="5564"/>
                </a:cubicBezTo>
                <a:cubicBezTo>
                  <a:pt x="3355" y="16036"/>
                  <a:pt x="3355" y="16036"/>
                  <a:pt x="3355" y="16036"/>
                </a:cubicBezTo>
                <a:cubicBezTo>
                  <a:pt x="5452" y="16036"/>
                  <a:pt x="5452" y="16036"/>
                  <a:pt x="5452" y="16036"/>
                </a:cubicBezTo>
                <a:cubicBezTo>
                  <a:pt x="6082" y="11782"/>
                  <a:pt x="6082" y="11782"/>
                  <a:pt x="6082" y="11782"/>
                </a:cubicBezTo>
                <a:cubicBezTo>
                  <a:pt x="8388" y="11782"/>
                  <a:pt x="8388" y="11782"/>
                  <a:pt x="8388" y="11782"/>
                </a:cubicBezTo>
                <a:cubicBezTo>
                  <a:pt x="7759" y="16036"/>
                  <a:pt x="7759" y="16036"/>
                  <a:pt x="7759" y="16036"/>
                </a:cubicBezTo>
                <a:cubicBezTo>
                  <a:pt x="9856" y="16036"/>
                  <a:pt x="9856" y="16036"/>
                  <a:pt x="9856" y="16036"/>
                </a:cubicBezTo>
                <a:close/>
                <a:moveTo>
                  <a:pt x="19293" y="0"/>
                </a:moveTo>
                <a:cubicBezTo>
                  <a:pt x="2307" y="0"/>
                  <a:pt x="2307" y="0"/>
                  <a:pt x="2307" y="0"/>
                </a:cubicBezTo>
                <a:cubicBezTo>
                  <a:pt x="1049" y="0"/>
                  <a:pt x="0" y="1636"/>
                  <a:pt x="0" y="3600"/>
                </a:cubicBezTo>
                <a:cubicBezTo>
                  <a:pt x="0" y="18000"/>
                  <a:pt x="0" y="18000"/>
                  <a:pt x="0" y="18000"/>
                </a:cubicBezTo>
                <a:cubicBezTo>
                  <a:pt x="0" y="19964"/>
                  <a:pt x="1049" y="21600"/>
                  <a:pt x="2307" y="21600"/>
                </a:cubicBezTo>
                <a:cubicBezTo>
                  <a:pt x="19293" y="21600"/>
                  <a:pt x="19293" y="21600"/>
                  <a:pt x="19293" y="21600"/>
                </a:cubicBezTo>
                <a:cubicBezTo>
                  <a:pt x="20551" y="21600"/>
                  <a:pt x="21600" y="19964"/>
                  <a:pt x="21600" y="18000"/>
                </a:cubicBezTo>
                <a:cubicBezTo>
                  <a:pt x="21600" y="3600"/>
                  <a:pt x="21600" y="3600"/>
                  <a:pt x="21600" y="3600"/>
                </a:cubicBezTo>
                <a:cubicBezTo>
                  <a:pt x="21600" y="1636"/>
                  <a:pt x="20551" y="0"/>
                  <a:pt x="19293" y="0"/>
                </a:cubicBezTo>
                <a:close/>
                <a:moveTo>
                  <a:pt x="19293" y="1636"/>
                </a:moveTo>
                <a:cubicBezTo>
                  <a:pt x="19922" y="1636"/>
                  <a:pt x="20551" y="2618"/>
                  <a:pt x="20551" y="3600"/>
                </a:cubicBezTo>
                <a:cubicBezTo>
                  <a:pt x="20551" y="18000"/>
                  <a:pt x="20551" y="18000"/>
                  <a:pt x="20551" y="18000"/>
                </a:cubicBezTo>
                <a:cubicBezTo>
                  <a:pt x="20551" y="18982"/>
                  <a:pt x="19922" y="19964"/>
                  <a:pt x="19293" y="19964"/>
                </a:cubicBezTo>
                <a:cubicBezTo>
                  <a:pt x="2307" y="19964"/>
                  <a:pt x="2307" y="19964"/>
                  <a:pt x="2307" y="19964"/>
                </a:cubicBezTo>
                <a:cubicBezTo>
                  <a:pt x="1678" y="19964"/>
                  <a:pt x="1049" y="18982"/>
                  <a:pt x="1049" y="18000"/>
                </a:cubicBezTo>
                <a:cubicBezTo>
                  <a:pt x="1049" y="3600"/>
                  <a:pt x="1049" y="3600"/>
                  <a:pt x="1049" y="3600"/>
                </a:cubicBezTo>
                <a:cubicBezTo>
                  <a:pt x="1049" y="2618"/>
                  <a:pt x="1678" y="1636"/>
                  <a:pt x="2307" y="1636"/>
                </a:cubicBezTo>
                <a:lnTo>
                  <a:pt x="19293" y="1636"/>
                </a:lnTo>
                <a:close/>
              </a:path>
            </a:pathLst>
          </a:custGeom>
          <a:solidFill>
            <a:schemeClr val="accent4">
              <a:lumOff val="58054"/>
            </a:schemeClr>
          </a:solidFill>
          <a:ln w="12700">
            <a:miter lim="400000"/>
          </a:ln>
        </p:spPr>
        <p:txBody>
          <a:bodyPr lIns="109727" tIns="109727" rIns="109727" bIns="109727"/>
          <a:lstStyle/>
          <a:p>
            <a:endParaRPr/>
          </a:p>
        </p:txBody>
      </p:sp>
      <p:sp>
        <p:nvSpPr>
          <p:cNvPr id="595" name="Shape"/>
          <p:cNvSpPr/>
          <p:nvPr/>
        </p:nvSpPr>
        <p:spPr>
          <a:xfrm>
            <a:off x="15923124" y="7563910"/>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10099" y="15938"/>
                </a:moveTo>
                <a:cubicBezTo>
                  <a:pt x="6171" y="15938"/>
                  <a:pt x="3086" y="13631"/>
                  <a:pt x="3086" y="10905"/>
                </a:cubicBezTo>
                <a:cubicBezTo>
                  <a:pt x="3086" y="7969"/>
                  <a:pt x="6171" y="5662"/>
                  <a:pt x="10099" y="5662"/>
                </a:cubicBezTo>
                <a:cubicBezTo>
                  <a:pt x="13745" y="5662"/>
                  <a:pt x="16831" y="7969"/>
                  <a:pt x="16831" y="10905"/>
                </a:cubicBezTo>
                <a:cubicBezTo>
                  <a:pt x="16831" y="13631"/>
                  <a:pt x="13745" y="15938"/>
                  <a:pt x="10099" y="15938"/>
                </a:cubicBezTo>
                <a:close/>
                <a:moveTo>
                  <a:pt x="21600" y="9437"/>
                </a:moveTo>
                <a:cubicBezTo>
                  <a:pt x="19917" y="9437"/>
                  <a:pt x="19917" y="9437"/>
                  <a:pt x="19917" y="9437"/>
                </a:cubicBezTo>
                <a:cubicBezTo>
                  <a:pt x="19636" y="7759"/>
                  <a:pt x="18514" y="6501"/>
                  <a:pt x="16831" y="5243"/>
                </a:cubicBezTo>
                <a:cubicBezTo>
                  <a:pt x="15990" y="4823"/>
                  <a:pt x="15429" y="3984"/>
                  <a:pt x="15429" y="3355"/>
                </a:cubicBezTo>
                <a:cubicBezTo>
                  <a:pt x="14587" y="0"/>
                  <a:pt x="14587" y="0"/>
                  <a:pt x="14587" y="0"/>
                </a:cubicBezTo>
                <a:cubicBezTo>
                  <a:pt x="5610" y="0"/>
                  <a:pt x="5610" y="0"/>
                  <a:pt x="5610" y="0"/>
                </a:cubicBezTo>
                <a:cubicBezTo>
                  <a:pt x="4769" y="3355"/>
                  <a:pt x="4769" y="3355"/>
                  <a:pt x="4769" y="3355"/>
                </a:cubicBezTo>
                <a:cubicBezTo>
                  <a:pt x="4488" y="3984"/>
                  <a:pt x="3927" y="4823"/>
                  <a:pt x="3366" y="5243"/>
                </a:cubicBezTo>
                <a:cubicBezTo>
                  <a:pt x="1403" y="6711"/>
                  <a:pt x="0" y="8598"/>
                  <a:pt x="0" y="10905"/>
                </a:cubicBezTo>
                <a:cubicBezTo>
                  <a:pt x="0" y="13002"/>
                  <a:pt x="1403" y="14889"/>
                  <a:pt x="3366" y="16357"/>
                </a:cubicBezTo>
                <a:cubicBezTo>
                  <a:pt x="3927" y="16777"/>
                  <a:pt x="4488" y="17616"/>
                  <a:pt x="4769" y="18245"/>
                </a:cubicBezTo>
                <a:cubicBezTo>
                  <a:pt x="5610" y="21600"/>
                  <a:pt x="5610" y="21600"/>
                  <a:pt x="5610" y="21600"/>
                </a:cubicBezTo>
                <a:cubicBezTo>
                  <a:pt x="14587" y="21600"/>
                  <a:pt x="14587" y="21600"/>
                  <a:pt x="14587" y="21600"/>
                </a:cubicBezTo>
                <a:cubicBezTo>
                  <a:pt x="15429" y="18245"/>
                  <a:pt x="15429" y="18245"/>
                  <a:pt x="15429" y="18245"/>
                </a:cubicBezTo>
                <a:cubicBezTo>
                  <a:pt x="15429" y="17616"/>
                  <a:pt x="15990" y="16777"/>
                  <a:pt x="16831" y="16357"/>
                </a:cubicBezTo>
                <a:cubicBezTo>
                  <a:pt x="18514" y="15309"/>
                  <a:pt x="19636" y="13841"/>
                  <a:pt x="19917" y="12163"/>
                </a:cubicBezTo>
                <a:cubicBezTo>
                  <a:pt x="21600" y="12163"/>
                  <a:pt x="21600" y="12163"/>
                  <a:pt x="21600" y="12163"/>
                </a:cubicBezTo>
                <a:cubicBezTo>
                  <a:pt x="21600" y="9437"/>
                  <a:pt x="21600" y="9437"/>
                  <a:pt x="21600" y="9437"/>
                </a:cubicBezTo>
                <a:close/>
                <a:moveTo>
                  <a:pt x="14587" y="12373"/>
                </a:moveTo>
                <a:cubicBezTo>
                  <a:pt x="8696" y="12373"/>
                  <a:pt x="8696" y="12373"/>
                  <a:pt x="8696" y="12373"/>
                </a:cubicBezTo>
                <a:cubicBezTo>
                  <a:pt x="8696" y="7340"/>
                  <a:pt x="8696" y="7340"/>
                  <a:pt x="8696" y="7340"/>
                </a:cubicBezTo>
                <a:cubicBezTo>
                  <a:pt x="10660" y="7340"/>
                  <a:pt x="10660" y="7340"/>
                  <a:pt x="10660" y="7340"/>
                </a:cubicBezTo>
                <a:cubicBezTo>
                  <a:pt x="10660" y="10905"/>
                  <a:pt x="10660" y="10905"/>
                  <a:pt x="10660" y="10905"/>
                </a:cubicBezTo>
                <a:cubicBezTo>
                  <a:pt x="14587" y="10905"/>
                  <a:pt x="14587" y="10905"/>
                  <a:pt x="14587" y="10905"/>
                </a:cubicBezTo>
                <a:lnTo>
                  <a:pt x="14587" y="12373"/>
                </a:lnTo>
                <a:close/>
              </a:path>
            </a:pathLst>
          </a:custGeom>
          <a:solidFill>
            <a:schemeClr val="accent4">
              <a:lumOff val="58054"/>
            </a:schemeClr>
          </a:solidFill>
          <a:ln w="12700">
            <a:miter lim="400000"/>
          </a:ln>
        </p:spPr>
        <p:txBody>
          <a:bodyPr lIns="109727" tIns="109727" rIns="109727" bIns="109727"/>
          <a:lstStyle/>
          <a:p>
            <a:endParaRPr/>
          </a:p>
        </p:txBody>
      </p:sp>
      <p:sp>
        <p:nvSpPr>
          <p:cNvPr id="596" name="Shape"/>
          <p:cNvSpPr/>
          <p:nvPr/>
        </p:nvSpPr>
        <p:spPr>
          <a:xfrm>
            <a:off x="15900159" y="8498897"/>
            <a:ext cx="344473" cy="401891"/>
          </a:xfrm>
          <a:custGeom>
            <a:avLst/>
            <a:gdLst/>
            <a:ahLst/>
            <a:cxnLst>
              <a:cxn ang="0">
                <a:pos x="wd2" y="hd2"/>
              </a:cxn>
              <a:cxn ang="5400000">
                <a:pos x="wd2" y="hd2"/>
              </a:cxn>
              <a:cxn ang="10800000">
                <a:pos x="wd2" y="hd2"/>
              </a:cxn>
              <a:cxn ang="16200000">
                <a:pos x="wd2" y="hd2"/>
              </a:cxn>
            </a:cxnLst>
            <a:rect l="0" t="0" r="r" b="b"/>
            <a:pathLst>
              <a:path w="21600" h="21600" extrusionOk="0">
                <a:moveTo>
                  <a:pt x="21600" y="13631"/>
                </a:moveTo>
                <a:cubicBezTo>
                  <a:pt x="21600" y="0"/>
                  <a:pt x="21600" y="0"/>
                  <a:pt x="21600" y="0"/>
                </a:cubicBezTo>
                <a:cubicBezTo>
                  <a:pt x="0" y="0"/>
                  <a:pt x="0" y="0"/>
                  <a:pt x="0" y="0"/>
                </a:cubicBezTo>
                <a:cubicBezTo>
                  <a:pt x="0" y="21600"/>
                  <a:pt x="0" y="21600"/>
                  <a:pt x="0" y="21600"/>
                </a:cubicBezTo>
                <a:cubicBezTo>
                  <a:pt x="12480" y="21600"/>
                  <a:pt x="12480" y="21600"/>
                  <a:pt x="12480" y="21600"/>
                </a:cubicBezTo>
                <a:cubicBezTo>
                  <a:pt x="16560" y="21600"/>
                  <a:pt x="21600" y="16777"/>
                  <a:pt x="21600" y="13631"/>
                </a:cubicBezTo>
                <a:close/>
                <a:moveTo>
                  <a:pt x="2400" y="19503"/>
                </a:moveTo>
                <a:cubicBezTo>
                  <a:pt x="2400" y="5033"/>
                  <a:pt x="2400" y="5033"/>
                  <a:pt x="2400" y="5033"/>
                </a:cubicBezTo>
                <a:cubicBezTo>
                  <a:pt x="19200" y="5033"/>
                  <a:pt x="19200" y="5033"/>
                  <a:pt x="19200" y="5033"/>
                </a:cubicBezTo>
                <a:cubicBezTo>
                  <a:pt x="19200" y="5033"/>
                  <a:pt x="19200" y="11744"/>
                  <a:pt x="19200" y="13421"/>
                </a:cubicBezTo>
                <a:cubicBezTo>
                  <a:pt x="19200" y="16777"/>
                  <a:pt x="14640" y="15518"/>
                  <a:pt x="14640" y="15518"/>
                </a:cubicBezTo>
                <a:cubicBezTo>
                  <a:pt x="14640" y="15518"/>
                  <a:pt x="16080" y="19503"/>
                  <a:pt x="12480" y="19503"/>
                </a:cubicBezTo>
                <a:cubicBezTo>
                  <a:pt x="10560" y="19503"/>
                  <a:pt x="9600" y="19503"/>
                  <a:pt x="2400" y="19503"/>
                </a:cubicBezTo>
                <a:close/>
                <a:moveTo>
                  <a:pt x="16800" y="9647"/>
                </a:moveTo>
                <a:cubicBezTo>
                  <a:pt x="5040" y="9647"/>
                  <a:pt x="5040" y="9647"/>
                  <a:pt x="5040" y="9647"/>
                </a:cubicBezTo>
                <a:cubicBezTo>
                  <a:pt x="5040" y="8179"/>
                  <a:pt x="5040" y="8179"/>
                  <a:pt x="5040" y="8179"/>
                </a:cubicBezTo>
                <a:cubicBezTo>
                  <a:pt x="16800" y="8179"/>
                  <a:pt x="16800" y="8179"/>
                  <a:pt x="16800" y="8179"/>
                </a:cubicBezTo>
                <a:lnTo>
                  <a:pt x="16800" y="9647"/>
                </a:lnTo>
                <a:close/>
                <a:moveTo>
                  <a:pt x="16800" y="13212"/>
                </a:moveTo>
                <a:cubicBezTo>
                  <a:pt x="5040" y="13212"/>
                  <a:pt x="5040" y="13212"/>
                  <a:pt x="5040" y="13212"/>
                </a:cubicBezTo>
                <a:cubicBezTo>
                  <a:pt x="5040" y="11534"/>
                  <a:pt x="5040" y="11534"/>
                  <a:pt x="5040" y="11534"/>
                </a:cubicBezTo>
                <a:cubicBezTo>
                  <a:pt x="16800" y="11534"/>
                  <a:pt x="16800" y="11534"/>
                  <a:pt x="16800" y="11534"/>
                </a:cubicBezTo>
                <a:lnTo>
                  <a:pt x="16800" y="13212"/>
                </a:lnTo>
                <a:close/>
                <a:moveTo>
                  <a:pt x="11760" y="16567"/>
                </a:moveTo>
                <a:cubicBezTo>
                  <a:pt x="5040" y="16567"/>
                  <a:pt x="5040" y="16567"/>
                  <a:pt x="5040" y="16567"/>
                </a:cubicBezTo>
                <a:cubicBezTo>
                  <a:pt x="5040" y="14889"/>
                  <a:pt x="5040" y="14889"/>
                  <a:pt x="5040" y="14889"/>
                </a:cubicBezTo>
                <a:cubicBezTo>
                  <a:pt x="11760" y="14889"/>
                  <a:pt x="11760" y="14889"/>
                  <a:pt x="11760" y="14889"/>
                </a:cubicBezTo>
                <a:lnTo>
                  <a:pt x="11760" y="16567"/>
                </a:lnTo>
                <a:close/>
              </a:path>
            </a:pathLst>
          </a:custGeom>
          <a:solidFill>
            <a:schemeClr val="accent4">
              <a:lumOff val="58054"/>
            </a:schemeClr>
          </a:solidFill>
          <a:ln w="12700">
            <a:miter lim="400000"/>
          </a:ln>
        </p:spPr>
        <p:txBody>
          <a:bodyPr lIns="109727" tIns="109727" rIns="109727" bIns="109727"/>
          <a:lstStyle/>
          <a:p>
            <a:endParaRPr/>
          </a:p>
        </p:txBody>
      </p:sp>
      <p:sp>
        <p:nvSpPr>
          <p:cNvPr id="597" name="Shape"/>
          <p:cNvSpPr/>
          <p:nvPr/>
        </p:nvSpPr>
        <p:spPr>
          <a:xfrm>
            <a:off x="15877193" y="9461494"/>
            <a:ext cx="390407" cy="355962"/>
          </a:xfrm>
          <a:custGeom>
            <a:avLst/>
            <a:gdLst/>
            <a:ahLst/>
            <a:cxnLst>
              <a:cxn ang="0">
                <a:pos x="wd2" y="hd2"/>
              </a:cxn>
              <a:cxn ang="5400000">
                <a:pos x="wd2" y="hd2"/>
              </a:cxn>
              <a:cxn ang="10800000">
                <a:pos x="wd2" y="hd2"/>
              </a:cxn>
              <a:cxn ang="16200000">
                <a:pos x="wd2" y="hd2"/>
              </a:cxn>
            </a:cxnLst>
            <a:rect l="0" t="0" r="r" b="b"/>
            <a:pathLst>
              <a:path w="21600" h="21600" extrusionOk="0">
                <a:moveTo>
                  <a:pt x="16148" y="12310"/>
                </a:moveTo>
                <a:cubicBezTo>
                  <a:pt x="17616" y="10452"/>
                  <a:pt x="17616" y="10452"/>
                  <a:pt x="17616" y="10452"/>
                </a:cubicBezTo>
                <a:cubicBezTo>
                  <a:pt x="17616" y="10452"/>
                  <a:pt x="17616" y="10452"/>
                  <a:pt x="17616" y="10452"/>
                </a:cubicBezTo>
                <a:cubicBezTo>
                  <a:pt x="16357" y="10452"/>
                  <a:pt x="16357" y="10452"/>
                  <a:pt x="16357" y="10452"/>
                </a:cubicBezTo>
                <a:cubicBezTo>
                  <a:pt x="16357" y="9755"/>
                  <a:pt x="16357" y="9755"/>
                  <a:pt x="16357" y="9755"/>
                </a:cubicBezTo>
                <a:cubicBezTo>
                  <a:pt x="18664" y="9755"/>
                  <a:pt x="18664" y="9755"/>
                  <a:pt x="18664" y="9755"/>
                </a:cubicBezTo>
                <a:cubicBezTo>
                  <a:pt x="18664" y="10219"/>
                  <a:pt x="18664" y="10219"/>
                  <a:pt x="18664" y="10219"/>
                </a:cubicBezTo>
                <a:cubicBezTo>
                  <a:pt x="17406" y="12077"/>
                  <a:pt x="17406" y="12077"/>
                  <a:pt x="17406" y="12077"/>
                </a:cubicBezTo>
                <a:cubicBezTo>
                  <a:pt x="17406" y="12077"/>
                  <a:pt x="17406" y="12077"/>
                  <a:pt x="17406" y="12077"/>
                </a:cubicBezTo>
                <a:cubicBezTo>
                  <a:pt x="18874" y="12077"/>
                  <a:pt x="18874" y="12077"/>
                  <a:pt x="18874" y="12077"/>
                </a:cubicBezTo>
                <a:cubicBezTo>
                  <a:pt x="18874" y="13006"/>
                  <a:pt x="18874" y="13006"/>
                  <a:pt x="18874" y="13006"/>
                </a:cubicBezTo>
                <a:cubicBezTo>
                  <a:pt x="16148" y="13006"/>
                  <a:pt x="16148" y="13006"/>
                  <a:pt x="16148" y="13006"/>
                </a:cubicBezTo>
                <a:lnTo>
                  <a:pt x="16148" y="12310"/>
                </a:lnTo>
                <a:close/>
                <a:moveTo>
                  <a:pt x="13631" y="12542"/>
                </a:moveTo>
                <a:cubicBezTo>
                  <a:pt x="14680" y="11148"/>
                  <a:pt x="14680" y="11148"/>
                  <a:pt x="14680" y="11148"/>
                </a:cubicBezTo>
                <a:cubicBezTo>
                  <a:pt x="14680" y="11148"/>
                  <a:pt x="14680" y="11148"/>
                  <a:pt x="14680" y="11148"/>
                </a:cubicBezTo>
                <a:cubicBezTo>
                  <a:pt x="13841" y="11148"/>
                  <a:pt x="13841" y="11148"/>
                  <a:pt x="13841" y="11148"/>
                </a:cubicBezTo>
                <a:cubicBezTo>
                  <a:pt x="13841" y="10684"/>
                  <a:pt x="13841" y="10684"/>
                  <a:pt x="13841" y="10684"/>
                </a:cubicBezTo>
                <a:cubicBezTo>
                  <a:pt x="15518" y="10684"/>
                  <a:pt x="15518" y="10684"/>
                  <a:pt x="15518" y="10684"/>
                </a:cubicBezTo>
                <a:cubicBezTo>
                  <a:pt x="15518" y="11148"/>
                  <a:pt x="15518" y="11148"/>
                  <a:pt x="15518" y="11148"/>
                </a:cubicBezTo>
                <a:cubicBezTo>
                  <a:pt x="14470" y="12310"/>
                  <a:pt x="14470" y="12310"/>
                  <a:pt x="14470" y="12310"/>
                </a:cubicBezTo>
                <a:cubicBezTo>
                  <a:pt x="14470" y="12310"/>
                  <a:pt x="14470" y="12310"/>
                  <a:pt x="14470" y="12310"/>
                </a:cubicBezTo>
                <a:cubicBezTo>
                  <a:pt x="15518" y="12310"/>
                  <a:pt x="15518" y="12310"/>
                  <a:pt x="15518" y="12310"/>
                </a:cubicBezTo>
                <a:cubicBezTo>
                  <a:pt x="15518" y="13006"/>
                  <a:pt x="15518" y="13006"/>
                  <a:pt x="15518" y="13006"/>
                </a:cubicBezTo>
                <a:cubicBezTo>
                  <a:pt x="13631" y="13006"/>
                  <a:pt x="13631" y="13006"/>
                  <a:pt x="13631" y="13006"/>
                </a:cubicBezTo>
                <a:lnTo>
                  <a:pt x="13631" y="12542"/>
                </a:lnTo>
                <a:close/>
                <a:moveTo>
                  <a:pt x="16148" y="6503"/>
                </a:moveTo>
                <a:cubicBezTo>
                  <a:pt x="13421" y="6503"/>
                  <a:pt x="10905" y="8594"/>
                  <a:pt x="10905" y="11613"/>
                </a:cubicBezTo>
                <a:cubicBezTo>
                  <a:pt x="10905" y="12542"/>
                  <a:pt x="11324" y="13471"/>
                  <a:pt x="11744" y="14400"/>
                </a:cubicBezTo>
                <a:cubicBezTo>
                  <a:pt x="11953" y="15097"/>
                  <a:pt x="11324" y="16490"/>
                  <a:pt x="10905" y="17419"/>
                </a:cubicBezTo>
                <a:cubicBezTo>
                  <a:pt x="12163" y="17187"/>
                  <a:pt x="13841" y="16723"/>
                  <a:pt x="14470" y="16258"/>
                </a:cubicBezTo>
                <a:cubicBezTo>
                  <a:pt x="15099" y="16258"/>
                  <a:pt x="15728" y="16490"/>
                  <a:pt x="16357" y="16490"/>
                </a:cubicBezTo>
                <a:cubicBezTo>
                  <a:pt x="19503" y="16490"/>
                  <a:pt x="21600" y="13935"/>
                  <a:pt x="21600" y="11613"/>
                </a:cubicBezTo>
                <a:cubicBezTo>
                  <a:pt x="21600" y="8594"/>
                  <a:pt x="19083" y="6503"/>
                  <a:pt x="16148" y="6503"/>
                </a:cubicBezTo>
                <a:close/>
                <a:moveTo>
                  <a:pt x="16148" y="7897"/>
                </a:moveTo>
                <a:cubicBezTo>
                  <a:pt x="17406" y="7897"/>
                  <a:pt x="18454" y="8129"/>
                  <a:pt x="19293" y="8826"/>
                </a:cubicBezTo>
                <a:cubicBezTo>
                  <a:pt x="19713" y="9523"/>
                  <a:pt x="20342" y="10219"/>
                  <a:pt x="20342" y="11613"/>
                </a:cubicBezTo>
                <a:cubicBezTo>
                  <a:pt x="20342" y="12310"/>
                  <a:pt x="19922" y="13239"/>
                  <a:pt x="19293" y="13935"/>
                </a:cubicBezTo>
                <a:cubicBezTo>
                  <a:pt x="18664" y="14632"/>
                  <a:pt x="17406" y="15097"/>
                  <a:pt x="16357" y="15097"/>
                </a:cubicBezTo>
                <a:cubicBezTo>
                  <a:pt x="15518" y="15097"/>
                  <a:pt x="14889" y="14865"/>
                  <a:pt x="14260" y="14865"/>
                </a:cubicBezTo>
                <a:cubicBezTo>
                  <a:pt x="13841" y="15097"/>
                  <a:pt x="13631" y="15329"/>
                  <a:pt x="12792" y="15561"/>
                </a:cubicBezTo>
                <a:cubicBezTo>
                  <a:pt x="13002" y="14632"/>
                  <a:pt x="13002" y="14400"/>
                  <a:pt x="13002" y="13703"/>
                </a:cubicBezTo>
                <a:cubicBezTo>
                  <a:pt x="12792" y="13471"/>
                  <a:pt x="12163" y="12774"/>
                  <a:pt x="12163" y="11613"/>
                </a:cubicBezTo>
                <a:cubicBezTo>
                  <a:pt x="12163" y="10452"/>
                  <a:pt x="12583" y="9523"/>
                  <a:pt x="13212" y="9058"/>
                </a:cubicBezTo>
                <a:cubicBezTo>
                  <a:pt x="14050" y="8129"/>
                  <a:pt x="15099" y="7897"/>
                  <a:pt x="16148" y="7897"/>
                </a:cubicBezTo>
                <a:close/>
                <a:moveTo>
                  <a:pt x="5872" y="19045"/>
                </a:moveTo>
                <a:cubicBezTo>
                  <a:pt x="10485" y="19045"/>
                  <a:pt x="10485" y="19045"/>
                  <a:pt x="10485" y="19045"/>
                </a:cubicBezTo>
                <a:cubicBezTo>
                  <a:pt x="10485" y="20439"/>
                  <a:pt x="9437" y="21600"/>
                  <a:pt x="8179" y="21600"/>
                </a:cubicBezTo>
                <a:cubicBezTo>
                  <a:pt x="6920" y="21600"/>
                  <a:pt x="5872" y="20439"/>
                  <a:pt x="5872" y="19045"/>
                </a:cubicBezTo>
                <a:close/>
                <a:moveTo>
                  <a:pt x="8179" y="2787"/>
                </a:moveTo>
                <a:cubicBezTo>
                  <a:pt x="7759" y="2787"/>
                  <a:pt x="7550" y="2323"/>
                  <a:pt x="7550" y="2090"/>
                </a:cubicBezTo>
                <a:cubicBezTo>
                  <a:pt x="7550" y="1626"/>
                  <a:pt x="7759" y="1161"/>
                  <a:pt x="8179" y="1161"/>
                </a:cubicBezTo>
                <a:cubicBezTo>
                  <a:pt x="8598" y="1161"/>
                  <a:pt x="8808" y="1626"/>
                  <a:pt x="8808" y="2090"/>
                </a:cubicBezTo>
                <a:cubicBezTo>
                  <a:pt x="8808" y="2323"/>
                  <a:pt x="8598" y="2787"/>
                  <a:pt x="8179" y="2787"/>
                </a:cubicBezTo>
                <a:close/>
                <a:moveTo>
                  <a:pt x="12583" y="5806"/>
                </a:moveTo>
                <a:cubicBezTo>
                  <a:pt x="12163" y="4877"/>
                  <a:pt x="11534" y="4181"/>
                  <a:pt x="10695" y="3716"/>
                </a:cubicBezTo>
                <a:cubicBezTo>
                  <a:pt x="10276" y="3252"/>
                  <a:pt x="9856" y="2555"/>
                  <a:pt x="9856" y="2090"/>
                </a:cubicBezTo>
                <a:cubicBezTo>
                  <a:pt x="9856" y="2090"/>
                  <a:pt x="9856" y="2090"/>
                  <a:pt x="9856" y="2090"/>
                </a:cubicBezTo>
                <a:cubicBezTo>
                  <a:pt x="9856" y="929"/>
                  <a:pt x="9017" y="0"/>
                  <a:pt x="8179" y="0"/>
                </a:cubicBezTo>
                <a:cubicBezTo>
                  <a:pt x="7130" y="0"/>
                  <a:pt x="6501" y="929"/>
                  <a:pt x="6501" y="2090"/>
                </a:cubicBezTo>
                <a:cubicBezTo>
                  <a:pt x="6501" y="2090"/>
                  <a:pt x="6501" y="2090"/>
                  <a:pt x="6501" y="2090"/>
                </a:cubicBezTo>
                <a:cubicBezTo>
                  <a:pt x="6501" y="2555"/>
                  <a:pt x="6082" y="3252"/>
                  <a:pt x="5662" y="3716"/>
                </a:cubicBezTo>
                <a:cubicBezTo>
                  <a:pt x="1678" y="6039"/>
                  <a:pt x="3984" y="14168"/>
                  <a:pt x="0" y="15561"/>
                </a:cubicBezTo>
                <a:cubicBezTo>
                  <a:pt x="0" y="17419"/>
                  <a:pt x="0" y="17419"/>
                  <a:pt x="0" y="17419"/>
                </a:cubicBezTo>
                <a:cubicBezTo>
                  <a:pt x="9227" y="17419"/>
                  <a:pt x="9227" y="17419"/>
                  <a:pt x="9227" y="17419"/>
                </a:cubicBezTo>
                <a:cubicBezTo>
                  <a:pt x="9647" y="16723"/>
                  <a:pt x="10066" y="15561"/>
                  <a:pt x="10276" y="14865"/>
                </a:cubicBezTo>
                <a:cubicBezTo>
                  <a:pt x="8598" y="11845"/>
                  <a:pt x="9227" y="7897"/>
                  <a:pt x="12583" y="5806"/>
                </a:cubicBezTo>
                <a:close/>
              </a:path>
            </a:pathLst>
          </a:custGeom>
          <a:solidFill>
            <a:schemeClr val="accent4">
              <a:lumOff val="58054"/>
            </a:schemeClr>
          </a:solidFill>
          <a:ln w="12700">
            <a:miter lim="400000"/>
          </a:ln>
        </p:spPr>
        <p:txBody>
          <a:bodyPr lIns="109727" tIns="109727" rIns="109727" bIns="109727"/>
          <a:lstStyle/>
          <a:p>
            <a:endParaRPr/>
          </a:p>
        </p:txBody>
      </p:sp>
      <p:sp>
        <p:nvSpPr>
          <p:cNvPr id="598" name="Shape"/>
          <p:cNvSpPr/>
          <p:nvPr/>
        </p:nvSpPr>
        <p:spPr>
          <a:xfrm>
            <a:off x="14057231" y="9438530"/>
            <a:ext cx="378925" cy="401891"/>
          </a:xfrm>
          <a:custGeom>
            <a:avLst/>
            <a:gdLst/>
            <a:ahLst/>
            <a:cxnLst>
              <a:cxn ang="0">
                <a:pos x="wd2" y="hd2"/>
              </a:cxn>
              <a:cxn ang="5400000">
                <a:pos x="wd2" y="hd2"/>
              </a:cxn>
              <a:cxn ang="10800000">
                <a:pos x="wd2" y="hd2"/>
              </a:cxn>
              <a:cxn ang="16200000">
                <a:pos x="wd2" y="hd2"/>
              </a:cxn>
            </a:cxnLst>
            <a:rect l="0" t="0" r="r" b="b"/>
            <a:pathLst>
              <a:path w="21600" h="21600" extrusionOk="0">
                <a:moveTo>
                  <a:pt x="4629" y="4823"/>
                </a:moveTo>
                <a:cubicBezTo>
                  <a:pt x="11020" y="4823"/>
                  <a:pt x="11020" y="4823"/>
                  <a:pt x="11020" y="4823"/>
                </a:cubicBezTo>
                <a:cubicBezTo>
                  <a:pt x="11020" y="5452"/>
                  <a:pt x="11020" y="5872"/>
                  <a:pt x="11241" y="6291"/>
                </a:cubicBezTo>
                <a:cubicBezTo>
                  <a:pt x="4629" y="6291"/>
                  <a:pt x="4629" y="6291"/>
                  <a:pt x="4629" y="6291"/>
                </a:cubicBezTo>
                <a:lnTo>
                  <a:pt x="4629" y="4823"/>
                </a:lnTo>
                <a:close/>
                <a:moveTo>
                  <a:pt x="19837" y="9647"/>
                </a:moveTo>
                <a:cubicBezTo>
                  <a:pt x="19837" y="13631"/>
                  <a:pt x="19837" y="13631"/>
                  <a:pt x="19837" y="13631"/>
                </a:cubicBezTo>
                <a:cubicBezTo>
                  <a:pt x="19837" y="16986"/>
                  <a:pt x="15208" y="21600"/>
                  <a:pt x="11461" y="21600"/>
                </a:cubicBezTo>
                <a:cubicBezTo>
                  <a:pt x="0" y="21600"/>
                  <a:pt x="0" y="21600"/>
                  <a:pt x="0" y="21600"/>
                </a:cubicBezTo>
                <a:cubicBezTo>
                  <a:pt x="0" y="0"/>
                  <a:pt x="0" y="0"/>
                  <a:pt x="0" y="0"/>
                </a:cubicBezTo>
                <a:cubicBezTo>
                  <a:pt x="12784" y="0"/>
                  <a:pt x="12784" y="0"/>
                  <a:pt x="12784" y="0"/>
                </a:cubicBezTo>
                <a:cubicBezTo>
                  <a:pt x="12784" y="0"/>
                  <a:pt x="12784" y="0"/>
                  <a:pt x="12784" y="210"/>
                </a:cubicBezTo>
                <a:cubicBezTo>
                  <a:pt x="12122" y="629"/>
                  <a:pt x="11682" y="1258"/>
                  <a:pt x="11241" y="2097"/>
                </a:cubicBezTo>
                <a:cubicBezTo>
                  <a:pt x="2204" y="2097"/>
                  <a:pt x="2204" y="2097"/>
                  <a:pt x="2204" y="2097"/>
                </a:cubicBezTo>
                <a:cubicBezTo>
                  <a:pt x="2204" y="19503"/>
                  <a:pt x="2204" y="19503"/>
                  <a:pt x="2204" y="19503"/>
                </a:cubicBezTo>
                <a:cubicBezTo>
                  <a:pt x="8816" y="19503"/>
                  <a:pt x="9698" y="19503"/>
                  <a:pt x="11461" y="19503"/>
                </a:cubicBezTo>
                <a:cubicBezTo>
                  <a:pt x="14767" y="19503"/>
                  <a:pt x="13445" y="15518"/>
                  <a:pt x="13445" y="15518"/>
                </a:cubicBezTo>
                <a:cubicBezTo>
                  <a:pt x="13445" y="15518"/>
                  <a:pt x="17633" y="16777"/>
                  <a:pt x="17633" y="13421"/>
                </a:cubicBezTo>
                <a:cubicBezTo>
                  <a:pt x="17633" y="13002"/>
                  <a:pt x="17633" y="11744"/>
                  <a:pt x="17633" y="10276"/>
                </a:cubicBezTo>
                <a:cubicBezTo>
                  <a:pt x="18514" y="10066"/>
                  <a:pt x="19176" y="9856"/>
                  <a:pt x="19837" y="9647"/>
                </a:cubicBezTo>
                <a:close/>
                <a:moveTo>
                  <a:pt x="14767" y="9856"/>
                </a:moveTo>
                <a:cubicBezTo>
                  <a:pt x="4629" y="9856"/>
                  <a:pt x="4629" y="9856"/>
                  <a:pt x="4629" y="9856"/>
                </a:cubicBezTo>
                <a:cubicBezTo>
                  <a:pt x="4629" y="8179"/>
                  <a:pt x="4629" y="8179"/>
                  <a:pt x="4629" y="8179"/>
                </a:cubicBezTo>
                <a:cubicBezTo>
                  <a:pt x="12563" y="8179"/>
                  <a:pt x="12563" y="8179"/>
                  <a:pt x="12563" y="8179"/>
                </a:cubicBezTo>
                <a:cubicBezTo>
                  <a:pt x="13224" y="9017"/>
                  <a:pt x="13886" y="9437"/>
                  <a:pt x="14767" y="9856"/>
                </a:cubicBezTo>
                <a:close/>
                <a:moveTo>
                  <a:pt x="4629" y="11744"/>
                </a:moveTo>
                <a:cubicBezTo>
                  <a:pt x="15429" y="11744"/>
                  <a:pt x="15429" y="11744"/>
                  <a:pt x="15429" y="11744"/>
                </a:cubicBezTo>
                <a:cubicBezTo>
                  <a:pt x="15429" y="13212"/>
                  <a:pt x="15429" y="13212"/>
                  <a:pt x="15429" y="13212"/>
                </a:cubicBezTo>
                <a:cubicBezTo>
                  <a:pt x="4629" y="13212"/>
                  <a:pt x="4629" y="13212"/>
                  <a:pt x="4629" y="13212"/>
                </a:cubicBezTo>
                <a:lnTo>
                  <a:pt x="4629" y="11744"/>
                </a:lnTo>
                <a:close/>
                <a:moveTo>
                  <a:pt x="19837" y="5033"/>
                </a:moveTo>
                <a:cubicBezTo>
                  <a:pt x="14547" y="5033"/>
                  <a:pt x="14547" y="5033"/>
                  <a:pt x="14547" y="5033"/>
                </a:cubicBezTo>
                <a:cubicBezTo>
                  <a:pt x="14547" y="3565"/>
                  <a:pt x="14547" y="3565"/>
                  <a:pt x="14547" y="3565"/>
                </a:cubicBezTo>
                <a:cubicBezTo>
                  <a:pt x="19837" y="3565"/>
                  <a:pt x="19837" y="3565"/>
                  <a:pt x="19837" y="3565"/>
                </a:cubicBezTo>
                <a:lnTo>
                  <a:pt x="19837" y="5033"/>
                </a:lnTo>
                <a:close/>
                <a:moveTo>
                  <a:pt x="17192" y="0"/>
                </a:moveTo>
                <a:cubicBezTo>
                  <a:pt x="14547" y="0"/>
                  <a:pt x="12563" y="1887"/>
                  <a:pt x="12563" y="4194"/>
                </a:cubicBezTo>
                <a:cubicBezTo>
                  <a:pt x="12563" y="6711"/>
                  <a:pt x="14547" y="8598"/>
                  <a:pt x="17192" y="8598"/>
                </a:cubicBezTo>
                <a:cubicBezTo>
                  <a:pt x="19616" y="8598"/>
                  <a:pt x="21600" y="6711"/>
                  <a:pt x="21600" y="4194"/>
                </a:cubicBezTo>
                <a:cubicBezTo>
                  <a:pt x="21600" y="1887"/>
                  <a:pt x="19616" y="0"/>
                  <a:pt x="17192" y="0"/>
                </a:cubicBezTo>
                <a:close/>
              </a:path>
            </a:pathLst>
          </a:custGeom>
          <a:solidFill>
            <a:schemeClr val="accent4">
              <a:lumOff val="58054"/>
            </a:schemeClr>
          </a:solidFill>
          <a:ln w="12700">
            <a:miter lim="400000"/>
          </a:ln>
        </p:spPr>
        <p:txBody>
          <a:bodyPr lIns="109727" tIns="109727" rIns="109727" bIns="109727"/>
          <a:lstStyle/>
          <a:p>
            <a:endParaRPr/>
          </a:p>
        </p:txBody>
      </p:sp>
      <p:sp>
        <p:nvSpPr>
          <p:cNvPr id="599" name="Shape"/>
          <p:cNvSpPr/>
          <p:nvPr/>
        </p:nvSpPr>
        <p:spPr>
          <a:xfrm>
            <a:off x="15877193" y="11456175"/>
            <a:ext cx="390407" cy="287065"/>
          </a:xfrm>
          <a:custGeom>
            <a:avLst/>
            <a:gdLst/>
            <a:ahLst/>
            <a:cxnLst>
              <a:cxn ang="0">
                <a:pos x="wd2" y="hd2"/>
              </a:cxn>
              <a:cxn ang="5400000">
                <a:pos x="wd2" y="hd2"/>
              </a:cxn>
              <a:cxn ang="10800000">
                <a:pos x="wd2" y="hd2"/>
              </a:cxn>
              <a:cxn ang="16200000">
                <a:pos x="wd2" y="hd2"/>
              </a:cxn>
            </a:cxnLst>
            <a:rect l="0" t="0" r="r" b="b"/>
            <a:pathLst>
              <a:path w="21600" h="21600" extrusionOk="0">
                <a:moveTo>
                  <a:pt x="19694" y="19008"/>
                </a:moveTo>
                <a:lnTo>
                  <a:pt x="1906" y="19008"/>
                </a:lnTo>
                <a:lnTo>
                  <a:pt x="1906" y="6048"/>
                </a:lnTo>
                <a:lnTo>
                  <a:pt x="10800" y="16416"/>
                </a:lnTo>
                <a:lnTo>
                  <a:pt x="19694" y="6048"/>
                </a:lnTo>
                <a:lnTo>
                  <a:pt x="19694" y="19008"/>
                </a:lnTo>
                <a:close/>
                <a:moveTo>
                  <a:pt x="19059" y="2592"/>
                </a:moveTo>
                <a:lnTo>
                  <a:pt x="10800" y="12096"/>
                </a:lnTo>
                <a:lnTo>
                  <a:pt x="2541" y="2592"/>
                </a:lnTo>
                <a:lnTo>
                  <a:pt x="19059" y="2592"/>
                </a:lnTo>
                <a:close/>
                <a:moveTo>
                  <a:pt x="0" y="0"/>
                </a:moveTo>
                <a:lnTo>
                  <a:pt x="0" y="21600"/>
                </a:lnTo>
                <a:lnTo>
                  <a:pt x="21600" y="21600"/>
                </a:lnTo>
                <a:lnTo>
                  <a:pt x="21600" y="0"/>
                </a:ln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00" name="Shape"/>
          <p:cNvSpPr/>
          <p:nvPr/>
        </p:nvSpPr>
        <p:spPr>
          <a:xfrm>
            <a:off x="15877193" y="12371199"/>
            <a:ext cx="390407" cy="352135"/>
          </a:xfrm>
          <a:custGeom>
            <a:avLst/>
            <a:gdLst/>
            <a:ahLst/>
            <a:cxnLst>
              <a:cxn ang="0">
                <a:pos x="wd2" y="hd2"/>
              </a:cxn>
              <a:cxn ang="5400000">
                <a:pos x="wd2" y="hd2"/>
              </a:cxn>
              <a:cxn ang="10800000">
                <a:pos x="wd2" y="hd2"/>
              </a:cxn>
              <a:cxn ang="16200000">
                <a:pos x="wd2" y="hd2"/>
              </a:cxn>
            </a:cxnLst>
            <a:rect l="0" t="0" r="r" b="b"/>
            <a:pathLst>
              <a:path w="21600" h="21368" extrusionOk="0">
                <a:moveTo>
                  <a:pt x="10695" y="0"/>
                </a:moveTo>
                <a:cubicBezTo>
                  <a:pt x="4823" y="0"/>
                  <a:pt x="0" y="4413"/>
                  <a:pt x="0" y="9987"/>
                </a:cubicBezTo>
                <a:cubicBezTo>
                  <a:pt x="0" y="12077"/>
                  <a:pt x="839" y="14400"/>
                  <a:pt x="2097" y="15794"/>
                </a:cubicBezTo>
                <a:cubicBezTo>
                  <a:pt x="629" y="21368"/>
                  <a:pt x="629" y="21368"/>
                  <a:pt x="629" y="21368"/>
                </a:cubicBezTo>
                <a:cubicBezTo>
                  <a:pt x="6711" y="19045"/>
                  <a:pt x="6711" y="19045"/>
                  <a:pt x="6711" y="19045"/>
                </a:cubicBezTo>
                <a:cubicBezTo>
                  <a:pt x="15309" y="21600"/>
                  <a:pt x="21600" y="16026"/>
                  <a:pt x="21600" y="9987"/>
                </a:cubicBezTo>
                <a:cubicBezTo>
                  <a:pt x="21600" y="4413"/>
                  <a:pt x="16777" y="0"/>
                  <a:pt x="1069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601" name="Shape"/>
          <p:cNvSpPr/>
          <p:nvPr/>
        </p:nvSpPr>
        <p:spPr>
          <a:xfrm>
            <a:off x="16807270" y="5676020"/>
            <a:ext cx="390406" cy="401891"/>
          </a:xfrm>
          <a:custGeom>
            <a:avLst/>
            <a:gdLst/>
            <a:ahLst/>
            <a:cxnLst>
              <a:cxn ang="0">
                <a:pos x="wd2" y="hd2"/>
              </a:cxn>
              <a:cxn ang="5400000">
                <a:pos x="wd2" y="hd2"/>
              </a:cxn>
              <a:cxn ang="10800000">
                <a:pos x="wd2" y="hd2"/>
              </a:cxn>
              <a:cxn ang="16200000">
                <a:pos x="wd2" y="hd2"/>
              </a:cxn>
            </a:cxnLst>
            <a:rect l="0" t="0" r="r" b="b"/>
            <a:pathLst>
              <a:path w="21600" h="21600" extrusionOk="0">
                <a:moveTo>
                  <a:pt x="17891" y="0"/>
                </a:moveTo>
                <a:cubicBezTo>
                  <a:pt x="17891" y="1887"/>
                  <a:pt x="17891" y="1887"/>
                  <a:pt x="17891" y="1887"/>
                </a:cubicBezTo>
                <a:cubicBezTo>
                  <a:pt x="1964" y="1887"/>
                  <a:pt x="1964" y="1887"/>
                  <a:pt x="1964" y="1887"/>
                </a:cubicBezTo>
                <a:cubicBezTo>
                  <a:pt x="1964" y="18245"/>
                  <a:pt x="1964" y="18245"/>
                  <a:pt x="1964" y="18245"/>
                </a:cubicBezTo>
                <a:cubicBezTo>
                  <a:pt x="0" y="18245"/>
                  <a:pt x="0" y="18245"/>
                  <a:pt x="0" y="18245"/>
                </a:cubicBezTo>
                <a:cubicBezTo>
                  <a:pt x="0" y="0"/>
                  <a:pt x="0" y="0"/>
                  <a:pt x="0" y="0"/>
                </a:cubicBezTo>
                <a:lnTo>
                  <a:pt x="17891" y="0"/>
                </a:lnTo>
                <a:close/>
                <a:moveTo>
                  <a:pt x="15055" y="12163"/>
                </a:moveTo>
                <a:cubicBezTo>
                  <a:pt x="14400" y="12792"/>
                  <a:pt x="13527" y="13002"/>
                  <a:pt x="12873" y="13002"/>
                </a:cubicBezTo>
                <a:cubicBezTo>
                  <a:pt x="12000" y="13002"/>
                  <a:pt x="11127" y="12792"/>
                  <a:pt x="10691" y="12163"/>
                </a:cubicBezTo>
                <a:cubicBezTo>
                  <a:pt x="8945" y="12792"/>
                  <a:pt x="8291" y="14889"/>
                  <a:pt x="8291" y="15728"/>
                </a:cubicBezTo>
                <a:cubicBezTo>
                  <a:pt x="17236" y="15728"/>
                  <a:pt x="17236" y="15728"/>
                  <a:pt x="17236" y="15728"/>
                </a:cubicBezTo>
                <a:cubicBezTo>
                  <a:pt x="17236" y="14889"/>
                  <a:pt x="16582" y="12792"/>
                  <a:pt x="15055" y="12163"/>
                </a:cubicBezTo>
                <a:close/>
                <a:moveTo>
                  <a:pt x="15491" y="9647"/>
                </a:moveTo>
                <a:cubicBezTo>
                  <a:pt x="15491" y="10905"/>
                  <a:pt x="14182" y="12163"/>
                  <a:pt x="12873" y="12163"/>
                </a:cubicBezTo>
                <a:cubicBezTo>
                  <a:pt x="11345" y="12163"/>
                  <a:pt x="10255" y="10905"/>
                  <a:pt x="10255" y="9647"/>
                </a:cubicBezTo>
                <a:cubicBezTo>
                  <a:pt x="10255" y="8179"/>
                  <a:pt x="11345" y="7130"/>
                  <a:pt x="12873" y="7130"/>
                </a:cubicBezTo>
                <a:cubicBezTo>
                  <a:pt x="14182" y="7130"/>
                  <a:pt x="15491" y="8179"/>
                  <a:pt x="15491" y="9647"/>
                </a:cubicBezTo>
                <a:close/>
                <a:moveTo>
                  <a:pt x="19855" y="17406"/>
                </a:moveTo>
                <a:cubicBezTo>
                  <a:pt x="5673" y="17406"/>
                  <a:pt x="5673" y="17406"/>
                  <a:pt x="5673" y="17406"/>
                </a:cubicBezTo>
                <a:cubicBezTo>
                  <a:pt x="5673" y="5452"/>
                  <a:pt x="5673" y="5452"/>
                  <a:pt x="5673" y="5452"/>
                </a:cubicBezTo>
                <a:cubicBezTo>
                  <a:pt x="19855" y="5452"/>
                  <a:pt x="19855" y="5452"/>
                  <a:pt x="19855" y="5452"/>
                </a:cubicBezTo>
                <a:lnTo>
                  <a:pt x="19855" y="17406"/>
                </a:lnTo>
                <a:close/>
                <a:moveTo>
                  <a:pt x="3709" y="3565"/>
                </a:moveTo>
                <a:cubicBezTo>
                  <a:pt x="3709" y="21600"/>
                  <a:pt x="3709" y="21600"/>
                  <a:pt x="3709" y="21600"/>
                </a:cubicBezTo>
                <a:cubicBezTo>
                  <a:pt x="21600" y="21600"/>
                  <a:pt x="21600" y="21600"/>
                  <a:pt x="21600" y="21600"/>
                </a:cubicBezTo>
                <a:cubicBezTo>
                  <a:pt x="21600" y="3565"/>
                  <a:pt x="21600" y="3565"/>
                  <a:pt x="21600" y="3565"/>
                </a:cubicBezTo>
                <a:lnTo>
                  <a:pt x="3709" y="3565"/>
                </a:lnTo>
                <a:close/>
              </a:path>
            </a:pathLst>
          </a:custGeom>
          <a:solidFill>
            <a:schemeClr val="accent4">
              <a:lumOff val="58054"/>
            </a:schemeClr>
          </a:solidFill>
          <a:ln w="12700">
            <a:miter lim="400000"/>
          </a:ln>
        </p:spPr>
        <p:txBody>
          <a:bodyPr lIns="109727" tIns="109727" rIns="109727" bIns="109727"/>
          <a:lstStyle/>
          <a:p>
            <a:endParaRPr/>
          </a:p>
        </p:txBody>
      </p:sp>
      <p:sp>
        <p:nvSpPr>
          <p:cNvPr id="602" name="Shape"/>
          <p:cNvSpPr/>
          <p:nvPr/>
        </p:nvSpPr>
        <p:spPr>
          <a:xfrm>
            <a:off x="16853199" y="6626199"/>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6646" y="2726"/>
                  <a:pt x="4154" y="3146"/>
                  <a:pt x="0" y="3146"/>
                </a:cubicBezTo>
                <a:cubicBezTo>
                  <a:pt x="0" y="3146"/>
                  <a:pt x="0" y="9227"/>
                  <a:pt x="0" y="13212"/>
                </a:cubicBezTo>
                <a:cubicBezTo>
                  <a:pt x="0" y="17406"/>
                  <a:pt x="3877" y="18454"/>
                  <a:pt x="10800" y="21600"/>
                </a:cubicBezTo>
                <a:cubicBezTo>
                  <a:pt x="17723" y="18454"/>
                  <a:pt x="21600" y="17406"/>
                  <a:pt x="21600" y="13212"/>
                </a:cubicBezTo>
                <a:cubicBezTo>
                  <a:pt x="21600" y="9227"/>
                  <a:pt x="21600" y="3146"/>
                  <a:pt x="21600" y="3146"/>
                </a:cubicBezTo>
                <a:cubicBezTo>
                  <a:pt x="17446" y="3146"/>
                  <a:pt x="14677" y="2726"/>
                  <a:pt x="10800" y="0"/>
                </a:cubicBezTo>
                <a:close/>
              </a:path>
            </a:pathLst>
          </a:custGeom>
          <a:solidFill>
            <a:schemeClr val="accent4">
              <a:lumOff val="58054"/>
            </a:schemeClr>
          </a:solidFill>
          <a:ln w="12700">
            <a:miter lim="400000"/>
          </a:ln>
        </p:spPr>
        <p:txBody>
          <a:bodyPr lIns="109727" tIns="109727" rIns="109727" bIns="109727"/>
          <a:lstStyle/>
          <a:p>
            <a:endParaRPr/>
          </a:p>
        </p:txBody>
      </p:sp>
      <p:sp>
        <p:nvSpPr>
          <p:cNvPr id="603" name="Shape"/>
          <p:cNvSpPr/>
          <p:nvPr/>
        </p:nvSpPr>
        <p:spPr>
          <a:xfrm>
            <a:off x="16795787" y="7568775"/>
            <a:ext cx="399275" cy="391282"/>
          </a:xfrm>
          <a:custGeom>
            <a:avLst/>
            <a:gdLst/>
            <a:ahLst/>
            <a:cxnLst>
              <a:cxn ang="0">
                <a:pos x="wd2" y="hd2"/>
              </a:cxn>
              <a:cxn ang="5400000">
                <a:pos x="wd2" y="hd2"/>
              </a:cxn>
              <a:cxn ang="10800000">
                <a:pos x="wd2" y="hd2"/>
              </a:cxn>
              <a:cxn ang="16200000">
                <a:pos x="wd2" y="hd2"/>
              </a:cxn>
            </a:cxnLst>
            <a:rect l="0" t="0" r="r" b="b"/>
            <a:pathLst>
              <a:path w="20863" h="21030" extrusionOk="0">
                <a:moveTo>
                  <a:pt x="15342" y="14305"/>
                </a:moveTo>
                <a:cubicBezTo>
                  <a:pt x="15544" y="16547"/>
                  <a:pt x="13929" y="19604"/>
                  <a:pt x="11103" y="21030"/>
                </a:cubicBezTo>
                <a:cubicBezTo>
                  <a:pt x="12112" y="19604"/>
                  <a:pt x="12516" y="18177"/>
                  <a:pt x="11305" y="16343"/>
                </a:cubicBezTo>
                <a:cubicBezTo>
                  <a:pt x="12314" y="15936"/>
                  <a:pt x="14333" y="15121"/>
                  <a:pt x="15342" y="14305"/>
                </a:cubicBezTo>
                <a:close/>
                <a:moveTo>
                  <a:pt x="8075" y="18177"/>
                </a:moveTo>
                <a:cubicBezTo>
                  <a:pt x="8277" y="19807"/>
                  <a:pt x="7267" y="20826"/>
                  <a:pt x="6056" y="21030"/>
                </a:cubicBezTo>
                <a:cubicBezTo>
                  <a:pt x="5450" y="21030"/>
                  <a:pt x="4845" y="20826"/>
                  <a:pt x="4239" y="20215"/>
                </a:cubicBezTo>
                <a:cubicBezTo>
                  <a:pt x="3028" y="20826"/>
                  <a:pt x="1817" y="20215"/>
                  <a:pt x="1211" y="19400"/>
                </a:cubicBezTo>
                <a:cubicBezTo>
                  <a:pt x="606" y="18585"/>
                  <a:pt x="606" y="17770"/>
                  <a:pt x="807" y="16955"/>
                </a:cubicBezTo>
                <a:cubicBezTo>
                  <a:pt x="202" y="16343"/>
                  <a:pt x="0" y="15732"/>
                  <a:pt x="202" y="14917"/>
                </a:cubicBezTo>
                <a:cubicBezTo>
                  <a:pt x="202" y="13694"/>
                  <a:pt x="1211" y="12675"/>
                  <a:pt x="2826" y="12879"/>
                </a:cubicBezTo>
                <a:cubicBezTo>
                  <a:pt x="3028" y="13898"/>
                  <a:pt x="3028" y="13898"/>
                  <a:pt x="3028" y="13898"/>
                </a:cubicBezTo>
                <a:cubicBezTo>
                  <a:pt x="2422" y="13898"/>
                  <a:pt x="2019" y="14102"/>
                  <a:pt x="1615" y="14305"/>
                </a:cubicBezTo>
                <a:cubicBezTo>
                  <a:pt x="1009" y="14917"/>
                  <a:pt x="1211" y="16139"/>
                  <a:pt x="2221" y="16547"/>
                </a:cubicBezTo>
                <a:cubicBezTo>
                  <a:pt x="1615" y="17158"/>
                  <a:pt x="1615" y="18177"/>
                  <a:pt x="2221" y="18788"/>
                </a:cubicBezTo>
                <a:cubicBezTo>
                  <a:pt x="2826" y="19400"/>
                  <a:pt x="3836" y="19604"/>
                  <a:pt x="4643" y="18788"/>
                </a:cubicBezTo>
                <a:cubicBezTo>
                  <a:pt x="4845" y="20011"/>
                  <a:pt x="6258" y="20011"/>
                  <a:pt x="6662" y="19400"/>
                </a:cubicBezTo>
                <a:cubicBezTo>
                  <a:pt x="7065" y="19196"/>
                  <a:pt x="7065" y="18585"/>
                  <a:pt x="7065" y="17973"/>
                </a:cubicBezTo>
                <a:lnTo>
                  <a:pt x="8075" y="18177"/>
                </a:lnTo>
                <a:close/>
                <a:moveTo>
                  <a:pt x="0" y="9822"/>
                </a:moveTo>
                <a:cubicBezTo>
                  <a:pt x="1413" y="6970"/>
                  <a:pt x="4643" y="5339"/>
                  <a:pt x="6662" y="5543"/>
                </a:cubicBezTo>
                <a:cubicBezTo>
                  <a:pt x="5854" y="6766"/>
                  <a:pt x="5047" y="8600"/>
                  <a:pt x="4643" y="9619"/>
                </a:cubicBezTo>
                <a:cubicBezTo>
                  <a:pt x="3028" y="8600"/>
                  <a:pt x="1413" y="8804"/>
                  <a:pt x="0" y="9822"/>
                </a:cubicBezTo>
                <a:close/>
                <a:moveTo>
                  <a:pt x="5854" y="13083"/>
                </a:moveTo>
                <a:cubicBezTo>
                  <a:pt x="6662" y="13898"/>
                  <a:pt x="6662" y="13898"/>
                  <a:pt x="6662" y="13898"/>
                </a:cubicBezTo>
                <a:cubicBezTo>
                  <a:pt x="5854" y="14713"/>
                  <a:pt x="4845" y="15528"/>
                  <a:pt x="3230" y="15936"/>
                </a:cubicBezTo>
                <a:cubicBezTo>
                  <a:pt x="3028" y="14917"/>
                  <a:pt x="3028" y="14917"/>
                  <a:pt x="3028" y="14917"/>
                </a:cubicBezTo>
                <a:cubicBezTo>
                  <a:pt x="4239" y="14509"/>
                  <a:pt x="5249" y="13694"/>
                  <a:pt x="5854" y="13083"/>
                </a:cubicBezTo>
                <a:close/>
                <a:moveTo>
                  <a:pt x="7267" y="14305"/>
                </a:moveTo>
                <a:cubicBezTo>
                  <a:pt x="8075" y="15121"/>
                  <a:pt x="8075" y="15121"/>
                  <a:pt x="8075" y="15121"/>
                </a:cubicBezTo>
                <a:cubicBezTo>
                  <a:pt x="7267" y="15936"/>
                  <a:pt x="6460" y="16751"/>
                  <a:pt x="6258" y="18177"/>
                </a:cubicBezTo>
                <a:cubicBezTo>
                  <a:pt x="5047" y="17770"/>
                  <a:pt x="5047" y="17770"/>
                  <a:pt x="5047" y="17770"/>
                </a:cubicBezTo>
                <a:cubicBezTo>
                  <a:pt x="5450" y="16343"/>
                  <a:pt x="6460" y="15121"/>
                  <a:pt x="7267" y="14305"/>
                </a:cubicBezTo>
                <a:close/>
                <a:moveTo>
                  <a:pt x="16957" y="6766"/>
                </a:moveTo>
                <a:cubicBezTo>
                  <a:pt x="16150" y="7377"/>
                  <a:pt x="14938" y="7377"/>
                  <a:pt x="14333" y="6766"/>
                </a:cubicBezTo>
                <a:cubicBezTo>
                  <a:pt x="13525" y="5951"/>
                  <a:pt x="13525" y="4728"/>
                  <a:pt x="14333" y="3913"/>
                </a:cubicBezTo>
                <a:cubicBezTo>
                  <a:pt x="14938" y="3302"/>
                  <a:pt x="16150" y="3302"/>
                  <a:pt x="16957" y="3913"/>
                </a:cubicBezTo>
                <a:cubicBezTo>
                  <a:pt x="17764" y="4728"/>
                  <a:pt x="17764" y="5951"/>
                  <a:pt x="16957" y="6766"/>
                </a:cubicBezTo>
                <a:close/>
                <a:moveTo>
                  <a:pt x="13323" y="9415"/>
                </a:moveTo>
                <a:cubicBezTo>
                  <a:pt x="12718" y="9822"/>
                  <a:pt x="12112" y="9822"/>
                  <a:pt x="11507" y="9415"/>
                </a:cubicBezTo>
                <a:cubicBezTo>
                  <a:pt x="11103" y="9007"/>
                  <a:pt x="11103" y="8192"/>
                  <a:pt x="11507" y="7785"/>
                </a:cubicBezTo>
                <a:cubicBezTo>
                  <a:pt x="12112" y="7377"/>
                  <a:pt x="12718" y="7377"/>
                  <a:pt x="13323" y="7785"/>
                </a:cubicBezTo>
                <a:cubicBezTo>
                  <a:pt x="13727" y="8192"/>
                  <a:pt x="13727" y="9007"/>
                  <a:pt x="13323" y="9415"/>
                </a:cubicBezTo>
                <a:close/>
                <a:moveTo>
                  <a:pt x="20793" y="41"/>
                </a:moveTo>
                <a:cubicBezTo>
                  <a:pt x="12314" y="-570"/>
                  <a:pt x="7469" y="5747"/>
                  <a:pt x="5854" y="10841"/>
                </a:cubicBezTo>
                <a:cubicBezTo>
                  <a:pt x="10295" y="15121"/>
                  <a:pt x="10295" y="15121"/>
                  <a:pt x="10295" y="15121"/>
                </a:cubicBezTo>
                <a:cubicBezTo>
                  <a:pt x="15342" y="13287"/>
                  <a:pt x="21600" y="8600"/>
                  <a:pt x="20793" y="41"/>
                </a:cubicBezTo>
                <a:close/>
              </a:path>
            </a:pathLst>
          </a:custGeom>
          <a:solidFill>
            <a:schemeClr val="accent4">
              <a:lumOff val="58054"/>
            </a:schemeClr>
          </a:solidFill>
          <a:ln w="12700">
            <a:miter lim="400000"/>
          </a:ln>
        </p:spPr>
        <p:txBody>
          <a:bodyPr lIns="109727" tIns="109727" rIns="109727" bIns="109727"/>
          <a:lstStyle/>
          <a:p>
            <a:endParaRPr/>
          </a:p>
        </p:txBody>
      </p:sp>
      <p:sp>
        <p:nvSpPr>
          <p:cNvPr id="604" name="Shape"/>
          <p:cNvSpPr/>
          <p:nvPr/>
        </p:nvSpPr>
        <p:spPr>
          <a:xfrm>
            <a:off x="16807270" y="8533344"/>
            <a:ext cx="390406" cy="332994"/>
          </a:xfrm>
          <a:custGeom>
            <a:avLst/>
            <a:gdLst/>
            <a:ahLst/>
            <a:cxnLst>
              <a:cxn ang="0">
                <a:pos x="wd2" y="hd2"/>
              </a:cxn>
              <a:cxn ang="5400000">
                <a:pos x="wd2" y="hd2"/>
              </a:cxn>
              <a:cxn ang="10800000">
                <a:pos x="wd2" y="hd2"/>
              </a:cxn>
              <a:cxn ang="16200000">
                <a:pos x="wd2" y="hd2"/>
              </a:cxn>
            </a:cxnLst>
            <a:rect l="0" t="0" r="r" b="b"/>
            <a:pathLst>
              <a:path w="21600" h="21600" extrusionOk="0">
                <a:moveTo>
                  <a:pt x="20761" y="7878"/>
                </a:moveTo>
                <a:cubicBezTo>
                  <a:pt x="19503" y="7878"/>
                  <a:pt x="19503" y="7878"/>
                  <a:pt x="19503" y="7878"/>
                </a:cubicBezTo>
                <a:cubicBezTo>
                  <a:pt x="19503" y="13722"/>
                  <a:pt x="19503" y="13722"/>
                  <a:pt x="19503" y="13722"/>
                </a:cubicBezTo>
                <a:cubicBezTo>
                  <a:pt x="20761" y="13722"/>
                  <a:pt x="20761" y="13722"/>
                  <a:pt x="20761" y="13722"/>
                </a:cubicBezTo>
                <a:cubicBezTo>
                  <a:pt x="21181" y="13722"/>
                  <a:pt x="21600" y="13214"/>
                  <a:pt x="21600" y="12706"/>
                </a:cubicBezTo>
                <a:cubicBezTo>
                  <a:pt x="21600" y="8894"/>
                  <a:pt x="21600" y="8894"/>
                  <a:pt x="21600" y="8894"/>
                </a:cubicBezTo>
                <a:cubicBezTo>
                  <a:pt x="21600" y="8386"/>
                  <a:pt x="21181" y="7878"/>
                  <a:pt x="20761" y="7878"/>
                </a:cubicBezTo>
                <a:close/>
                <a:moveTo>
                  <a:pt x="3775" y="4574"/>
                </a:moveTo>
                <a:cubicBezTo>
                  <a:pt x="0" y="4574"/>
                  <a:pt x="0" y="4574"/>
                  <a:pt x="0" y="4574"/>
                </a:cubicBezTo>
                <a:cubicBezTo>
                  <a:pt x="0" y="17280"/>
                  <a:pt x="0" y="17280"/>
                  <a:pt x="0" y="17280"/>
                </a:cubicBezTo>
                <a:cubicBezTo>
                  <a:pt x="10276" y="17280"/>
                  <a:pt x="10276" y="17280"/>
                  <a:pt x="10276" y="17280"/>
                </a:cubicBezTo>
                <a:lnTo>
                  <a:pt x="3775" y="4574"/>
                </a:lnTo>
                <a:close/>
                <a:moveTo>
                  <a:pt x="18454" y="17280"/>
                </a:moveTo>
                <a:cubicBezTo>
                  <a:pt x="14470" y="17280"/>
                  <a:pt x="14470" y="17280"/>
                  <a:pt x="14470" y="17280"/>
                </a:cubicBezTo>
                <a:cubicBezTo>
                  <a:pt x="16148" y="20075"/>
                  <a:pt x="16148" y="20075"/>
                  <a:pt x="16148" y="20075"/>
                </a:cubicBezTo>
                <a:cubicBezTo>
                  <a:pt x="14260" y="21600"/>
                  <a:pt x="14260" y="21600"/>
                  <a:pt x="14260" y="21600"/>
                </a:cubicBezTo>
                <a:cubicBezTo>
                  <a:pt x="3984" y="1271"/>
                  <a:pt x="3984" y="1271"/>
                  <a:pt x="3984" y="1271"/>
                </a:cubicBezTo>
                <a:cubicBezTo>
                  <a:pt x="5872" y="0"/>
                  <a:pt x="5872" y="0"/>
                  <a:pt x="5872" y="0"/>
                </a:cubicBezTo>
                <a:cubicBezTo>
                  <a:pt x="8179" y="4574"/>
                  <a:pt x="8179" y="4574"/>
                  <a:pt x="8179" y="4574"/>
                </a:cubicBezTo>
                <a:cubicBezTo>
                  <a:pt x="18454" y="4574"/>
                  <a:pt x="18454" y="4574"/>
                  <a:pt x="18454" y="4574"/>
                </a:cubicBezTo>
                <a:lnTo>
                  <a:pt x="18454" y="17280"/>
                </a:lnTo>
                <a:close/>
              </a:path>
            </a:pathLst>
          </a:custGeom>
          <a:solidFill>
            <a:schemeClr val="accent4">
              <a:lumOff val="58054"/>
            </a:schemeClr>
          </a:solidFill>
          <a:ln w="12700">
            <a:miter lim="400000"/>
          </a:ln>
        </p:spPr>
        <p:txBody>
          <a:bodyPr lIns="109727" tIns="109727" rIns="109727" bIns="109727"/>
          <a:lstStyle/>
          <a:p>
            <a:endParaRPr/>
          </a:p>
        </p:txBody>
      </p:sp>
      <p:sp>
        <p:nvSpPr>
          <p:cNvPr id="605" name="Shape"/>
          <p:cNvSpPr/>
          <p:nvPr/>
        </p:nvSpPr>
        <p:spPr>
          <a:xfrm>
            <a:off x="16807270" y="9530391"/>
            <a:ext cx="390406" cy="218173"/>
          </a:xfrm>
          <a:custGeom>
            <a:avLst/>
            <a:gdLst/>
            <a:ahLst/>
            <a:cxnLst>
              <a:cxn ang="0">
                <a:pos x="wd2" y="hd2"/>
              </a:cxn>
              <a:cxn ang="5400000">
                <a:pos x="wd2" y="hd2"/>
              </a:cxn>
              <a:cxn ang="10800000">
                <a:pos x="wd2" y="hd2"/>
              </a:cxn>
              <a:cxn ang="16200000">
                <a:pos x="wd2" y="hd2"/>
              </a:cxn>
            </a:cxnLst>
            <a:rect l="0" t="0" r="r" b="b"/>
            <a:pathLst>
              <a:path w="21600" h="21600" extrusionOk="0">
                <a:moveTo>
                  <a:pt x="15882" y="0"/>
                </a:moveTo>
                <a:lnTo>
                  <a:pt x="0" y="0"/>
                </a:lnTo>
                <a:lnTo>
                  <a:pt x="5718" y="10232"/>
                </a:lnTo>
                <a:lnTo>
                  <a:pt x="0" y="21600"/>
                </a:lnTo>
                <a:lnTo>
                  <a:pt x="15882" y="21600"/>
                </a:lnTo>
                <a:lnTo>
                  <a:pt x="21600" y="10232"/>
                </a:lnTo>
                <a:lnTo>
                  <a:pt x="15882" y="0"/>
                </a:lnTo>
                <a:close/>
              </a:path>
            </a:pathLst>
          </a:custGeom>
          <a:solidFill>
            <a:schemeClr val="accent4">
              <a:lumOff val="58054"/>
            </a:schemeClr>
          </a:solidFill>
          <a:ln w="12700">
            <a:miter lim="400000"/>
          </a:ln>
        </p:spPr>
        <p:txBody>
          <a:bodyPr lIns="109727" tIns="109727" rIns="109727" bIns="109727"/>
          <a:lstStyle/>
          <a:p>
            <a:endParaRPr/>
          </a:p>
        </p:txBody>
      </p:sp>
      <p:sp>
        <p:nvSpPr>
          <p:cNvPr id="606" name="Shape"/>
          <p:cNvSpPr/>
          <p:nvPr/>
        </p:nvSpPr>
        <p:spPr>
          <a:xfrm>
            <a:off x="14997180" y="9461494"/>
            <a:ext cx="398027" cy="355962"/>
          </a:xfrm>
          <a:custGeom>
            <a:avLst/>
            <a:gdLst/>
            <a:ahLst/>
            <a:cxnLst>
              <a:cxn ang="0">
                <a:pos x="wd2" y="hd2"/>
              </a:cxn>
              <a:cxn ang="5400000">
                <a:pos x="wd2" y="hd2"/>
              </a:cxn>
              <a:cxn ang="10800000">
                <a:pos x="wd2" y="hd2"/>
              </a:cxn>
              <a:cxn ang="16200000">
                <a:pos x="wd2" y="hd2"/>
              </a:cxn>
            </a:cxnLst>
            <a:rect l="0" t="0" r="r" b="b"/>
            <a:pathLst>
              <a:path w="21392" h="21600" extrusionOk="0">
                <a:moveTo>
                  <a:pt x="11942" y="8962"/>
                </a:moveTo>
                <a:cubicBezTo>
                  <a:pt x="11942" y="8272"/>
                  <a:pt x="11319" y="7583"/>
                  <a:pt x="10696" y="7583"/>
                </a:cubicBezTo>
                <a:cubicBezTo>
                  <a:pt x="10073" y="7583"/>
                  <a:pt x="9450" y="8272"/>
                  <a:pt x="9450" y="8962"/>
                </a:cubicBezTo>
                <a:cubicBezTo>
                  <a:pt x="9450" y="9651"/>
                  <a:pt x="10073" y="10340"/>
                  <a:pt x="10696" y="10340"/>
                </a:cubicBezTo>
                <a:cubicBezTo>
                  <a:pt x="11319" y="10340"/>
                  <a:pt x="11942" y="9651"/>
                  <a:pt x="11942" y="8962"/>
                </a:cubicBezTo>
                <a:close/>
                <a:moveTo>
                  <a:pt x="17550" y="11489"/>
                </a:moveTo>
                <a:cubicBezTo>
                  <a:pt x="4050" y="11489"/>
                  <a:pt x="4050" y="11489"/>
                  <a:pt x="4050" y="11489"/>
                </a:cubicBezTo>
                <a:cubicBezTo>
                  <a:pt x="10696" y="5055"/>
                  <a:pt x="10696" y="5055"/>
                  <a:pt x="10696" y="5055"/>
                </a:cubicBezTo>
                <a:lnTo>
                  <a:pt x="17550" y="11489"/>
                </a:lnTo>
                <a:close/>
                <a:moveTo>
                  <a:pt x="18588" y="6204"/>
                </a:moveTo>
                <a:cubicBezTo>
                  <a:pt x="16096" y="3677"/>
                  <a:pt x="16096" y="3677"/>
                  <a:pt x="16096" y="3677"/>
                </a:cubicBezTo>
                <a:cubicBezTo>
                  <a:pt x="16096" y="1379"/>
                  <a:pt x="16096" y="1379"/>
                  <a:pt x="16096" y="1379"/>
                </a:cubicBezTo>
                <a:cubicBezTo>
                  <a:pt x="18588" y="1379"/>
                  <a:pt x="18588" y="1379"/>
                  <a:pt x="18588" y="1379"/>
                </a:cubicBezTo>
                <a:lnTo>
                  <a:pt x="18588" y="6204"/>
                </a:lnTo>
                <a:close/>
                <a:moveTo>
                  <a:pt x="18173" y="14936"/>
                </a:moveTo>
                <a:cubicBezTo>
                  <a:pt x="18796" y="14936"/>
                  <a:pt x="19211" y="14477"/>
                  <a:pt x="19211" y="13787"/>
                </a:cubicBezTo>
                <a:cubicBezTo>
                  <a:pt x="19211" y="13328"/>
                  <a:pt x="18796" y="12868"/>
                  <a:pt x="18173" y="12868"/>
                </a:cubicBezTo>
                <a:cubicBezTo>
                  <a:pt x="12565" y="12868"/>
                  <a:pt x="12565" y="12868"/>
                  <a:pt x="12565" y="12868"/>
                </a:cubicBezTo>
                <a:cubicBezTo>
                  <a:pt x="12565" y="18383"/>
                  <a:pt x="12565" y="18383"/>
                  <a:pt x="12565" y="18383"/>
                </a:cubicBezTo>
                <a:cubicBezTo>
                  <a:pt x="18173" y="18383"/>
                  <a:pt x="18173" y="18383"/>
                  <a:pt x="18173" y="18383"/>
                </a:cubicBezTo>
                <a:cubicBezTo>
                  <a:pt x="18796" y="18383"/>
                  <a:pt x="19211" y="17923"/>
                  <a:pt x="19211" y="17234"/>
                </a:cubicBezTo>
                <a:cubicBezTo>
                  <a:pt x="19211" y="16774"/>
                  <a:pt x="18796" y="16315"/>
                  <a:pt x="18173" y="16315"/>
                </a:cubicBezTo>
                <a:cubicBezTo>
                  <a:pt x="15473" y="16315"/>
                  <a:pt x="15473" y="16315"/>
                  <a:pt x="15473" y="16315"/>
                </a:cubicBezTo>
                <a:cubicBezTo>
                  <a:pt x="15473" y="14936"/>
                  <a:pt x="15473" y="14936"/>
                  <a:pt x="15473" y="14936"/>
                </a:cubicBezTo>
                <a:lnTo>
                  <a:pt x="18173" y="14936"/>
                </a:lnTo>
                <a:close/>
                <a:moveTo>
                  <a:pt x="3219" y="12868"/>
                </a:moveTo>
                <a:cubicBezTo>
                  <a:pt x="2804" y="12868"/>
                  <a:pt x="2388" y="13328"/>
                  <a:pt x="2388" y="13787"/>
                </a:cubicBezTo>
                <a:cubicBezTo>
                  <a:pt x="2388" y="14477"/>
                  <a:pt x="2804" y="14936"/>
                  <a:pt x="3219" y="14936"/>
                </a:cubicBezTo>
                <a:cubicBezTo>
                  <a:pt x="5919" y="14936"/>
                  <a:pt x="5919" y="14936"/>
                  <a:pt x="5919" y="14936"/>
                </a:cubicBezTo>
                <a:cubicBezTo>
                  <a:pt x="5919" y="16315"/>
                  <a:pt x="5919" y="16315"/>
                  <a:pt x="5919" y="16315"/>
                </a:cubicBezTo>
                <a:cubicBezTo>
                  <a:pt x="3219" y="16315"/>
                  <a:pt x="3219" y="16315"/>
                  <a:pt x="3219" y="16315"/>
                </a:cubicBezTo>
                <a:cubicBezTo>
                  <a:pt x="2804" y="16315"/>
                  <a:pt x="2388" y="16774"/>
                  <a:pt x="2388" y="17234"/>
                </a:cubicBezTo>
                <a:cubicBezTo>
                  <a:pt x="2388" y="17923"/>
                  <a:pt x="2804" y="18383"/>
                  <a:pt x="3219" y="18383"/>
                </a:cubicBezTo>
                <a:cubicBezTo>
                  <a:pt x="8827" y="18383"/>
                  <a:pt x="8827" y="18383"/>
                  <a:pt x="8827" y="18383"/>
                </a:cubicBezTo>
                <a:cubicBezTo>
                  <a:pt x="8827" y="12868"/>
                  <a:pt x="8827" y="12868"/>
                  <a:pt x="8827" y="12868"/>
                </a:cubicBezTo>
                <a:lnTo>
                  <a:pt x="3219" y="12868"/>
                </a:lnTo>
                <a:close/>
                <a:moveTo>
                  <a:pt x="10696" y="0"/>
                </a:moveTo>
                <a:cubicBezTo>
                  <a:pt x="311" y="10340"/>
                  <a:pt x="311" y="10340"/>
                  <a:pt x="311" y="10340"/>
                </a:cubicBezTo>
                <a:cubicBezTo>
                  <a:pt x="-104" y="10800"/>
                  <a:pt x="-104" y="11489"/>
                  <a:pt x="311" y="11949"/>
                </a:cubicBezTo>
                <a:cubicBezTo>
                  <a:pt x="727" y="12409"/>
                  <a:pt x="1142" y="12409"/>
                  <a:pt x="1558" y="11949"/>
                </a:cubicBezTo>
                <a:cubicBezTo>
                  <a:pt x="10696" y="3217"/>
                  <a:pt x="10696" y="3217"/>
                  <a:pt x="10696" y="3217"/>
                </a:cubicBezTo>
                <a:cubicBezTo>
                  <a:pt x="19627" y="11949"/>
                  <a:pt x="19627" y="11949"/>
                  <a:pt x="19627" y="11949"/>
                </a:cubicBezTo>
                <a:cubicBezTo>
                  <a:pt x="20042" y="12409"/>
                  <a:pt x="20665" y="12179"/>
                  <a:pt x="21081" y="11949"/>
                </a:cubicBezTo>
                <a:cubicBezTo>
                  <a:pt x="21496" y="11489"/>
                  <a:pt x="21496" y="10570"/>
                  <a:pt x="21081" y="10340"/>
                </a:cubicBezTo>
                <a:cubicBezTo>
                  <a:pt x="10696" y="0"/>
                  <a:pt x="10696" y="0"/>
                  <a:pt x="10696" y="0"/>
                </a:cubicBezTo>
                <a:close/>
                <a:moveTo>
                  <a:pt x="2388" y="20681"/>
                </a:moveTo>
                <a:cubicBezTo>
                  <a:pt x="2388" y="19991"/>
                  <a:pt x="2804" y="19532"/>
                  <a:pt x="3219" y="19532"/>
                </a:cubicBezTo>
                <a:cubicBezTo>
                  <a:pt x="18173" y="19532"/>
                  <a:pt x="18173" y="19532"/>
                  <a:pt x="18173" y="19532"/>
                </a:cubicBezTo>
                <a:cubicBezTo>
                  <a:pt x="18796" y="19532"/>
                  <a:pt x="19211" y="19991"/>
                  <a:pt x="19211" y="20681"/>
                </a:cubicBezTo>
                <a:cubicBezTo>
                  <a:pt x="19211" y="21140"/>
                  <a:pt x="18796" y="21600"/>
                  <a:pt x="18173" y="21600"/>
                </a:cubicBezTo>
                <a:cubicBezTo>
                  <a:pt x="3219" y="21600"/>
                  <a:pt x="3219" y="21600"/>
                  <a:pt x="3219" y="21600"/>
                </a:cubicBezTo>
                <a:cubicBezTo>
                  <a:pt x="2804" y="21600"/>
                  <a:pt x="2388" y="21140"/>
                  <a:pt x="2388" y="20681"/>
                </a:cubicBezTo>
                <a:close/>
              </a:path>
            </a:pathLst>
          </a:custGeom>
          <a:solidFill>
            <a:schemeClr val="accent4">
              <a:lumOff val="58054"/>
            </a:schemeClr>
          </a:solidFill>
          <a:ln w="12700">
            <a:miter lim="400000"/>
          </a:ln>
        </p:spPr>
        <p:txBody>
          <a:bodyPr lIns="109727" tIns="109727" rIns="109727" bIns="109727"/>
          <a:lstStyle/>
          <a:p>
            <a:endParaRPr/>
          </a:p>
        </p:txBody>
      </p:sp>
      <p:sp>
        <p:nvSpPr>
          <p:cNvPr id="607" name="Shape"/>
          <p:cNvSpPr/>
          <p:nvPr/>
        </p:nvSpPr>
        <p:spPr>
          <a:xfrm>
            <a:off x="10340309" y="10444901"/>
            <a:ext cx="390406" cy="344473"/>
          </a:xfrm>
          <a:custGeom>
            <a:avLst/>
            <a:gdLst/>
            <a:ahLst/>
            <a:cxnLst>
              <a:cxn ang="0">
                <a:pos x="wd2" y="hd2"/>
              </a:cxn>
              <a:cxn ang="5400000">
                <a:pos x="wd2" y="hd2"/>
              </a:cxn>
              <a:cxn ang="10800000">
                <a:pos x="wd2" y="hd2"/>
              </a:cxn>
              <a:cxn ang="16200000">
                <a:pos x="wd2" y="hd2"/>
              </a:cxn>
            </a:cxnLst>
            <a:rect l="0" t="0" r="r" b="b"/>
            <a:pathLst>
              <a:path w="21600" h="21600" extrusionOk="0">
                <a:moveTo>
                  <a:pt x="14470" y="13920"/>
                </a:moveTo>
                <a:cubicBezTo>
                  <a:pt x="13631" y="14880"/>
                  <a:pt x="12373" y="15360"/>
                  <a:pt x="10905" y="15360"/>
                </a:cubicBezTo>
                <a:cubicBezTo>
                  <a:pt x="9227" y="15360"/>
                  <a:pt x="8179" y="14880"/>
                  <a:pt x="7130" y="13920"/>
                </a:cubicBezTo>
                <a:cubicBezTo>
                  <a:pt x="6920" y="14160"/>
                  <a:pt x="6920" y="14160"/>
                  <a:pt x="6920" y="14160"/>
                </a:cubicBezTo>
                <a:cubicBezTo>
                  <a:pt x="7550" y="15600"/>
                  <a:pt x="9017" y="17040"/>
                  <a:pt x="10905" y="17040"/>
                </a:cubicBezTo>
                <a:cubicBezTo>
                  <a:pt x="12792" y="17040"/>
                  <a:pt x="14050" y="15600"/>
                  <a:pt x="14889" y="14160"/>
                </a:cubicBezTo>
                <a:lnTo>
                  <a:pt x="14470" y="13920"/>
                </a:lnTo>
                <a:close/>
                <a:moveTo>
                  <a:pt x="13002" y="9360"/>
                </a:moveTo>
                <a:cubicBezTo>
                  <a:pt x="12373" y="9360"/>
                  <a:pt x="11953" y="10080"/>
                  <a:pt x="11953" y="10800"/>
                </a:cubicBezTo>
                <a:cubicBezTo>
                  <a:pt x="11953" y="11520"/>
                  <a:pt x="12373" y="12000"/>
                  <a:pt x="13002" y="12000"/>
                </a:cubicBezTo>
                <a:cubicBezTo>
                  <a:pt x="13631" y="12000"/>
                  <a:pt x="14260" y="11520"/>
                  <a:pt x="14260" y="10800"/>
                </a:cubicBezTo>
                <a:cubicBezTo>
                  <a:pt x="14260" y="10080"/>
                  <a:pt x="13631" y="9360"/>
                  <a:pt x="13002" y="9360"/>
                </a:cubicBezTo>
                <a:close/>
                <a:moveTo>
                  <a:pt x="8598" y="9360"/>
                </a:moveTo>
                <a:cubicBezTo>
                  <a:pt x="7969" y="9360"/>
                  <a:pt x="7550" y="10080"/>
                  <a:pt x="7550" y="10800"/>
                </a:cubicBezTo>
                <a:cubicBezTo>
                  <a:pt x="7550" y="11520"/>
                  <a:pt x="7969" y="12000"/>
                  <a:pt x="8598" y="12000"/>
                </a:cubicBezTo>
                <a:cubicBezTo>
                  <a:pt x="9227" y="12000"/>
                  <a:pt x="9856" y="11520"/>
                  <a:pt x="9856" y="10800"/>
                </a:cubicBezTo>
                <a:cubicBezTo>
                  <a:pt x="9856" y="10080"/>
                  <a:pt x="9227" y="9360"/>
                  <a:pt x="8598" y="9360"/>
                </a:cubicBezTo>
                <a:close/>
                <a:moveTo>
                  <a:pt x="3146" y="19200"/>
                </a:moveTo>
                <a:cubicBezTo>
                  <a:pt x="3146" y="7200"/>
                  <a:pt x="3146" y="7200"/>
                  <a:pt x="3146" y="7200"/>
                </a:cubicBezTo>
                <a:cubicBezTo>
                  <a:pt x="18454" y="7200"/>
                  <a:pt x="18454" y="7200"/>
                  <a:pt x="18454" y="7200"/>
                </a:cubicBezTo>
                <a:cubicBezTo>
                  <a:pt x="18454" y="19200"/>
                  <a:pt x="18454" y="19200"/>
                  <a:pt x="18454" y="19200"/>
                </a:cubicBezTo>
                <a:lnTo>
                  <a:pt x="3146" y="19200"/>
                </a:lnTo>
                <a:close/>
                <a:moveTo>
                  <a:pt x="11744" y="4800"/>
                </a:moveTo>
                <a:cubicBezTo>
                  <a:pt x="15099" y="960"/>
                  <a:pt x="15099" y="960"/>
                  <a:pt x="15099" y="960"/>
                </a:cubicBezTo>
                <a:cubicBezTo>
                  <a:pt x="14260" y="0"/>
                  <a:pt x="14260" y="0"/>
                  <a:pt x="14260" y="0"/>
                </a:cubicBezTo>
                <a:cubicBezTo>
                  <a:pt x="10905" y="4080"/>
                  <a:pt x="10905" y="4080"/>
                  <a:pt x="10905" y="4080"/>
                </a:cubicBezTo>
                <a:cubicBezTo>
                  <a:pt x="7340" y="0"/>
                  <a:pt x="7340" y="0"/>
                  <a:pt x="7340" y="0"/>
                </a:cubicBezTo>
                <a:cubicBezTo>
                  <a:pt x="6501" y="960"/>
                  <a:pt x="6501" y="960"/>
                  <a:pt x="6501" y="960"/>
                </a:cubicBezTo>
                <a:cubicBezTo>
                  <a:pt x="10066" y="4800"/>
                  <a:pt x="10066" y="4800"/>
                  <a:pt x="10066" y="4800"/>
                </a:cubicBezTo>
                <a:cubicBezTo>
                  <a:pt x="0" y="4800"/>
                  <a:pt x="0" y="4800"/>
                  <a:pt x="0" y="4800"/>
                </a:cubicBezTo>
                <a:cubicBezTo>
                  <a:pt x="0" y="21600"/>
                  <a:pt x="0" y="21600"/>
                  <a:pt x="0" y="21600"/>
                </a:cubicBezTo>
                <a:cubicBezTo>
                  <a:pt x="21600" y="21600"/>
                  <a:pt x="21600" y="21600"/>
                  <a:pt x="21600" y="21600"/>
                </a:cubicBezTo>
                <a:cubicBezTo>
                  <a:pt x="21600" y="4800"/>
                  <a:pt x="21600" y="4800"/>
                  <a:pt x="21600" y="4800"/>
                </a:cubicBezTo>
                <a:cubicBezTo>
                  <a:pt x="11744" y="4800"/>
                  <a:pt x="11744" y="4800"/>
                  <a:pt x="11744" y="4800"/>
                </a:cubicBezTo>
                <a:close/>
              </a:path>
            </a:pathLst>
          </a:custGeom>
          <a:solidFill>
            <a:schemeClr val="accent4">
              <a:lumOff val="58054"/>
            </a:schemeClr>
          </a:solidFill>
          <a:ln w="12700">
            <a:miter lim="400000"/>
          </a:ln>
        </p:spPr>
        <p:txBody>
          <a:bodyPr lIns="109727" tIns="109727" rIns="109727" bIns="109727"/>
          <a:lstStyle/>
          <a:p>
            <a:endParaRPr/>
          </a:p>
        </p:txBody>
      </p:sp>
      <p:sp>
        <p:nvSpPr>
          <p:cNvPr id="608" name="Shape"/>
          <p:cNvSpPr/>
          <p:nvPr/>
        </p:nvSpPr>
        <p:spPr>
          <a:xfrm>
            <a:off x="16807270" y="11421728"/>
            <a:ext cx="390406" cy="355962"/>
          </a:xfrm>
          <a:custGeom>
            <a:avLst/>
            <a:gdLst/>
            <a:ahLst/>
            <a:cxnLst>
              <a:cxn ang="0">
                <a:pos x="wd2" y="hd2"/>
              </a:cxn>
              <a:cxn ang="5400000">
                <a:pos x="wd2" y="hd2"/>
              </a:cxn>
              <a:cxn ang="10800000">
                <a:pos x="wd2" y="hd2"/>
              </a:cxn>
              <a:cxn ang="16200000">
                <a:pos x="wd2" y="hd2"/>
              </a:cxn>
            </a:cxnLst>
            <a:rect l="0" t="0" r="r" b="b"/>
            <a:pathLst>
              <a:path w="21600" h="21600" extrusionOk="0">
                <a:moveTo>
                  <a:pt x="16777" y="14954"/>
                </a:moveTo>
                <a:cubicBezTo>
                  <a:pt x="13631" y="14954"/>
                  <a:pt x="13631" y="14954"/>
                  <a:pt x="13631" y="14954"/>
                </a:cubicBezTo>
                <a:cubicBezTo>
                  <a:pt x="13631" y="13767"/>
                  <a:pt x="13631" y="13767"/>
                  <a:pt x="13631" y="13767"/>
                </a:cubicBezTo>
                <a:cubicBezTo>
                  <a:pt x="16777" y="13767"/>
                  <a:pt x="16777" y="13767"/>
                  <a:pt x="16777" y="13767"/>
                </a:cubicBezTo>
                <a:lnTo>
                  <a:pt x="16777" y="14954"/>
                </a:lnTo>
                <a:close/>
                <a:moveTo>
                  <a:pt x="15309" y="9495"/>
                </a:moveTo>
                <a:cubicBezTo>
                  <a:pt x="14680" y="9495"/>
                  <a:pt x="14050" y="10207"/>
                  <a:pt x="14050" y="11156"/>
                </a:cubicBezTo>
                <a:cubicBezTo>
                  <a:pt x="14050" y="11868"/>
                  <a:pt x="14680" y="12580"/>
                  <a:pt x="15309" y="12580"/>
                </a:cubicBezTo>
                <a:cubicBezTo>
                  <a:pt x="15938" y="12580"/>
                  <a:pt x="16567" y="11868"/>
                  <a:pt x="16567" y="11156"/>
                </a:cubicBezTo>
                <a:cubicBezTo>
                  <a:pt x="16567" y="10207"/>
                  <a:pt x="15938" y="9495"/>
                  <a:pt x="15309" y="9495"/>
                </a:cubicBezTo>
                <a:close/>
                <a:moveTo>
                  <a:pt x="12373" y="14954"/>
                </a:moveTo>
                <a:cubicBezTo>
                  <a:pt x="9227" y="14954"/>
                  <a:pt x="9227" y="14954"/>
                  <a:pt x="9227" y="14954"/>
                </a:cubicBezTo>
                <a:cubicBezTo>
                  <a:pt x="9227" y="13767"/>
                  <a:pt x="9227" y="13767"/>
                  <a:pt x="9227" y="13767"/>
                </a:cubicBezTo>
                <a:cubicBezTo>
                  <a:pt x="12373" y="13767"/>
                  <a:pt x="12373" y="13767"/>
                  <a:pt x="12373" y="13767"/>
                </a:cubicBezTo>
                <a:lnTo>
                  <a:pt x="12373" y="14954"/>
                </a:lnTo>
                <a:close/>
                <a:moveTo>
                  <a:pt x="10905" y="9495"/>
                </a:moveTo>
                <a:cubicBezTo>
                  <a:pt x="10066" y="9495"/>
                  <a:pt x="9437" y="10207"/>
                  <a:pt x="9437" y="11156"/>
                </a:cubicBezTo>
                <a:cubicBezTo>
                  <a:pt x="9437" y="11868"/>
                  <a:pt x="10066" y="12580"/>
                  <a:pt x="10905" y="12580"/>
                </a:cubicBezTo>
                <a:cubicBezTo>
                  <a:pt x="11534" y="12580"/>
                  <a:pt x="12163" y="11868"/>
                  <a:pt x="12163" y="11156"/>
                </a:cubicBezTo>
                <a:cubicBezTo>
                  <a:pt x="12163" y="10207"/>
                  <a:pt x="11534" y="9495"/>
                  <a:pt x="10905" y="9495"/>
                </a:cubicBezTo>
                <a:close/>
                <a:moveTo>
                  <a:pt x="7969" y="13767"/>
                </a:moveTo>
                <a:cubicBezTo>
                  <a:pt x="4823" y="13767"/>
                  <a:pt x="4823" y="13767"/>
                  <a:pt x="4823" y="13767"/>
                </a:cubicBezTo>
                <a:cubicBezTo>
                  <a:pt x="4823" y="14954"/>
                  <a:pt x="4823" y="14954"/>
                  <a:pt x="4823" y="14954"/>
                </a:cubicBezTo>
                <a:cubicBezTo>
                  <a:pt x="7969" y="14954"/>
                  <a:pt x="7969" y="14954"/>
                  <a:pt x="7969" y="14954"/>
                </a:cubicBezTo>
                <a:lnTo>
                  <a:pt x="7969" y="13767"/>
                </a:lnTo>
                <a:close/>
                <a:moveTo>
                  <a:pt x="7759" y="11156"/>
                </a:moveTo>
                <a:cubicBezTo>
                  <a:pt x="7759" y="11868"/>
                  <a:pt x="7130" y="12580"/>
                  <a:pt x="6291" y="12580"/>
                </a:cubicBezTo>
                <a:cubicBezTo>
                  <a:pt x="5662" y="12580"/>
                  <a:pt x="5033" y="11868"/>
                  <a:pt x="5033" y="11156"/>
                </a:cubicBezTo>
                <a:cubicBezTo>
                  <a:pt x="5033" y="10207"/>
                  <a:pt x="5662" y="9495"/>
                  <a:pt x="6291" y="9495"/>
                </a:cubicBezTo>
                <a:cubicBezTo>
                  <a:pt x="7130" y="9495"/>
                  <a:pt x="7759" y="10207"/>
                  <a:pt x="7759" y="11156"/>
                </a:cubicBezTo>
                <a:close/>
                <a:moveTo>
                  <a:pt x="21600" y="0"/>
                </a:moveTo>
                <a:cubicBezTo>
                  <a:pt x="0" y="0"/>
                  <a:pt x="0" y="0"/>
                  <a:pt x="0" y="0"/>
                </a:cubicBezTo>
                <a:cubicBezTo>
                  <a:pt x="0" y="21600"/>
                  <a:pt x="0" y="21600"/>
                  <a:pt x="0" y="21600"/>
                </a:cubicBezTo>
                <a:cubicBezTo>
                  <a:pt x="21600" y="21600"/>
                  <a:pt x="21600" y="21600"/>
                  <a:pt x="21600" y="21600"/>
                </a:cubicBezTo>
                <a:lnTo>
                  <a:pt x="21600" y="0"/>
                </a:lnTo>
                <a:close/>
                <a:moveTo>
                  <a:pt x="19293" y="5459"/>
                </a:moveTo>
                <a:cubicBezTo>
                  <a:pt x="19293" y="18989"/>
                  <a:pt x="19293" y="18989"/>
                  <a:pt x="19293" y="18989"/>
                </a:cubicBezTo>
                <a:cubicBezTo>
                  <a:pt x="2517" y="18989"/>
                  <a:pt x="2517" y="18989"/>
                  <a:pt x="2517" y="18989"/>
                </a:cubicBezTo>
                <a:cubicBezTo>
                  <a:pt x="2517" y="5459"/>
                  <a:pt x="2517" y="5459"/>
                  <a:pt x="2517" y="5459"/>
                </a:cubicBezTo>
                <a:lnTo>
                  <a:pt x="19293" y="5459"/>
                </a:lnTo>
                <a:close/>
              </a:path>
            </a:pathLst>
          </a:custGeom>
          <a:solidFill>
            <a:schemeClr val="accent4">
              <a:lumOff val="58054"/>
            </a:schemeClr>
          </a:solidFill>
          <a:ln w="12700">
            <a:miter lim="400000"/>
          </a:ln>
        </p:spPr>
        <p:txBody>
          <a:bodyPr lIns="109727" tIns="109727" rIns="109727" bIns="109727"/>
          <a:lstStyle/>
          <a:p>
            <a:endParaRPr/>
          </a:p>
        </p:txBody>
      </p:sp>
      <p:sp>
        <p:nvSpPr>
          <p:cNvPr id="609" name="Shape"/>
          <p:cNvSpPr/>
          <p:nvPr/>
        </p:nvSpPr>
        <p:spPr>
          <a:xfrm>
            <a:off x="16807270" y="12428610"/>
            <a:ext cx="390406" cy="241136"/>
          </a:xfrm>
          <a:custGeom>
            <a:avLst/>
            <a:gdLst/>
            <a:ahLst/>
            <a:cxnLst>
              <a:cxn ang="0">
                <a:pos x="wd2" y="hd2"/>
              </a:cxn>
              <a:cxn ang="5400000">
                <a:pos x="wd2" y="hd2"/>
              </a:cxn>
              <a:cxn ang="10800000">
                <a:pos x="wd2" y="hd2"/>
              </a:cxn>
              <a:cxn ang="16200000">
                <a:pos x="wd2" y="hd2"/>
              </a:cxn>
            </a:cxnLst>
            <a:rect l="0" t="0" r="r" b="b"/>
            <a:pathLst>
              <a:path w="21600" h="21600" extrusionOk="0">
                <a:moveTo>
                  <a:pt x="12373" y="10462"/>
                </a:moveTo>
                <a:cubicBezTo>
                  <a:pt x="10905" y="8100"/>
                  <a:pt x="10905" y="8100"/>
                  <a:pt x="10905" y="8100"/>
                </a:cubicBezTo>
                <a:cubicBezTo>
                  <a:pt x="9437" y="10462"/>
                  <a:pt x="9437" y="10462"/>
                  <a:pt x="9437" y="10462"/>
                </a:cubicBezTo>
                <a:cubicBezTo>
                  <a:pt x="8598" y="9112"/>
                  <a:pt x="8598" y="9112"/>
                  <a:pt x="8598" y="9112"/>
                </a:cubicBezTo>
                <a:cubicBezTo>
                  <a:pt x="10066" y="6750"/>
                  <a:pt x="10066" y="6750"/>
                  <a:pt x="10066" y="6750"/>
                </a:cubicBezTo>
                <a:cubicBezTo>
                  <a:pt x="8598" y="4387"/>
                  <a:pt x="8598" y="4387"/>
                  <a:pt x="8598" y="4387"/>
                </a:cubicBezTo>
                <a:cubicBezTo>
                  <a:pt x="9437" y="3037"/>
                  <a:pt x="9437" y="3037"/>
                  <a:pt x="9437" y="3037"/>
                </a:cubicBezTo>
                <a:cubicBezTo>
                  <a:pt x="10905" y="5400"/>
                  <a:pt x="10905" y="5400"/>
                  <a:pt x="10905" y="5400"/>
                </a:cubicBezTo>
                <a:cubicBezTo>
                  <a:pt x="12373" y="3037"/>
                  <a:pt x="12373" y="3037"/>
                  <a:pt x="12373" y="3037"/>
                </a:cubicBezTo>
                <a:cubicBezTo>
                  <a:pt x="13212" y="4387"/>
                  <a:pt x="13212" y="4387"/>
                  <a:pt x="13212" y="4387"/>
                </a:cubicBezTo>
                <a:cubicBezTo>
                  <a:pt x="11744" y="6750"/>
                  <a:pt x="11744" y="6750"/>
                  <a:pt x="11744" y="6750"/>
                </a:cubicBezTo>
                <a:cubicBezTo>
                  <a:pt x="13212" y="9112"/>
                  <a:pt x="13212" y="9112"/>
                  <a:pt x="13212" y="9112"/>
                </a:cubicBezTo>
                <a:lnTo>
                  <a:pt x="12373" y="10462"/>
                </a:lnTo>
                <a:close/>
                <a:moveTo>
                  <a:pt x="10905" y="0"/>
                </a:moveTo>
                <a:cubicBezTo>
                  <a:pt x="8598" y="0"/>
                  <a:pt x="6920" y="3037"/>
                  <a:pt x="6920" y="6750"/>
                </a:cubicBezTo>
                <a:cubicBezTo>
                  <a:pt x="6920" y="10462"/>
                  <a:pt x="8598" y="13162"/>
                  <a:pt x="10905" y="13162"/>
                </a:cubicBezTo>
                <a:cubicBezTo>
                  <a:pt x="13212" y="13162"/>
                  <a:pt x="14889" y="10462"/>
                  <a:pt x="14889" y="6750"/>
                </a:cubicBezTo>
                <a:cubicBezTo>
                  <a:pt x="14889" y="3037"/>
                  <a:pt x="13212" y="0"/>
                  <a:pt x="10905" y="0"/>
                </a:cubicBezTo>
                <a:close/>
                <a:moveTo>
                  <a:pt x="19083" y="4387"/>
                </a:moveTo>
                <a:cubicBezTo>
                  <a:pt x="14680" y="18225"/>
                  <a:pt x="14680" y="18225"/>
                  <a:pt x="14680" y="18225"/>
                </a:cubicBezTo>
                <a:cubicBezTo>
                  <a:pt x="6920" y="18225"/>
                  <a:pt x="6920" y="18225"/>
                  <a:pt x="6920" y="18225"/>
                </a:cubicBezTo>
                <a:cubicBezTo>
                  <a:pt x="2726" y="4387"/>
                  <a:pt x="2726" y="4387"/>
                  <a:pt x="2726" y="4387"/>
                </a:cubicBezTo>
                <a:cubicBezTo>
                  <a:pt x="0" y="4387"/>
                  <a:pt x="0" y="4387"/>
                  <a:pt x="0" y="4387"/>
                </a:cubicBezTo>
                <a:cubicBezTo>
                  <a:pt x="0" y="7762"/>
                  <a:pt x="0" y="7762"/>
                  <a:pt x="0" y="7762"/>
                </a:cubicBezTo>
                <a:cubicBezTo>
                  <a:pt x="629" y="7762"/>
                  <a:pt x="629" y="7762"/>
                  <a:pt x="629" y="7762"/>
                </a:cubicBezTo>
                <a:cubicBezTo>
                  <a:pt x="1049" y="7762"/>
                  <a:pt x="1468" y="8100"/>
                  <a:pt x="1678" y="8775"/>
                </a:cubicBezTo>
                <a:cubicBezTo>
                  <a:pt x="5662" y="21600"/>
                  <a:pt x="5662" y="21600"/>
                  <a:pt x="5662" y="21600"/>
                </a:cubicBezTo>
                <a:cubicBezTo>
                  <a:pt x="16148" y="21600"/>
                  <a:pt x="16148" y="21600"/>
                  <a:pt x="16148" y="21600"/>
                </a:cubicBezTo>
                <a:cubicBezTo>
                  <a:pt x="19922" y="8775"/>
                  <a:pt x="19922" y="8775"/>
                  <a:pt x="19922" y="8775"/>
                </a:cubicBezTo>
                <a:cubicBezTo>
                  <a:pt x="20132" y="8100"/>
                  <a:pt x="20551" y="7762"/>
                  <a:pt x="21181" y="7762"/>
                </a:cubicBezTo>
                <a:cubicBezTo>
                  <a:pt x="21600" y="7762"/>
                  <a:pt x="21600" y="7762"/>
                  <a:pt x="21600" y="7762"/>
                </a:cubicBezTo>
                <a:cubicBezTo>
                  <a:pt x="21600" y="4387"/>
                  <a:pt x="21600" y="4387"/>
                  <a:pt x="21600" y="4387"/>
                </a:cubicBezTo>
                <a:lnTo>
                  <a:pt x="19083" y="4387"/>
                </a:lnTo>
                <a:close/>
              </a:path>
            </a:pathLst>
          </a:custGeom>
          <a:solidFill>
            <a:schemeClr val="accent4">
              <a:lumOff val="58054"/>
            </a:schemeClr>
          </a:solidFill>
          <a:ln w="12700">
            <a:miter lim="400000"/>
          </a:ln>
        </p:spPr>
        <p:txBody>
          <a:bodyPr lIns="109727" tIns="109727" rIns="109727" bIns="109727"/>
          <a:lstStyle/>
          <a:p>
            <a:endParaRPr/>
          </a:p>
        </p:txBody>
      </p:sp>
      <p:sp>
        <p:nvSpPr>
          <p:cNvPr id="610" name="Shape"/>
          <p:cNvSpPr/>
          <p:nvPr/>
        </p:nvSpPr>
        <p:spPr>
          <a:xfrm>
            <a:off x="17730100" y="5676020"/>
            <a:ext cx="332994" cy="401891"/>
          </a:xfrm>
          <a:custGeom>
            <a:avLst/>
            <a:gdLst/>
            <a:ahLst/>
            <a:cxnLst>
              <a:cxn ang="0">
                <a:pos x="wd2" y="hd2"/>
              </a:cxn>
              <a:cxn ang="5400000">
                <a:pos x="wd2" y="hd2"/>
              </a:cxn>
              <a:cxn ang="10800000">
                <a:pos x="wd2" y="hd2"/>
              </a:cxn>
              <a:cxn ang="16200000">
                <a:pos x="wd2" y="hd2"/>
              </a:cxn>
            </a:cxnLst>
            <a:rect l="0" t="0" r="r" b="b"/>
            <a:pathLst>
              <a:path w="21600" h="21600" extrusionOk="0">
                <a:moveTo>
                  <a:pt x="18771" y="8598"/>
                </a:moveTo>
                <a:cubicBezTo>
                  <a:pt x="18771" y="5033"/>
                  <a:pt x="15171" y="2097"/>
                  <a:pt x="10800" y="2097"/>
                </a:cubicBezTo>
                <a:cubicBezTo>
                  <a:pt x="6429" y="2097"/>
                  <a:pt x="2829" y="5033"/>
                  <a:pt x="2829" y="8598"/>
                </a:cubicBezTo>
                <a:cubicBezTo>
                  <a:pt x="2829" y="12163"/>
                  <a:pt x="6429" y="15099"/>
                  <a:pt x="10800" y="15099"/>
                </a:cubicBezTo>
                <a:cubicBezTo>
                  <a:pt x="15171" y="15099"/>
                  <a:pt x="18771" y="12163"/>
                  <a:pt x="18771" y="8598"/>
                </a:cubicBezTo>
                <a:close/>
                <a:moveTo>
                  <a:pt x="21600" y="8808"/>
                </a:moveTo>
                <a:cubicBezTo>
                  <a:pt x="21600" y="13841"/>
                  <a:pt x="16457" y="16986"/>
                  <a:pt x="10800" y="21600"/>
                </a:cubicBezTo>
                <a:cubicBezTo>
                  <a:pt x="5143" y="16986"/>
                  <a:pt x="0" y="13841"/>
                  <a:pt x="0" y="8808"/>
                </a:cubicBezTo>
                <a:cubicBezTo>
                  <a:pt x="0" y="3984"/>
                  <a:pt x="4886" y="0"/>
                  <a:pt x="10800" y="0"/>
                </a:cubicBezTo>
                <a:cubicBezTo>
                  <a:pt x="16714" y="0"/>
                  <a:pt x="21600" y="3984"/>
                  <a:pt x="21600" y="8808"/>
                </a:cubicBezTo>
                <a:close/>
                <a:moveTo>
                  <a:pt x="5143" y="8179"/>
                </a:moveTo>
                <a:cubicBezTo>
                  <a:pt x="14914" y="5243"/>
                  <a:pt x="14914" y="5243"/>
                  <a:pt x="14914" y="5243"/>
                </a:cubicBezTo>
                <a:cubicBezTo>
                  <a:pt x="11314" y="13421"/>
                  <a:pt x="11314" y="13421"/>
                  <a:pt x="11314" y="13421"/>
                </a:cubicBezTo>
                <a:cubicBezTo>
                  <a:pt x="10029" y="9227"/>
                  <a:pt x="10029" y="9227"/>
                  <a:pt x="10029" y="9227"/>
                </a:cubicBezTo>
                <a:lnTo>
                  <a:pt x="5143" y="8179"/>
                </a:lnTo>
                <a:close/>
              </a:path>
            </a:pathLst>
          </a:custGeom>
          <a:solidFill>
            <a:schemeClr val="accent4">
              <a:lumOff val="58054"/>
            </a:schemeClr>
          </a:solidFill>
          <a:ln w="12700">
            <a:miter lim="400000"/>
          </a:ln>
        </p:spPr>
        <p:txBody>
          <a:bodyPr lIns="109727" tIns="109727" rIns="109727" bIns="109727"/>
          <a:lstStyle/>
          <a:p>
            <a:endParaRPr/>
          </a:p>
        </p:txBody>
      </p:sp>
      <p:sp>
        <p:nvSpPr>
          <p:cNvPr id="611" name="Shape"/>
          <p:cNvSpPr/>
          <p:nvPr/>
        </p:nvSpPr>
        <p:spPr>
          <a:xfrm>
            <a:off x="17718616" y="6626199"/>
            <a:ext cx="355961" cy="390407"/>
          </a:xfrm>
          <a:custGeom>
            <a:avLst/>
            <a:gdLst/>
            <a:ahLst/>
            <a:cxnLst>
              <a:cxn ang="0">
                <a:pos x="wd2" y="hd2"/>
              </a:cxn>
              <a:cxn ang="5400000">
                <a:pos x="wd2" y="hd2"/>
              </a:cxn>
              <a:cxn ang="10800000">
                <a:pos x="wd2" y="hd2"/>
              </a:cxn>
              <a:cxn ang="16200000">
                <a:pos x="wd2" y="hd2"/>
              </a:cxn>
            </a:cxnLst>
            <a:rect l="0" t="0" r="r" b="b"/>
            <a:pathLst>
              <a:path w="21600" h="21600" extrusionOk="0">
                <a:moveTo>
                  <a:pt x="21600" y="1906"/>
                </a:moveTo>
                <a:lnTo>
                  <a:pt x="4877" y="1906"/>
                </a:lnTo>
                <a:lnTo>
                  <a:pt x="4877" y="3176"/>
                </a:lnTo>
                <a:lnTo>
                  <a:pt x="18116" y="3176"/>
                </a:lnTo>
                <a:lnTo>
                  <a:pt x="14632" y="7624"/>
                </a:lnTo>
                <a:lnTo>
                  <a:pt x="18116" y="11435"/>
                </a:lnTo>
                <a:lnTo>
                  <a:pt x="4877" y="11435"/>
                </a:lnTo>
                <a:lnTo>
                  <a:pt x="4877" y="13341"/>
                </a:lnTo>
                <a:lnTo>
                  <a:pt x="21600" y="13341"/>
                </a:lnTo>
                <a:lnTo>
                  <a:pt x="16723" y="7624"/>
                </a:lnTo>
                <a:lnTo>
                  <a:pt x="21600" y="1906"/>
                </a:lnTo>
                <a:close/>
                <a:moveTo>
                  <a:pt x="2787" y="21600"/>
                </a:moveTo>
                <a:lnTo>
                  <a:pt x="0" y="21600"/>
                </a:lnTo>
                <a:lnTo>
                  <a:pt x="0" y="0"/>
                </a:lnTo>
                <a:lnTo>
                  <a:pt x="2787" y="0"/>
                </a:lnTo>
                <a:lnTo>
                  <a:pt x="2787" y="21600"/>
                </a:lnTo>
                <a:close/>
              </a:path>
            </a:pathLst>
          </a:custGeom>
          <a:solidFill>
            <a:schemeClr val="accent4">
              <a:lumOff val="58054"/>
            </a:schemeClr>
          </a:solidFill>
          <a:ln w="12700">
            <a:miter lim="400000"/>
          </a:ln>
        </p:spPr>
        <p:txBody>
          <a:bodyPr lIns="109727" tIns="109727" rIns="109727" bIns="109727"/>
          <a:lstStyle/>
          <a:p>
            <a:endParaRPr/>
          </a:p>
        </p:txBody>
      </p:sp>
      <p:sp>
        <p:nvSpPr>
          <p:cNvPr id="612" name="Shape"/>
          <p:cNvSpPr/>
          <p:nvPr/>
        </p:nvSpPr>
        <p:spPr>
          <a:xfrm>
            <a:off x="17695654" y="7652491"/>
            <a:ext cx="401891" cy="250154"/>
          </a:xfrm>
          <a:custGeom>
            <a:avLst/>
            <a:gdLst/>
            <a:ahLst/>
            <a:cxnLst>
              <a:cxn ang="0">
                <a:pos x="wd2" y="hd2"/>
              </a:cxn>
              <a:cxn ang="5400000">
                <a:pos x="wd2" y="hd2"/>
              </a:cxn>
              <a:cxn ang="10800000">
                <a:pos x="wd2" y="hd2"/>
              </a:cxn>
              <a:cxn ang="16200000">
                <a:pos x="wd2" y="hd2"/>
              </a:cxn>
            </a:cxnLst>
            <a:rect l="0" t="0" r="r" b="b"/>
            <a:pathLst>
              <a:path w="21600" h="18823" extrusionOk="0">
                <a:moveTo>
                  <a:pt x="10485" y="15320"/>
                </a:moveTo>
                <a:cubicBezTo>
                  <a:pt x="9437" y="13277"/>
                  <a:pt x="8598" y="12109"/>
                  <a:pt x="7340" y="10358"/>
                </a:cubicBezTo>
                <a:cubicBezTo>
                  <a:pt x="7969" y="9482"/>
                  <a:pt x="7969" y="9482"/>
                  <a:pt x="7969" y="9482"/>
                </a:cubicBezTo>
                <a:cubicBezTo>
                  <a:pt x="8808" y="10066"/>
                  <a:pt x="9227" y="10358"/>
                  <a:pt x="10276" y="11234"/>
                </a:cubicBezTo>
                <a:cubicBezTo>
                  <a:pt x="11953" y="8607"/>
                  <a:pt x="13002" y="7439"/>
                  <a:pt x="15099" y="5396"/>
                </a:cubicBezTo>
                <a:cubicBezTo>
                  <a:pt x="15309" y="6272"/>
                  <a:pt x="15309" y="6272"/>
                  <a:pt x="15309" y="6272"/>
                </a:cubicBezTo>
                <a:cubicBezTo>
                  <a:pt x="13631" y="8315"/>
                  <a:pt x="12373" y="10650"/>
                  <a:pt x="10485" y="15320"/>
                </a:cubicBezTo>
                <a:close/>
                <a:moveTo>
                  <a:pt x="18664" y="7147"/>
                </a:moveTo>
                <a:cubicBezTo>
                  <a:pt x="18245" y="-150"/>
                  <a:pt x="11115" y="-2777"/>
                  <a:pt x="8179" y="3645"/>
                </a:cubicBezTo>
                <a:cubicBezTo>
                  <a:pt x="6291" y="2185"/>
                  <a:pt x="3984" y="3937"/>
                  <a:pt x="3775" y="7147"/>
                </a:cubicBezTo>
                <a:cubicBezTo>
                  <a:pt x="1678" y="7439"/>
                  <a:pt x="0" y="9774"/>
                  <a:pt x="0" y="12985"/>
                </a:cubicBezTo>
                <a:cubicBezTo>
                  <a:pt x="0" y="16196"/>
                  <a:pt x="1887" y="18823"/>
                  <a:pt x="4194" y="18823"/>
                </a:cubicBezTo>
                <a:cubicBezTo>
                  <a:pt x="17406" y="18823"/>
                  <a:pt x="17406" y="18823"/>
                  <a:pt x="17406" y="18823"/>
                </a:cubicBezTo>
                <a:cubicBezTo>
                  <a:pt x="19713" y="18823"/>
                  <a:pt x="21600" y="16196"/>
                  <a:pt x="21600" y="12985"/>
                </a:cubicBezTo>
                <a:cubicBezTo>
                  <a:pt x="21600" y="10358"/>
                  <a:pt x="20551" y="8023"/>
                  <a:pt x="18664" y="7147"/>
                </a:cubicBezTo>
                <a:close/>
              </a:path>
            </a:pathLst>
          </a:custGeom>
          <a:solidFill>
            <a:schemeClr val="accent4">
              <a:lumOff val="58054"/>
            </a:schemeClr>
          </a:solidFill>
          <a:ln w="12700">
            <a:miter lim="400000"/>
          </a:ln>
        </p:spPr>
        <p:txBody>
          <a:bodyPr lIns="109727" tIns="109727" rIns="109727" bIns="109727"/>
          <a:lstStyle/>
          <a:p>
            <a:endParaRPr/>
          </a:p>
        </p:txBody>
      </p:sp>
      <p:sp>
        <p:nvSpPr>
          <p:cNvPr id="613" name="Shape"/>
          <p:cNvSpPr/>
          <p:nvPr/>
        </p:nvSpPr>
        <p:spPr>
          <a:xfrm>
            <a:off x="17770290" y="8498897"/>
            <a:ext cx="252618" cy="401891"/>
          </a:xfrm>
          <a:custGeom>
            <a:avLst/>
            <a:gdLst/>
            <a:ahLst/>
            <a:cxnLst>
              <a:cxn ang="0">
                <a:pos x="wd2" y="hd2"/>
              </a:cxn>
              <a:cxn ang="5400000">
                <a:pos x="wd2" y="hd2"/>
              </a:cxn>
              <a:cxn ang="10800000">
                <a:pos x="wd2" y="hd2"/>
              </a:cxn>
              <a:cxn ang="16200000">
                <a:pos x="wd2" y="hd2"/>
              </a:cxn>
            </a:cxnLst>
            <a:rect l="0" t="0" r="r" b="b"/>
            <a:pathLst>
              <a:path w="21600" h="21600" extrusionOk="0">
                <a:moveTo>
                  <a:pt x="14954" y="15938"/>
                </a:moveTo>
                <a:cubicBezTo>
                  <a:pt x="14289" y="15938"/>
                  <a:pt x="13957" y="15518"/>
                  <a:pt x="13957" y="15099"/>
                </a:cubicBezTo>
                <a:cubicBezTo>
                  <a:pt x="13957" y="14680"/>
                  <a:pt x="14289" y="14470"/>
                  <a:pt x="14954" y="14470"/>
                </a:cubicBezTo>
                <a:cubicBezTo>
                  <a:pt x="15618" y="14470"/>
                  <a:pt x="16283" y="14680"/>
                  <a:pt x="16283" y="15099"/>
                </a:cubicBezTo>
                <a:cubicBezTo>
                  <a:pt x="16283" y="15518"/>
                  <a:pt x="15618" y="15938"/>
                  <a:pt x="14954" y="15938"/>
                </a:cubicBezTo>
                <a:close/>
                <a:moveTo>
                  <a:pt x="11298" y="17825"/>
                </a:moveTo>
                <a:cubicBezTo>
                  <a:pt x="10634" y="17825"/>
                  <a:pt x="9969" y="17406"/>
                  <a:pt x="9969" y="16986"/>
                </a:cubicBezTo>
                <a:cubicBezTo>
                  <a:pt x="9969" y="16567"/>
                  <a:pt x="10634" y="16148"/>
                  <a:pt x="11298" y="16148"/>
                </a:cubicBezTo>
                <a:cubicBezTo>
                  <a:pt x="11963" y="16148"/>
                  <a:pt x="12628" y="16567"/>
                  <a:pt x="12628" y="16986"/>
                </a:cubicBezTo>
                <a:cubicBezTo>
                  <a:pt x="12628" y="17406"/>
                  <a:pt x="11963" y="17825"/>
                  <a:pt x="11298" y="17825"/>
                </a:cubicBezTo>
                <a:close/>
                <a:moveTo>
                  <a:pt x="7975" y="13421"/>
                </a:moveTo>
                <a:cubicBezTo>
                  <a:pt x="7643" y="13421"/>
                  <a:pt x="7311" y="13002"/>
                  <a:pt x="7311" y="12792"/>
                </a:cubicBezTo>
                <a:cubicBezTo>
                  <a:pt x="7311" y="12373"/>
                  <a:pt x="7643" y="12163"/>
                  <a:pt x="7975" y="12163"/>
                </a:cubicBezTo>
                <a:cubicBezTo>
                  <a:pt x="8640" y="12163"/>
                  <a:pt x="8972" y="12373"/>
                  <a:pt x="8972" y="12792"/>
                </a:cubicBezTo>
                <a:cubicBezTo>
                  <a:pt x="8972" y="13002"/>
                  <a:pt x="8640" y="13421"/>
                  <a:pt x="7975" y="13421"/>
                </a:cubicBezTo>
                <a:close/>
                <a:moveTo>
                  <a:pt x="7311" y="16357"/>
                </a:moveTo>
                <a:cubicBezTo>
                  <a:pt x="6314" y="16357"/>
                  <a:pt x="5649" y="15938"/>
                  <a:pt x="5649" y="15518"/>
                </a:cubicBezTo>
                <a:cubicBezTo>
                  <a:pt x="5649" y="14889"/>
                  <a:pt x="6314" y="14470"/>
                  <a:pt x="7311" y="14470"/>
                </a:cubicBezTo>
                <a:cubicBezTo>
                  <a:pt x="7975" y="14470"/>
                  <a:pt x="8640" y="14889"/>
                  <a:pt x="8640" y="15518"/>
                </a:cubicBezTo>
                <a:cubicBezTo>
                  <a:pt x="8640" y="15938"/>
                  <a:pt x="7975" y="16357"/>
                  <a:pt x="7311" y="16357"/>
                </a:cubicBezTo>
                <a:close/>
                <a:moveTo>
                  <a:pt x="11298" y="13631"/>
                </a:moveTo>
                <a:cubicBezTo>
                  <a:pt x="11631" y="13631"/>
                  <a:pt x="12295" y="13841"/>
                  <a:pt x="12295" y="14260"/>
                </a:cubicBezTo>
                <a:cubicBezTo>
                  <a:pt x="12295" y="14470"/>
                  <a:pt x="11631" y="14889"/>
                  <a:pt x="11298" y="14889"/>
                </a:cubicBezTo>
                <a:cubicBezTo>
                  <a:pt x="10634" y="14889"/>
                  <a:pt x="10302" y="14470"/>
                  <a:pt x="10302" y="14260"/>
                </a:cubicBezTo>
                <a:cubicBezTo>
                  <a:pt x="10302" y="13841"/>
                  <a:pt x="10634" y="13631"/>
                  <a:pt x="11298" y="13631"/>
                </a:cubicBezTo>
                <a:close/>
                <a:moveTo>
                  <a:pt x="10966" y="10695"/>
                </a:moveTo>
                <a:cubicBezTo>
                  <a:pt x="11631" y="10695"/>
                  <a:pt x="11963" y="11115"/>
                  <a:pt x="11963" y="11324"/>
                </a:cubicBezTo>
                <a:cubicBezTo>
                  <a:pt x="11963" y="11744"/>
                  <a:pt x="11631" y="11953"/>
                  <a:pt x="10966" y="11953"/>
                </a:cubicBezTo>
                <a:cubicBezTo>
                  <a:pt x="10634" y="11953"/>
                  <a:pt x="10302" y="11744"/>
                  <a:pt x="10302" y="11324"/>
                </a:cubicBezTo>
                <a:cubicBezTo>
                  <a:pt x="10302" y="11115"/>
                  <a:pt x="10634" y="10695"/>
                  <a:pt x="10966" y="10695"/>
                </a:cubicBezTo>
                <a:close/>
                <a:moveTo>
                  <a:pt x="15951" y="6291"/>
                </a:moveTo>
                <a:cubicBezTo>
                  <a:pt x="15951" y="3565"/>
                  <a:pt x="15951" y="3565"/>
                  <a:pt x="15951" y="3565"/>
                </a:cubicBezTo>
                <a:cubicBezTo>
                  <a:pt x="12628" y="3565"/>
                  <a:pt x="12628" y="3565"/>
                  <a:pt x="12628" y="3565"/>
                </a:cubicBezTo>
                <a:cubicBezTo>
                  <a:pt x="12628" y="6291"/>
                  <a:pt x="12628" y="6291"/>
                  <a:pt x="12628" y="6291"/>
                </a:cubicBezTo>
                <a:cubicBezTo>
                  <a:pt x="12628" y="10695"/>
                  <a:pt x="18277" y="11324"/>
                  <a:pt x="18277" y="14680"/>
                </a:cubicBezTo>
                <a:cubicBezTo>
                  <a:pt x="18277" y="17406"/>
                  <a:pt x="14954" y="19503"/>
                  <a:pt x="10966" y="19503"/>
                </a:cubicBezTo>
                <a:cubicBezTo>
                  <a:pt x="6978" y="19503"/>
                  <a:pt x="3323" y="17406"/>
                  <a:pt x="3323" y="14680"/>
                </a:cubicBezTo>
                <a:cubicBezTo>
                  <a:pt x="3323" y="11115"/>
                  <a:pt x="9305" y="10905"/>
                  <a:pt x="9305" y="6291"/>
                </a:cubicBezTo>
                <a:cubicBezTo>
                  <a:pt x="9305" y="3565"/>
                  <a:pt x="9305" y="3565"/>
                  <a:pt x="9305" y="3565"/>
                </a:cubicBezTo>
                <a:cubicBezTo>
                  <a:pt x="5982" y="3565"/>
                  <a:pt x="5982" y="3565"/>
                  <a:pt x="5982" y="3565"/>
                </a:cubicBezTo>
                <a:cubicBezTo>
                  <a:pt x="5982" y="6291"/>
                  <a:pt x="5982" y="6291"/>
                  <a:pt x="5982" y="6291"/>
                </a:cubicBezTo>
                <a:cubicBezTo>
                  <a:pt x="5982" y="10066"/>
                  <a:pt x="0" y="10066"/>
                  <a:pt x="0" y="14680"/>
                </a:cubicBezTo>
                <a:cubicBezTo>
                  <a:pt x="0" y="18454"/>
                  <a:pt x="4985" y="21600"/>
                  <a:pt x="10966" y="21600"/>
                </a:cubicBezTo>
                <a:cubicBezTo>
                  <a:pt x="16948" y="21600"/>
                  <a:pt x="21600" y="18454"/>
                  <a:pt x="21600" y="14680"/>
                </a:cubicBezTo>
                <a:cubicBezTo>
                  <a:pt x="21600" y="10066"/>
                  <a:pt x="15951" y="9856"/>
                  <a:pt x="15951" y="6291"/>
                </a:cubicBezTo>
                <a:close/>
                <a:moveTo>
                  <a:pt x="4320" y="1049"/>
                </a:moveTo>
                <a:cubicBezTo>
                  <a:pt x="4320" y="419"/>
                  <a:pt x="4985" y="0"/>
                  <a:pt x="5982" y="0"/>
                </a:cubicBezTo>
                <a:cubicBezTo>
                  <a:pt x="15951" y="0"/>
                  <a:pt x="15951" y="0"/>
                  <a:pt x="15951" y="0"/>
                </a:cubicBezTo>
                <a:cubicBezTo>
                  <a:pt x="16948" y="0"/>
                  <a:pt x="17612" y="419"/>
                  <a:pt x="17612" y="1049"/>
                </a:cubicBezTo>
                <a:cubicBezTo>
                  <a:pt x="17612" y="1468"/>
                  <a:pt x="16948" y="2097"/>
                  <a:pt x="15951" y="2097"/>
                </a:cubicBezTo>
                <a:cubicBezTo>
                  <a:pt x="5982" y="2097"/>
                  <a:pt x="5982" y="2097"/>
                  <a:pt x="5982" y="2097"/>
                </a:cubicBezTo>
                <a:cubicBezTo>
                  <a:pt x="4985" y="2097"/>
                  <a:pt x="4320" y="1468"/>
                  <a:pt x="4320" y="1049"/>
                </a:cubicBezTo>
                <a:close/>
              </a:path>
            </a:pathLst>
          </a:custGeom>
          <a:solidFill>
            <a:schemeClr val="accent4">
              <a:lumOff val="58054"/>
            </a:schemeClr>
          </a:solidFill>
          <a:ln w="12700">
            <a:miter lim="400000"/>
          </a:ln>
        </p:spPr>
        <p:txBody>
          <a:bodyPr lIns="109727" tIns="109727" rIns="109727" bIns="109727"/>
          <a:lstStyle/>
          <a:p>
            <a:endParaRPr/>
          </a:p>
        </p:txBody>
      </p:sp>
      <p:sp>
        <p:nvSpPr>
          <p:cNvPr id="614" name="Shape"/>
          <p:cNvSpPr/>
          <p:nvPr/>
        </p:nvSpPr>
        <p:spPr>
          <a:xfrm>
            <a:off x="21464122" y="8516125"/>
            <a:ext cx="401891" cy="367441"/>
          </a:xfrm>
          <a:custGeom>
            <a:avLst/>
            <a:gdLst/>
            <a:ahLst/>
            <a:cxnLst>
              <a:cxn ang="0">
                <a:pos x="wd2" y="hd2"/>
              </a:cxn>
              <a:cxn ang="5400000">
                <a:pos x="wd2" y="hd2"/>
              </a:cxn>
              <a:cxn ang="10800000">
                <a:pos x="wd2" y="hd2"/>
              </a:cxn>
              <a:cxn ang="16200000">
                <a:pos x="wd2" y="hd2"/>
              </a:cxn>
            </a:cxnLst>
            <a:rect l="0" t="0" r="r" b="b"/>
            <a:pathLst>
              <a:path w="21600" h="21600" extrusionOk="0">
                <a:moveTo>
                  <a:pt x="5033" y="9549"/>
                </a:moveTo>
                <a:cubicBezTo>
                  <a:pt x="5033" y="2274"/>
                  <a:pt x="5033" y="2274"/>
                  <a:pt x="5033" y="2274"/>
                </a:cubicBezTo>
                <a:cubicBezTo>
                  <a:pt x="7969" y="2274"/>
                  <a:pt x="11953" y="2274"/>
                  <a:pt x="12792" y="2274"/>
                </a:cubicBezTo>
                <a:cubicBezTo>
                  <a:pt x="14470" y="2274"/>
                  <a:pt x="13631" y="5684"/>
                  <a:pt x="13631" y="5684"/>
                </a:cubicBezTo>
                <a:cubicBezTo>
                  <a:pt x="13631" y="5684"/>
                  <a:pt x="16777" y="5002"/>
                  <a:pt x="16777" y="6821"/>
                </a:cubicBezTo>
                <a:cubicBezTo>
                  <a:pt x="16777" y="7276"/>
                  <a:pt x="16777" y="8185"/>
                  <a:pt x="16777" y="9549"/>
                </a:cubicBezTo>
                <a:cubicBezTo>
                  <a:pt x="5033" y="9549"/>
                  <a:pt x="5033" y="9549"/>
                  <a:pt x="5033" y="9549"/>
                </a:cubicBezTo>
                <a:close/>
                <a:moveTo>
                  <a:pt x="18245" y="12278"/>
                </a:moveTo>
                <a:cubicBezTo>
                  <a:pt x="19503" y="12278"/>
                  <a:pt x="20761" y="12733"/>
                  <a:pt x="21600" y="13642"/>
                </a:cubicBezTo>
                <a:cubicBezTo>
                  <a:pt x="21600" y="9549"/>
                  <a:pt x="21600" y="9549"/>
                  <a:pt x="21600" y="9549"/>
                </a:cubicBezTo>
                <a:cubicBezTo>
                  <a:pt x="18874" y="9549"/>
                  <a:pt x="18874" y="9549"/>
                  <a:pt x="18874" y="9549"/>
                </a:cubicBezTo>
                <a:cubicBezTo>
                  <a:pt x="18874" y="9549"/>
                  <a:pt x="18874" y="7276"/>
                  <a:pt x="18874" y="6366"/>
                </a:cubicBezTo>
                <a:cubicBezTo>
                  <a:pt x="18874" y="5002"/>
                  <a:pt x="18245" y="4320"/>
                  <a:pt x="17616" y="3411"/>
                </a:cubicBezTo>
                <a:cubicBezTo>
                  <a:pt x="15938" y="1819"/>
                  <a:pt x="15938" y="1819"/>
                  <a:pt x="15938" y="1819"/>
                </a:cubicBezTo>
                <a:cubicBezTo>
                  <a:pt x="15099" y="909"/>
                  <a:pt x="14260" y="0"/>
                  <a:pt x="13212" y="0"/>
                </a:cubicBezTo>
                <a:cubicBezTo>
                  <a:pt x="12163" y="0"/>
                  <a:pt x="2936" y="0"/>
                  <a:pt x="2936" y="0"/>
                </a:cubicBezTo>
                <a:cubicBezTo>
                  <a:pt x="2936" y="9549"/>
                  <a:pt x="2936" y="9549"/>
                  <a:pt x="2936" y="9549"/>
                </a:cubicBezTo>
                <a:cubicBezTo>
                  <a:pt x="0" y="9549"/>
                  <a:pt x="0" y="9549"/>
                  <a:pt x="0" y="9549"/>
                </a:cubicBezTo>
                <a:cubicBezTo>
                  <a:pt x="0" y="20236"/>
                  <a:pt x="0" y="20236"/>
                  <a:pt x="0" y="20236"/>
                </a:cubicBezTo>
                <a:cubicBezTo>
                  <a:pt x="13631" y="20236"/>
                  <a:pt x="13631" y="20236"/>
                  <a:pt x="13631" y="20236"/>
                </a:cubicBezTo>
                <a:cubicBezTo>
                  <a:pt x="13212" y="19554"/>
                  <a:pt x="13002" y="18644"/>
                  <a:pt x="13002" y="17735"/>
                </a:cubicBezTo>
                <a:cubicBezTo>
                  <a:pt x="13002" y="14779"/>
                  <a:pt x="15309" y="12278"/>
                  <a:pt x="18245" y="12278"/>
                </a:cubicBezTo>
                <a:close/>
                <a:moveTo>
                  <a:pt x="19503" y="20008"/>
                </a:moveTo>
                <a:cubicBezTo>
                  <a:pt x="18245" y="18644"/>
                  <a:pt x="18245" y="18644"/>
                  <a:pt x="18245" y="18644"/>
                </a:cubicBezTo>
                <a:cubicBezTo>
                  <a:pt x="16777" y="20008"/>
                  <a:pt x="16777" y="20008"/>
                  <a:pt x="16777" y="20008"/>
                </a:cubicBezTo>
                <a:cubicBezTo>
                  <a:pt x="16148" y="19326"/>
                  <a:pt x="16148" y="19326"/>
                  <a:pt x="16148" y="19326"/>
                </a:cubicBezTo>
                <a:cubicBezTo>
                  <a:pt x="17406" y="17735"/>
                  <a:pt x="17406" y="17735"/>
                  <a:pt x="17406" y="17735"/>
                </a:cubicBezTo>
                <a:cubicBezTo>
                  <a:pt x="16148" y="16371"/>
                  <a:pt x="16148" y="16371"/>
                  <a:pt x="16148" y="16371"/>
                </a:cubicBezTo>
                <a:cubicBezTo>
                  <a:pt x="16777" y="15688"/>
                  <a:pt x="16777" y="15688"/>
                  <a:pt x="16777" y="15688"/>
                </a:cubicBezTo>
                <a:cubicBezTo>
                  <a:pt x="18245" y="17053"/>
                  <a:pt x="18245" y="17053"/>
                  <a:pt x="18245" y="17053"/>
                </a:cubicBezTo>
                <a:cubicBezTo>
                  <a:pt x="19503" y="15688"/>
                  <a:pt x="19503" y="15688"/>
                  <a:pt x="19503" y="15688"/>
                </a:cubicBezTo>
                <a:cubicBezTo>
                  <a:pt x="20132" y="16371"/>
                  <a:pt x="20132" y="16371"/>
                  <a:pt x="20132" y="16371"/>
                </a:cubicBezTo>
                <a:cubicBezTo>
                  <a:pt x="18874" y="17735"/>
                  <a:pt x="18874" y="17735"/>
                  <a:pt x="18874" y="17735"/>
                </a:cubicBezTo>
                <a:cubicBezTo>
                  <a:pt x="20132" y="19326"/>
                  <a:pt x="20132" y="19326"/>
                  <a:pt x="20132" y="19326"/>
                </a:cubicBezTo>
                <a:lnTo>
                  <a:pt x="19503" y="20008"/>
                </a:lnTo>
                <a:close/>
                <a:moveTo>
                  <a:pt x="18245" y="13869"/>
                </a:moveTo>
                <a:cubicBezTo>
                  <a:pt x="16148" y="13869"/>
                  <a:pt x="14680" y="15688"/>
                  <a:pt x="14680" y="17735"/>
                </a:cubicBezTo>
                <a:cubicBezTo>
                  <a:pt x="14680" y="19781"/>
                  <a:pt x="16148" y="21600"/>
                  <a:pt x="18245" y="21600"/>
                </a:cubicBezTo>
                <a:cubicBezTo>
                  <a:pt x="20132" y="21600"/>
                  <a:pt x="21600" y="19781"/>
                  <a:pt x="21600" y="17735"/>
                </a:cubicBezTo>
                <a:cubicBezTo>
                  <a:pt x="21600" y="15688"/>
                  <a:pt x="20132" y="13869"/>
                  <a:pt x="18245" y="13869"/>
                </a:cubicBezTo>
                <a:close/>
              </a:path>
            </a:pathLst>
          </a:custGeom>
          <a:solidFill>
            <a:schemeClr val="accent4">
              <a:lumOff val="58054"/>
            </a:schemeClr>
          </a:solidFill>
          <a:ln w="12700">
            <a:miter lim="400000"/>
          </a:ln>
        </p:spPr>
        <p:txBody>
          <a:bodyPr lIns="109727" tIns="109727" rIns="109727" bIns="109727"/>
          <a:lstStyle/>
          <a:p>
            <a:endParaRPr/>
          </a:p>
        </p:txBody>
      </p:sp>
      <p:sp>
        <p:nvSpPr>
          <p:cNvPr id="615" name="Shape"/>
          <p:cNvSpPr/>
          <p:nvPr/>
        </p:nvSpPr>
        <p:spPr>
          <a:xfrm>
            <a:off x="17695654" y="12353974"/>
            <a:ext cx="401891" cy="390407"/>
          </a:xfrm>
          <a:custGeom>
            <a:avLst/>
            <a:gdLst/>
            <a:ahLst/>
            <a:cxnLst>
              <a:cxn ang="0">
                <a:pos x="wd2" y="hd2"/>
              </a:cxn>
              <a:cxn ang="5400000">
                <a:pos x="wd2" y="hd2"/>
              </a:cxn>
              <a:cxn ang="10800000">
                <a:pos x="wd2" y="hd2"/>
              </a:cxn>
              <a:cxn ang="16200000">
                <a:pos x="wd2" y="hd2"/>
              </a:cxn>
            </a:cxnLst>
            <a:rect l="0" t="0" r="r" b="b"/>
            <a:pathLst>
              <a:path w="21600" h="21600" extrusionOk="0">
                <a:moveTo>
                  <a:pt x="14889" y="20761"/>
                </a:moveTo>
                <a:cubicBezTo>
                  <a:pt x="13421" y="21390"/>
                  <a:pt x="11115" y="21600"/>
                  <a:pt x="8808" y="21600"/>
                </a:cubicBezTo>
                <a:cubicBezTo>
                  <a:pt x="3984" y="21600"/>
                  <a:pt x="0" y="20342"/>
                  <a:pt x="0" y="18454"/>
                </a:cubicBezTo>
                <a:cubicBezTo>
                  <a:pt x="0" y="16148"/>
                  <a:pt x="0" y="16148"/>
                  <a:pt x="0" y="16148"/>
                </a:cubicBezTo>
                <a:cubicBezTo>
                  <a:pt x="629" y="16567"/>
                  <a:pt x="1258" y="16777"/>
                  <a:pt x="2097" y="17196"/>
                </a:cubicBezTo>
                <a:cubicBezTo>
                  <a:pt x="3984" y="17825"/>
                  <a:pt x="6291" y="18035"/>
                  <a:pt x="8808" y="18035"/>
                </a:cubicBezTo>
                <a:cubicBezTo>
                  <a:pt x="10066" y="18035"/>
                  <a:pt x="11324" y="18035"/>
                  <a:pt x="12373" y="17825"/>
                </a:cubicBezTo>
                <a:cubicBezTo>
                  <a:pt x="12792" y="19083"/>
                  <a:pt x="13841" y="20132"/>
                  <a:pt x="14889" y="20761"/>
                </a:cubicBezTo>
                <a:close/>
                <a:moveTo>
                  <a:pt x="0" y="13421"/>
                </a:moveTo>
                <a:cubicBezTo>
                  <a:pt x="0" y="10905"/>
                  <a:pt x="0" y="10905"/>
                  <a:pt x="0" y="10905"/>
                </a:cubicBezTo>
                <a:cubicBezTo>
                  <a:pt x="629" y="11324"/>
                  <a:pt x="1258" y="11744"/>
                  <a:pt x="2097" y="11953"/>
                </a:cubicBezTo>
                <a:cubicBezTo>
                  <a:pt x="3984" y="12583"/>
                  <a:pt x="6291" y="13002"/>
                  <a:pt x="8808" y="13002"/>
                </a:cubicBezTo>
                <a:cubicBezTo>
                  <a:pt x="10276" y="13002"/>
                  <a:pt x="11534" y="13002"/>
                  <a:pt x="12792" y="12792"/>
                </a:cubicBezTo>
                <a:cubicBezTo>
                  <a:pt x="12163" y="13841"/>
                  <a:pt x="11953" y="15099"/>
                  <a:pt x="11953" y="16357"/>
                </a:cubicBezTo>
                <a:cubicBezTo>
                  <a:pt x="10905" y="16567"/>
                  <a:pt x="9856" y="16567"/>
                  <a:pt x="8808" y="16567"/>
                </a:cubicBezTo>
                <a:cubicBezTo>
                  <a:pt x="3984" y="16567"/>
                  <a:pt x="0" y="15099"/>
                  <a:pt x="0" y="13421"/>
                </a:cubicBezTo>
                <a:close/>
                <a:moveTo>
                  <a:pt x="0" y="8388"/>
                </a:moveTo>
                <a:cubicBezTo>
                  <a:pt x="0" y="5872"/>
                  <a:pt x="0" y="5872"/>
                  <a:pt x="0" y="5872"/>
                </a:cubicBezTo>
                <a:cubicBezTo>
                  <a:pt x="629" y="6291"/>
                  <a:pt x="1258" y="6711"/>
                  <a:pt x="2097" y="6920"/>
                </a:cubicBezTo>
                <a:cubicBezTo>
                  <a:pt x="3984" y="7550"/>
                  <a:pt x="6291" y="7969"/>
                  <a:pt x="8808" y="7969"/>
                </a:cubicBezTo>
                <a:cubicBezTo>
                  <a:pt x="11324" y="7969"/>
                  <a:pt x="13631" y="7550"/>
                  <a:pt x="15518" y="6920"/>
                </a:cubicBezTo>
                <a:cubicBezTo>
                  <a:pt x="16357" y="6711"/>
                  <a:pt x="16986" y="6291"/>
                  <a:pt x="17406" y="5872"/>
                </a:cubicBezTo>
                <a:cubicBezTo>
                  <a:pt x="17406" y="8388"/>
                  <a:pt x="17406" y="8388"/>
                  <a:pt x="17406" y="8388"/>
                </a:cubicBezTo>
                <a:cubicBezTo>
                  <a:pt x="17406" y="10066"/>
                  <a:pt x="13631" y="11534"/>
                  <a:pt x="8808" y="11534"/>
                </a:cubicBezTo>
                <a:cubicBezTo>
                  <a:pt x="3984" y="11534"/>
                  <a:pt x="0" y="10066"/>
                  <a:pt x="0" y="8388"/>
                </a:cubicBezTo>
                <a:close/>
                <a:moveTo>
                  <a:pt x="0" y="3146"/>
                </a:moveTo>
                <a:cubicBezTo>
                  <a:pt x="0" y="1468"/>
                  <a:pt x="3984" y="0"/>
                  <a:pt x="8808" y="0"/>
                </a:cubicBezTo>
                <a:cubicBezTo>
                  <a:pt x="13631" y="0"/>
                  <a:pt x="17406" y="1468"/>
                  <a:pt x="17406" y="3146"/>
                </a:cubicBezTo>
                <a:cubicBezTo>
                  <a:pt x="17406" y="5033"/>
                  <a:pt x="13631" y="6291"/>
                  <a:pt x="8808" y="6291"/>
                </a:cubicBezTo>
                <a:cubicBezTo>
                  <a:pt x="3984" y="6291"/>
                  <a:pt x="0" y="5033"/>
                  <a:pt x="0" y="3146"/>
                </a:cubicBezTo>
                <a:close/>
                <a:moveTo>
                  <a:pt x="20132" y="16357"/>
                </a:moveTo>
                <a:cubicBezTo>
                  <a:pt x="15309" y="16357"/>
                  <a:pt x="15309" y="16357"/>
                  <a:pt x="15309" y="16357"/>
                </a:cubicBezTo>
                <a:cubicBezTo>
                  <a:pt x="15309" y="15099"/>
                  <a:pt x="15309" y="15099"/>
                  <a:pt x="15309" y="15099"/>
                </a:cubicBezTo>
                <a:cubicBezTo>
                  <a:pt x="20132" y="15099"/>
                  <a:pt x="20132" y="15099"/>
                  <a:pt x="20132" y="15099"/>
                </a:cubicBezTo>
                <a:lnTo>
                  <a:pt x="20132" y="16357"/>
                </a:lnTo>
                <a:close/>
                <a:moveTo>
                  <a:pt x="17616" y="11744"/>
                </a:moveTo>
                <a:cubicBezTo>
                  <a:pt x="15309" y="11744"/>
                  <a:pt x="13421" y="13421"/>
                  <a:pt x="13421" y="15728"/>
                </a:cubicBezTo>
                <a:cubicBezTo>
                  <a:pt x="13421" y="18035"/>
                  <a:pt x="15309" y="19713"/>
                  <a:pt x="17616" y="19713"/>
                </a:cubicBezTo>
                <a:cubicBezTo>
                  <a:pt x="19922" y="19713"/>
                  <a:pt x="21600" y="18035"/>
                  <a:pt x="21600" y="15728"/>
                </a:cubicBezTo>
                <a:cubicBezTo>
                  <a:pt x="21600" y="13421"/>
                  <a:pt x="19922" y="11744"/>
                  <a:pt x="17616" y="11744"/>
                </a:cubicBezTo>
                <a:close/>
              </a:path>
            </a:pathLst>
          </a:custGeom>
          <a:solidFill>
            <a:schemeClr val="accent4">
              <a:lumOff val="58054"/>
            </a:schemeClr>
          </a:solidFill>
          <a:ln w="12700">
            <a:miter lim="400000"/>
          </a:ln>
        </p:spPr>
        <p:txBody>
          <a:bodyPr lIns="109727" tIns="109727" rIns="109727" bIns="109727"/>
          <a:lstStyle/>
          <a:p>
            <a:endParaRPr/>
          </a:p>
        </p:txBody>
      </p:sp>
      <p:sp>
        <p:nvSpPr>
          <p:cNvPr id="616" name="Shape"/>
          <p:cNvSpPr/>
          <p:nvPr/>
        </p:nvSpPr>
        <p:spPr>
          <a:xfrm>
            <a:off x="18762800" y="5676020"/>
            <a:ext cx="229650" cy="397060"/>
          </a:xfrm>
          <a:custGeom>
            <a:avLst/>
            <a:gdLst/>
            <a:ahLst/>
            <a:cxnLst>
              <a:cxn ang="0">
                <a:pos x="wd2" y="hd2"/>
              </a:cxn>
              <a:cxn ang="5400000">
                <a:pos x="wd2" y="hd2"/>
              </a:cxn>
              <a:cxn ang="10800000">
                <a:pos x="wd2" y="hd2"/>
              </a:cxn>
              <a:cxn ang="16200000">
                <a:pos x="wd2" y="hd2"/>
              </a:cxn>
            </a:cxnLst>
            <a:rect l="0" t="0" r="r" b="b"/>
            <a:pathLst>
              <a:path w="21600" h="21340" extrusionOk="0">
                <a:moveTo>
                  <a:pt x="18059" y="15992"/>
                </a:moveTo>
                <a:cubicBezTo>
                  <a:pt x="17351" y="15785"/>
                  <a:pt x="16289" y="15577"/>
                  <a:pt x="15226" y="15577"/>
                </a:cubicBezTo>
                <a:cubicBezTo>
                  <a:pt x="15226" y="17031"/>
                  <a:pt x="15226" y="17031"/>
                  <a:pt x="15226" y="17031"/>
                </a:cubicBezTo>
                <a:cubicBezTo>
                  <a:pt x="17351" y="17446"/>
                  <a:pt x="18767" y="17862"/>
                  <a:pt x="19121" y="18277"/>
                </a:cubicBezTo>
                <a:cubicBezTo>
                  <a:pt x="18767" y="19108"/>
                  <a:pt x="14872" y="19731"/>
                  <a:pt x="10977" y="19731"/>
                </a:cubicBezTo>
                <a:cubicBezTo>
                  <a:pt x="6728" y="19731"/>
                  <a:pt x="2833" y="19108"/>
                  <a:pt x="2833" y="18277"/>
                </a:cubicBezTo>
                <a:cubicBezTo>
                  <a:pt x="2833" y="17862"/>
                  <a:pt x="4249" y="17446"/>
                  <a:pt x="6374" y="17031"/>
                </a:cubicBezTo>
                <a:cubicBezTo>
                  <a:pt x="6374" y="15577"/>
                  <a:pt x="6374" y="15577"/>
                  <a:pt x="6374" y="15577"/>
                </a:cubicBezTo>
                <a:cubicBezTo>
                  <a:pt x="5311" y="15577"/>
                  <a:pt x="4603" y="15785"/>
                  <a:pt x="3541" y="15992"/>
                </a:cubicBezTo>
                <a:cubicBezTo>
                  <a:pt x="354" y="16823"/>
                  <a:pt x="0" y="17654"/>
                  <a:pt x="0" y="18277"/>
                </a:cubicBezTo>
                <a:cubicBezTo>
                  <a:pt x="0" y="18900"/>
                  <a:pt x="354" y="19938"/>
                  <a:pt x="3541" y="20562"/>
                </a:cubicBezTo>
                <a:cubicBezTo>
                  <a:pt x="7790" y="21600"/>
                  <a:pt x="14164" y="21600"/>
                  <a:pt x="18059" y="20562"/>
                </a:cubicBezTo>
                <a:cubicBezTo>
                  <a:pt x="21246" y="19938"/>
                  <a:pt x="21600" y="18900"/>
                  <a:pt x="21600" y="18277"/>
                </a:cubicBezTo>
                <a:cubicBezTo>
                  <a:pt x="21600" y="17654"/>
                  <a:pt x="21246" y="16823"/>
                  <a:pt x="18059" y="15992"/>
                </a:cubicBezTo>
                <a:close/>
                <a:moveTo>
                  <a:pt x="9915" y="2077"/>
                </a:moveTo>
                <a:cubicBezTo>
                  <a:pt x="9207" y="1662"/>
                  <a:pt x="7790" y="1869"/>
                  <a:pt x="6728" y="2492"/>
                </a:cubicBezTo>
                <a:cubicBezTo>
                  <a:pt x="6020" y="3115"/>
                  <a:pt x="6020" y="3738"/>
                  <a:pt x="6728" y="4154"/>
                </a:cubicBezTo>
                <a:cubicBezTo>
                  <a:pt x="7790" y="4569"/>
                  <a:pt x="8852" y="4569"/>
                  <a:pt x="9915" y="3946"/>
                </a:cubicBezTo>
                <a:cubicBezTo>
                  <a:pt x="10623" y="3323"/>
                  <a:pt x="10623" y="2492"/>
                  <a:pt x="9915" y="2077"/>
                </a:cubicBezTo>
                <a:close/>
                <a:moveTo>
                  <a:pt x="19830" y="5192"/>
                </a:moveTo>
                <a:cubicBezTo>
                  <a:pt x="19830" y="8100"/>
                  <a:pt x="15934" y="10592"/>
                  <a:pt x="10977" y="10592"/>
                </a:cubicBezTo>
                <a:cubicBezTo>
                  <a:pt x="6020" y="10592"/>
                  <a:pt x="1770" y="8100"/>
                  <a:pt x="1770" y="5192"/>
                </a:cubicBezTo>
                <a:cubicBezTo>
                  <a:pt x="1770" y="2285"/>
                  <a:pt x="6020" y="0"/>
                  <a:pt x="10977" y="0"/>
                </a:cubicBezTo>
                <a:cubicBezTo>
                  <a:pt x="15934" y="0"/>
                  <a:pt x="19830" y="2285"/>
                  <a:pt x="19830" y="5192"/>
                </a:cubicBezTo>
                <a:close/>
                <a:moveTo>
                  <a:pt x="12748" y="11838"/>
                </a:moveTo>
                <a:cubicBezTo>
                  <a:pt x="12748" y="18485"/>
                  <a:pt x="12748" y="18485"/>
                  <a:pt x="12748" y="18485"/>
                </a:cubicBezTo>
                <a:cubicBezTo>
                  <a:pt x="9207" y="18485"/>
                  <a:pt x="9207" y="18485"/>
                  <a:pt x="9207" y="18485"/>
                </a:cubicBezTo>
                <a:cubicBezTo>
                  <a:pt x="9207" y="11838"/>
                  <a:pt x="9207" y="11838"/>
                  <a:pt x="9207" y="11838"/>
                </a:cubicBezTo>
                <a:cubicBezTo>
                  <a:pt x="9561" y="11838"/>
                  <a:pt x="10269" y="11838"/>
                  <a:pt x="10977" y="11838"/>
                </a:cubicBezTo>
                <a:cubicBezTo>
                  <a:pt x="11331" y="11838"/>
                  <a:pt x="12039" y="11838"/>
                  <a:pt x="12748" y="11838"/>
                </a:cubicBezTo>
                <a:close/>
              </a:path>
            </a:pathLst>
          </a:custGeom>
          <a:solidFill>
            <a:schemeClr val="accent4">
              <a:lumOff val="58054"/>
            </a:schemeClr>
          </a:solidFill>
          <a:ln w="12700">
            <a:miter lim="400000"/>
          </a:ln>
        </p:spPr>
        <p:txBody>
          <a:bodyPr lIns="109727" tIns="109727" rIns="109727" bIns="109727"/>
          <a:lstStyle/>
          <a:p>
            <a:endParaRPr/>
          </a:p>
        </p:txBody>
      </p:sp>
      <p:sp>
        <p:nvSpPr>
          <p:cNvPr id="617" name="Shape"/>
          <p:cNvSpPr/>
          <p:nvPr/>
        </p:nvSpPr>
        <p:spPr>
          <a:xfrm>
            <a:off x="18688164" y="6626199"/>
            <a:ext cx="378925" cy="390407"/>
          </a:xfrm>
          <a:custGeom>
            <a:avLst/>
            <a:gdLst/>
            <a:ahLst/>
            <a:cxnLst>
              <a:cxn ang="0">
                <a:pos x="wd2" y="hd2"/>
              </a:cxn>
              <a:cxn ang="5400000">
                <a:pos x="wd2" y="hd2"/>
              </a:cxn>
              <a:cxn ang="10800000">
                <a:pos x="wd2" y="hd2"/>
              </a:cxn>
              <a:cxn ang="16200000">
                <a:pos x="wd2" y="hd2"/>
              </a:cxn>
            </a:cxnLst>
            <a:rect l="0" t="0" r="r" b="b"/>
            <a:pathLst>
              <a:path w="21600" h="21600" extrusionOk="0">
                <a:moveTo>
                  <a:pt x="10255" y="17196"/>
                </a:moveTo>
                <a:cubicBezTo>
                  <a:pt x="10473" y="16357"/>
                  <a:pt x="11127" y="16357"/>
                  <a:pt x="12000" y="16567"/>
                </a:cubicBezTo>
                <a:cubicBezTo>
                  <a:pt x="12218" y="15938"/>
                  <a:pt x="12218" y="15938"/>
                  <a:pt x="12218" y="15938"/>
                </a:cubicBezTo>
                <a:cubicBezTo>
                  <a:pt x="10473" y="15309"/>
                  <a:pt x="9600" y="15938"/>
                  <a:pt x="9382" y="17196"/>
                </a:cubicBezTo>
                <a:cubicBezTo>
                  <a:pt x="8945" y="17196"/>
                  <a:pt x="8945" y="17196"/>
                  <a:pt x="8945" y="17196"/>
                </a:cubicBezTo>
                <a:cubicBezTo>
                  <a:pt x="8945" y="17616"/>
                  <a:pt x="8945" y="17616"/>
                  <a:pt x="8945" y="17616"/>
                </a:cubicBezTo>
                <a:cubicBezTo>
                  <a:pt x="9164" y="17616"/>
                  <a:pt x="9164" y="17616"/>
                  <a:pt x="9164" y="17616"/>
                </a:cubicBezTo>
                <a:cubicBezTo>
                  <a:pt x="9164" y="17616"/>
                  <a:pt x="9164" y="17825"/>
                  <a:pt x="9164" y="17825"/>
                </a:cubicBezTo>
                <a:cubicBezTo>
                  <a:pt x="8727" y="17825"/>
                  <a:pt x="8727" y="17825"/>
                  <a:pt x="8727" y="17825"/>
                </a:cubicBezTo>
                <a:cubicBezTo>
                  <a:pt x="8727" y="18245"/>
                  <a:pt x="8727" y="18245"/>
                  <a:pt x="8727" y="18245"/>
                </a:cubicBezTo>
                <a:cubicBezTo>
                  <a:pt x="9382" y="18245"/>
                  <a:pt x="9382" y="18245"/>
                  <a:pt x="9382" y="18245"/>
                </a:cubicBezTo>
                <a:cubicBezTo>
                  <a:pt x="9600" y="19503"/>
                  <a:pt x="10909" y="20132"/>
                  <a:pt x="12000" y="19503"/>
                </a:cubicBezTo>
                <a:cubicBezTo>
                  <a:pt x="12000" y="18874"/>
                  <a:pt x="12000" y="18874"/>
                  <a:pt x="12000" y="18874"/>
                </a:cubicBezTo>
                <a:cubicBezTo>
                  <a:pt x="11127" y="19083"/>
                  <a:pt x="10473" y="19083"/>
                  <a:pt x="10255" y="18245"/>
                </a:cubicBezTo>
                <a:cubicBezTo>
                  <a:pt x="11564" y="18245"/>
                  <a:pt x="11564" y="18245"/>
                  <a:pt x="11564" y="18245"/>
                </a:cubicBezTo>
                <a:cubicBezTo>
                  <a:pt x="11782" y="17825"/>
                  <a:pt x="11782" y="17825"/>
                  <a:pt x="11782" y="17825"/>
                </a:cubicBezTo>
                <a:cubicBezTo>
                  <a:pt x="10255" y="17825"/>
                  <a:pt x="10255" y="17825"/>
                  <a:pt x="10255" y="17825"/>
                </a:cubicBezTo>
                <a:cubicBezTo>
                  <a:pt x="10255" y="17825"/>
                  <a:pt x="10255" y="17616"/>
                  <a:pt x="10255" y="17616"/>
                </a:cubicBezTo>
                <a:cubicBezTo>
                  <a:pt x="11782" y="17616"/>
                  <a:pt x="11782" y="17616"/>
                  <a:pt x="11782" y="17616"/>
                </a:cubicBezTo>
                <a:cubicBezTo>
                  <a:pt x="11782" y="17196"/>
                  <a:pt x="11782" y="17196"/>
                  <a:pt x="11782" y="17196"/>
                </a:cubicBezTo>
                <a:cubicBezTo>
                  <a:pt x="10255" y="17196"/>
                  <a:pt x="10255" y="17196"/>
                  <a:pt x="10255" y="17196"/>
                </a:cubicBezTo>
                <a:close/>
                <a:moveTo>
                  <a:pt x="15055" y="17616"/>
                </a:moveTo>
                <a:cubicBezTo>
                  <a:pt x="15055" y="19922"/>
                  <a:pt x="13091" y="21600"/>
                  <a:pt x="10909" y="21600"/>
                </a:cubicBezTo>
                <a:cubicBezTo>
                  <a:pt x="8509" y="21600"/>
                  <a:pt x="6545" y="19922"/>
                  <a:pt x="6545" y="17616"/>
                </a:cubicBezTo>
                <a:cubicBezTo>
                  <a:pt x="6545" y="15309"/>
                  <a:pt x="8509" y="13421"/>
                  <a:pt x="10909" y="13421"/>
                </a:cubicBezTo>
                <a:cubicBezTo>
                  <a:pt x="13091" y="13421"/>
                  <a:pt x="15055" y="15309"/>
                  <a:pt x="15055" y="17616"/>
                </a:cubicBezTo>
                <a:close/>
                <a:moveTo>
                  <a:pt x="21600" y="7759"/>
                </a:moveTo>
                <a:cubicBezTo>
                  <a:pt x="17018" y="5243"/>
                  <a:pt x="17018" y="5243"/>
                  <a:pt x="17018" y="5243"/>
                </a:cubicBezTo>
                <a:cubicBezTo>
                  <a:pt x="14400" y="9856"/>
                  <a:pt x="14400" y="9856"/>
                  <a:pt x="14400" y="9856"/>
                </a:cubicBezTo>
                <a:cubicBezTo>
                  <a:pt x="16582" y="9227"/>
                  <a:pt x="16582" y="9227"/>
                  <a:pt x="16582" y="9227"/>
                </a:cubicBezTo>
                <a:cubicBezTo>
                  <a:pt x="17236" y="11115"/>
                  <a:pt x="16800" y="12792"/>
                  <a:pt x="15709" y="14260"/>
                </a:cubicBezTo>
                <a:cubicBezTo>
                  <a:pt x="16145" y="15099"/>
                  <a:pt x="16582" y="16148"/>
                  <a:pt x="16800" y="17196"/>
                </a:cubicBezTo>
                <a:cubicBezTo>
                  <a:pt x="19200" y="15099"/>
                  <a:pt x="20291" y="11744"/>
                  <a:pt x="19418" y="8388"/>
                </a:cubicBezTo>
                <a:lnTo>
                  <a:pt x="21600" y="7759"/>
                </a:lnTo>
                <a:close/>
                <a:moveTo>
                  <a:pt x="12218" y="4823"/>
                </a:moveTo>
                <a:cubicBezTo>
                  <a:pt x="12218" y="3984"/>
                  <a:pt x="11345" y="3775"/>
                  <a:pt x="10691" y="3565"/>
                </a:cubicBezTo>
                <a:cubicBezTo>
                  <a:pt x="10473" y="3355"/>
                  <a:pt x="10473" y="3146"/>
                  <a:pt x="10909" y="3146"/>
                </a:cubicBezTo>
                <a:cubicBezTo>
                  <a:pt x="11345" y="2936"/>
                  <a:pt x="11564" y="3146"/>
                  <a:pt x="12000" y="3146"/>
                </a:cubicBezTo>
                <a:cubicBezTo>
                  <a:pt x="12000" y="3146"/>
                  <a:pt x="12000" y="2517"/>
                  <a:pt x="12000" y="2517"/>
                </a:cubicBezTo>
                <a:cubicBezTo>
                  <a:pt x="11782" y="2307"/>
                  <a:pt x="11345" y="2307"/>
                  <a:pt x="11127" y="2307"/>
                </a:cubicBezTo>
                <a:cubicBezTo>
                  <a:pt x="11127" y="1887"/>
                  <a:pt x="11127" y="1887"/>
                  <a:pt x="11127" y="1887"/>
                </a:cubicBezTo>
                <a:cubicBezTo>
                  <a:pt x="10473" y="1887"/>
                  <a:pt x="10473" y="1887"/>
                  <a:pt x="10473" y="1887"/>
                </a:cubicBezTo>
                <a:cubicBezTo>
                  <a:pt x="10473" y="2307"/>
                  <a:pt x="10473" y="2307"/>
                  <a:pt x="10473" y="2307"/>
                </a:cubicBezTo>
                <a:cubicBezTo>
                  <a:pt x="9818" y="2517"/>
                  <a:pt x="9382" y="2936"/>
                  <a:pt x="9382" y="3355"/>
                </a:cubicBezTo>
                <a:cubicBezTo>
                  <a:pt x="9382" y="4404"/>
                  <a:pt x="10691" y="4404"/>
                  <a:pt x="10909" y="4614"/>
                </a:cubicBezTo>
                <a:cubicBezTo>
                  <a:pt x="11345" y="4823"/>
                  <a:pt x="11345" y="5033"/>
                  <a:pt x="10909" y="5243"/>
                </a:cubicBezTo>
                <a:cubicBezTo>
                  <a:pt x="10473" y="5243"/>
                  <a:pt x="10036" y="5033"/>
                  <a:pt x="9600" y="5033"/>
                </a:cubicBezTo>
                <a:cubicBezTo>
                  <a:pt x="9382" y="5662"/>
                  <a:pt x="9382" y="5662"/>
                  <a:pt x="9382" y="5662"/>
                </a:cubicBezTo>
                <a:cubicBezTo>
                  <a:pt x="9818" y="5872"/>
                  <a:pt x="10255" y="6082"/>
                  <a:pt x="10473" y="6082"/>
                </a:cubicBezTo>
                <a:cubicBezTo>
                  <a:pt x="10473" y="6501"/>
                  <a:pt x="10473" y="6501"/>
                  <a:pt x="10473" y="6501"/>
                </a:cubicBezTo>
                <a:cubicBezTo>
                  <a:pt x="11127" y="6501"/>
                  <a:pt x="11127" y="6501"/>
                  <a:pt x="11127" y="6501"/>
                </a:cubicBezTo>
                <a:cubicBezTo>
                  <a:pt x="11127" y="6082"/>
                  <a:pt x="11127" y="6082"/>
                  <a:pt x="11127" y="6082"/>
                </a:cubicBezTo>
                <a:cubicBezTo>
                  <a:pt x="11782" y="5872"/>
                  <a:pt x="12218" y="5452"/>
                  <a:pt x="12218" y="4823"/>
                </a:cubicBezTo>
                <a:close/>
                <a:moveTo>
                  <a:pt x="15055" y="4194"/>
                </a:moveTo>
                <a:cubicBezTo>
                  <a:pt x="15055" y="6501"/>
                  <a:pt x="13091" y="8179"/>
                  <a:pt x="10909" y="8179"/>
                </a:cubicBezTo>
                <a:cubicBezTo>
                  <a:pt x="8509" y="8179"/>
                  <a:pt x="6545" y="6501"/>
                  <a:pt x="6545" y="4194"/>
                </a:cubicBezTo>
                <a:cubicBezTo>
                  <a:pt x="6545" y="1887"/>
                  <a:pt x="8509" y="0"/>
                  <a:pt x="10909" y="0"/>
                </a:cubicBezTo>
                <a:cubicBezTo>
                  <a:pt x="13091" y="0"/>
                  <a:pt x="15055" y="1887"/>
                  <a:pt x="15055" y="4194"/>
                </a:cubicBezTo>
                <a:close/>
                <a:moveTo>
                  <a:pt x="7418" y="11953"/>
                </a:moveTo>
                <a:cubicBezTo>
                  <a:pt x="4800" y="16357"/>
                  <a:pt x="4800" y="16357"/>
                  <a:pt x="4800" y="16357"/>
                </a:cubicBezTo>
                <a:cubicBezTo>
                  <a:pt x="0" y="13841"/>
                  <a:pt x="0" y="13841"/>
                  <a:pt x="0" y="13841"/>
                </a:cubicBezTo>
                <a:cubicBezTo>
                  <a:pt x="2182" y="13212"/>
                  <a:pt x="2182" y="13212"/>
                  <a:pt x="2182" y="13212"/>
                </a:cubicBezTo>
                <a:cubicBezTo>
                  <a:pt x="1309" y="10066"/>
                  <a:pt x="2400" y="6711"/>
                  <a:pt x="5018" y="4614"/>
                </a:cubicBezTo>
                <a:cubicBezTo>
                  <a:pt x="5018" y="5662"/>
                  <a:pt x="5455" y="6711"/>
                  <a:pt x="6109" y="7550"/>
                </a:cubicBezTo>
                <a:cubicBezTo>
                  <a:pt x="5018" y="8808"/>
                  <a:pt x="4582" y="10695"/>
                  <a:pt x="5018" y="12583"/>
                </a:cubicBezTo>
                <a:cubicBezTo>
                  <a:pt x="7418" y="11953"/>
                  <a:pt x="7418" y="11953"/>
                  <a:pt x="7418" y="11953"/>
                </a:cubicBezTo>
                <a:close/>
              </a:path>
            </a:pathLst>
          </a:custGeom>
          <a:solidFill>
            <a:schemeClr val="accent4">
              <a:lumOff val="58054"/>
            </a:schemeClr>
          </a:solidFill>
          <a:ln w="12700">
            <a:miter lim="400000"/>
          </a:ln>
        </p:spPr>
        <p:txBody>
          <a:bodyPr lIns="109727" tIns="109727" rIns="109727" bIns="109727"/>
          <a:lstStyle/>
          <a:p>
            <a:endParaRPr/>
          </a:p>
        </p:txBody>
      </p:sp>
      <p:sp>
        <p:nvSpPr>
          <p:cNvPr id="618" name="Shape"/>
          <p:cNvSpPr/>
          <p:nvPr/>
        </p:nvSpPr>
        <p:spPr>
          <a:xfrm>
            <a:off x="18682425" y="7644283"/>
            <a:ext cx="390407" cy="229650"/>
          </a:xfrm>
          <a:custGeom>
            <a:avLst/>
            <a:gdLst/>
            <a:ahLst/>
            <a:cxnLst>
              <a:cxn ang="0">
                <a:pos x="wd2" y="hd2"/>
              </a:cxn>
              <a:cxn ang="5400000">
                <a:pos x="wd2" y="hd2"/>
              </a:cxn>
              <a:cxn ang="10800000">
                <a:pos x="wd2" y="hd2"/>
              </a:cxn>
              <a:cxn ang="16200000">
                <a:pos x="wd2" y="hd2"/>
              </a:cxn>
            </a:cxnLst>
            <a:rect l="0" t="0" r="r" b="b"/>
            <a:pathLst>
              <a:path w="21600" h="21600" extrusionOk="0">
                <a:moveTo>
                  <a:pt x="12583" y="10251"/>
                </a:moveTo>
                <a:cubicBezTo>
                  <a:pt x="12583" y="7688"/>
                  <a:pt x="13841" y="5858"/>
                  <a:pt x="15309" y="5858"/>
                </a:cubicBezTo>
                <a:cubicBezTo>
                  <a:pt x="16777" y="5858"/>
                  <a:pt x="17825" y="7688"/>
                  <a:pt x="17825" y="10251"/>
                </a:cubicBezTo>
                <a:cubicBezTo>
                  <a:pt x="17825" y="12814"/>
                  <a:pt x="16777" y="15010"/>
                  <a:pt x="15309" y="15010"/>
                </a:cubicBezTo>
                <a:cubicBezTo>
                  <a:pt x="13841" y="15010"/>
                  <a:pt x="12583" y="12814"/>
                  <a:pt x="12583" y="10251"/>
                </a:cubicBezTo>
                <a:close/>
                <a:moveTo>
                  <a:pt x="21600" y="19037"/>
                </a:moveTo>
                <a:cubicBezTo>
                  <a:pt x="18874" y="14278"/>
                  <a:pt x="18874" y="14278"/>
                  <a:pt x="18874" y="14278"/>
                </a:cubicBezTo>
                <a:cubicBezTo>
                  <a:pt x="19293" y="13180"/>
                  <a:pt x="19503" y="11715"/>
                  <a:pt x="19503" y="10251"/>
                </a:cubicBezTo>
                <a:cubicBezTo>
                  <a:pt x="19503" y="6224"/>
                  <a:pt x="17616" y="2929"/>
                  <a:pt x="15309" y="2929"/>
                </a:cubicBezTo>
                <a:cubicBezTo>
                  <a:pt x="13002" y="2929"/>
                  <a:pt x="11115" y="6224"/>
                  <a:pt x="11115" y="10251"/>
                </a:cubicBezTo>
                <a:cubicBezTo>
                  <a:pt x="11115" y="14278"/>
                  <a:pt x="13002" y="17573"/>
                  <a:pt x="15309" y="17573"/>
                </a:cubicBezTo>
                <a:cubicBezTo>
                  <a:pt x="16148" y="17573"/>
                  <a:pt x="16777" y="17207"/>
                  <a:pt x="17406" y="16475"/>
                </a:cubicBezTo>
                <a:cubicBezTo>
                  <a:pt x="20342" y="21600"/>
                  <a:pt x="20342" y="21600"/>
                  <a:pt x="20342" y="21600"/>
                </a:cubicBezTo>
                <a:lnTo>
                  <a:pt x="21600" y="19037"/>
                </a:lnTo>
                <a:close/>
                <a:moveTo>
                  <a:pt x="9856" y="15010"/>
                </a:moveTo>
                <a:cubicBezTo>
                  <a:pt x="7969" y="15010"/>
                  <a:pt x="7969" y="15010"/>
                  <a:pt x="7969" y="15010"/>
                </a:cubicBezTo>
                <a:cubicBezTo>
                  <a:pt x="7969" y="11349"/>
                  <a:pt x="7969" y="11349"/>
                  <a:pt x="7969" y="11349"/>
                </a:cubicBezTo>
                <a:cubicBezTo>
                  <a:pt x="9856" y="11349"/>
                  <a:pt x="9856" y="11349"/>
                  <a:pt x="9856" y="11349"/>
                </a:cubicBezTo>
                <a:lnTo>
                  <a:pt x="9856" y="15010"/>
                </a:lnTo>
                <a:close/>
                <a:moveTo>
                  <a:pt x="7340" y="15010"/>
                </a:moveTo>
                <a:cubicBezTo>
                  <a:pt x="5243" y="15010"/>
                  <a:pt x="5243" y="15010"/>
                  <a:pt x="5243" y="15010"/>
                </a:cubicBezTo>
                <a:cubicBezTo>
                  <a:pt x="5243" y="5125"/>
                  <a:pt x="5243" y="5125"/>
                  <a:pt x="5243" y="5125"/>
                </a:cubicBezTo>
                <a:cubicBezTo>
                  <a:pt x="7340" y="5125"/>
                  <a:pt x="7340" y="5125"/>
                  <a:pt x="7340" y="5125"/>
                </a:cubicBezTo>
                <a:lnTo>
                  <a:pt x="7340" y="15010"/>
                </a:lnTo>
                <a:close/>
                <a:moveTo>
                  <a:pt x="4614" y="15010"/>
                </a:moveTo>
                <a:cubicBezTo>
                  <a:pt x="2726" y="15010"/>
                  <a:pt x="2726" y="15010"/>
                  <a:pt x="2726" y="15010"/>
                </a:cubicBezTo>
                <a:cubicBezTo>
                  <a:pt x="2726" y="0"/>
                  <a:pt x="2726" y="0"/>
                  <a:pt x="2726" y="0"/>
                </a:cubicBezTo>
                <a:cubicBezTo>
                  <a:pt x="4614" y="0"/>
                  <a:pt x="4614" y="0"/>
                  <a:pt x="4614" y="0"/>
                </a:cubicBezTo>
                <a:lnTo>
                  <a:pt x="4614" y="15010"/>
                </a:lnTo>
                <a:close/>
                <a:moveTo>
                  <a:pt x="1887" y="15010"/>
                </a:moveTo>
                <a:cubicBezTo>
                  <a:pt x="0" y="15010"/>
                  <a:pt x="0" y="15010"/>
                  <a:pt x="0" y="15010"/>
                </a:cubicBezTo>
                <a:cubicBezTo>
                  <a:pt x="0" y="8054"/>
                  <a:pt x="0" y="8054"/>
                  <a:pt x="0" y="8054"/>
                </a:cubicBezTo>
                <a:cubicBezTo>
                  <a:pt x="1887" y="8054"/>
                  <a:pt x="1887" y="8054"/>
                  <a:pt x="1887" y="8054"/>
                </a:cubicBezTo>
                <a:lnTo>
                  <a:pt x="1887" y="15010"/>
                </a:lnTo>
                <a:close/>
              </a:path>
            </a:pathLst>
          </a:custGeom>
          <a:solidFill>
            <a:schemeClr val="accent4">
              <a:lumOff val="58054"/>
            </a:schemeClr>
          </a:solidFill>
          <a:ln w="12700">
            <a:miter lim="400000"/>
          </a:ln>
        </p:spPr>
        <p:txBody>
          <a:bodyPr lIns="109727" tIns="109727" rIns="109727" bIns="109727"/>
          <a:lstStyle/>
          <a:p>
            <a:endParaRPr/>
          </a:p>
        </p:txBody>
      </p:sp>
      <p:sp>
        <p:nvSpPr>
          <p:cNvPr id="619" name="Shape"/>
          <p:cNvSpPr/>
          <p:nvPr/>
        </p:nvSpPr>
        <p:spPr>
          <a:xfrm>
            <a:off x="18682425" y="8510382"/>
            <a:ext cx="390407" cy="378925"/>
          </a:xfrm>
          <a:custGeom>
            <a:avLst/>
            <a:gdLst/>
            <a:ahLst/>
            <a:cxnLst>
              <a:cxn ang="0">
                <a:pos x="wd2" y="hd2"/>
              </a:cxn>
              <a:cxn ang="5400000">
                <a:pos x="wd2" y="hd2"/>
              </a:cxn>
              <a:cxn ang="10800000">
                <a:pos x="wd2" y="hd2"/>
              </a:cxn>
              <a:cxn ang="16200000">
                <a:pos x="wd2" y="hd2"/>
              </a:cxn>
            </a:cxnLst>
            <a:rect l="0" t="0" r="r" b="b"/>
            <a:pathLst>
              <a:path w="21600" h="21600" extrusionOk="0">
                <a:moveTo>
                  <a:pt x="0" y="11782"/>
                </a:moveTo>
                <a:lnTo>
                  <a:pt x="8894" y="13745"/>
                </a:lnTo>
                <a:lnTo>
                  <a:pt x="15882" y="6545"/>
                </a:lnTo>
                <a:lnTo>
                  <a:pt x="8259" y="11782"/>
                </a:lnTo>
                <a:lnTo>
                  <a:pt x="4447" y="11127"/>
                </a:lnTo>
                <a:lnTo>
                  <a:pt x="19059" y="3273"/>
                </a:lnTo>
                <a:lnTo>
                  <a:pt x="15247" y="18327"/>
                </a:lnTo>
                <a:lnTo>
                  <a:pt x="10800" y="14400"/>
                </a:lnTo>
                <a:lnTo>
                  <a:pt x="8894" y="17018"/>
                </a:lnTo>
                <a:lnTo>
                  <a:pt x="8894" y="15055"/>
                </a:lnTo>
                <a:lnTo>
                  <a:pt x="6988" y="15055"/>
                </a:lnTo>
                <a:lnTo>
                  <a:pt x="6988" y="21600"/>
                </a:lnTo>
                <a:lnTo>
                  <a:pt x="10800" y="16364"/>
                </a:lnTo>
                <a:lnTo>
                  <a:pt x="15882" y="20945"/>
                </a:lnTo>
                <a:lnTo>
                  <a:pt x="21600" y="0"/>
                </a:lnTo>
                <a:lnTo>
                  <a:pt x="0" y="11782"/>
                </a:lnTo>
                <a:close/>
              </a:path>
            </a:pathLst>
          </a:custGeom>
          <a:solidFill>
            <a:schemeClr val="accent4">
              <a:lumOff val="58054"/>
            </a:schemeClr>
          </a:solidFill>
          <a:ln w="12700">
            <a:miter lim="400000"/>
          </a:ln>
        </p:spPr>
        <p:txBody>
          <a:bodyPr lIns="109727" tIns="109727" rIns="109727" bIns="109727"/>
          <a:lstStyle/>
          <a:p>
            <a:endParaRPr/>
          </a:p>
        </p:txBody>
      </p:sp>
      <p:sp>
        <p:nvSpPr>
          <p:cNvPr id="620" name="Shape"/>
          <p:cNvSpPr/>
          <p:nvPr/>
        </p:nvSpPr>
        <p:spPr>
          <a:xfrm>
            <a:off x="18728357" y="9444274"/>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4832" y="9227"/>
                </a:moveTo>
                <a:cubicBezTo>
                  <a:pt x="4832" y="6711"/>
                  <a:pt x="7389" y="4823"/>
                  <a:pt x="10800" y="4823"/>
                </a:cubicBezTo>
                <a:cubicBezTo>
                  <a:pt x="13926" y="4823"/>
                  <a:pt x="16484" y="6711"/>
                  <a:pt x="16484" y="9227"/>
                </a:cubicBezTo>
                <a:cubicBezTo>
                  <a:pt x="16484" y="9647"/>
                  <a:pt x="16484" y="10276"/>
                  <a:pt x="16200" y="10695"/>
                </a:cubicBezTo>
                <a:cubicBezTo>
                  <a:pt x="16768" y="9856"/>
                  <a:pt x="17337" y="9017"/>
                  <a:pt x="17337" y="7969"/>
                </a:cubicBezTo>
                <a:cubicBezTo>
                  <a:pt x="17337" y="5243"/>
                  <a:pt x="14211" y="3146"/>
                  <a:pt x="10800" y="3146"/>
                </a:cubicBezTo>
                <a:cubicBezTo>
                  <a:pt x="7105" y="3146"/>
                  <a:pt x="4263" y="5243"/>
                  <a:pt x="4263" y="7969"/>
                </a:cubicBezTo>
                <a:cubicBezTo>
                  <a:pt x="4263" y="9017"/>
                  <a:pt x="4547" y="9856"/>
                  <a:pt x="5116" y="10695"/>
                </a:cubicBezTo>
                <a:cubicBezTo>
                  <a:pt x="4832" y="10276"/>
                  <a:pt x="4832" y="9647"/>
                  <a:pt x="4832" y="9227"/>
                </a:cubicBezTo>
                <a:close/>
                <a:moveTo>
                  <a:pt x="1421" y="12163"/>
                </a:moveTo>
                <a:cubicBezTo>
                  <a:pt x="568" y="10905"/>
                  <a:pt x="0" y="9437"/>
                  <a:pt x="0" y="7969"/>
                </a:cubicBezTo>
                <a:cubicBezTo>
                  <a:pt x="0" y="3565"/>
                  <a:pt x="4832" y="0"/>
                  <a:pt x="10800" y="0"/>
                </a:cubicBezTo>
                <a:cubicBezTo>
                  <a:pt x="16768" y="0"/>
                  <a:pt x="21600" y="3565"/>
                  <a:pt x="21600" y="7969"/>
                </a:cubicBezTo>
                <a:cubicBezTo>
                  <a:pt x="21600" y="9437"/>
                  <a:pt x="21032" y="10905"/>
                  <a:pt x="19895" y="12163"/>
                </a:cubicBezTo>
                <a:cubicBezTo>
                  <a:pt x="20463" y="11115"/>
                  <a:pt x="20747" y="10276"/>
                  <a:pt x="20747" y="9227"/>
                </a:cubicBezTo>
                <a:cubicBezTo>
                  <a:pt x="20747" y="5033"/>
                  <a:pt x="16200" y="1678"/>
                  <a:pt x="10800" y="1678"/>
                </a:cubicBezTo>
                <a:cubicBezTo>
                  <a:pt x="5116" y="1678"/>
                  <a:pt x="568" y="5033"/>
                  <a:pt x="568" y="9227"/>
                </a:cubicBezTo>
                <a:cubicBezTo>
                  <a:pt x="568" y="10276"/>
                  <a:pt x="853" y="11115"/>
                  <a:pt x="1421" y="12163"/>
                </a:cubicBezTo>
                <a:close/>
                <a:moveTo>
                  <a:pt x="13926" y="9227"/>
                </a:moveTo>
                <a:cubicBezTo>
                  <a:pt x="13926" y="7969"/>
                  <a:pt x="12505" y="6920"/>
                  <a:pt x="10800" y="6920"/>
                </a:cubicBezTo>
                <a:cubicBezTo>
                  <a:pt x="8811" y="6920"/>
                  <a:pt x="7389" y="7969"/>
                  <a:pt x="7389" y="9227"/>
                </a:cubicBezTo>
                <a:cubicBezTo>
                  <a:pt x="7389" y="9856"/>
                  <a:pt x="7958" y="10695"/>
                  <a:pt x="8526" y="11115"/>
                </a:cubicBezTo>
                <a:cubicBezTo>
                  <a:pt x="9095" y="11324"/>
                  <a:pt x="9095" y="11534"/>
                  <a:pt x="9095" y="11953"/>
                </a:cubicBezTo>
                <a:cubicBezTo>
                  <a:pt x="9095" y="21600"/>
                  <a:pt x="9095" y="21600"/>
                  <a:pt x="9095" y="21600"/>
                </a:cubicBezTo>
                <a:cubicBezTo>
                  <a:pt x="12221" y="21600"/>
                  <a:pt x="12221" y="21600"/>
                  <a:pt x="12221" y="21600"/>
                </a:cubicBezTo>
                <a:cubicBezTo>
                  <a:pt x="12221" y="11953"/>
                  <a:pt x="12221" y="11953"/>
                  <a:pt x="12221" y="11953"/>
                </a:cubicBezTo>
                <a:cubicBezTo>
                  <a:pt x="12221" y="11534"/>
                  <a:pt x="12505" y="11324"/>
                  <a:pt x="12789" y="11115"/>
                </a:cubicBezTo>
                <a:cubicBezTo>
                  <a:pt x="13358" y="10485"/>
                  <a:pt x="13926" y="9856"/>
                  <a:pt x="13926" y="9227"/>
                </a:cubicBezTo>
                <a:close/>
              </a:path>
            </a:pathLst>
          </a:custGeom>
          <a:solidFill>
            <a:schemeClr val="accent4">
              <a:lumOff val="58054"/>
            </a:schemeClr>
          </a:solidFill>
          <a:ln w="12700">
            <a:miter lim="400000"/>
          </a:ln>
        </p:spPr>
        <p:txBody>
          <a:bodyPr lIns="109727" tIns="109727" rIns="109727" bIns="109727"/>
          <a:lstStyle/>
          <a:p>
            <a:endParaRPr/>
          </a:p>
        </p:txBody>
      </p:sp>
      <p:sp>
        <p:nvSpPr>
          <p:cNvPr id="621" name="Shape"/>
          <p:cNvSpPr/>
          <p:nvPr/>
        </p:nvSpPr>
        <p:spPr>
          <a:xfrm>
            <a:off x="17730100" y="11404507"/>
            <a:ext cx="332994" cy="390407"/>
          </a:xfrm>
          <a:custGeom>
            <a:avLst/>
            <a:gdLst/>
            <a:ahLst/>
            <a:cxnLst>
              <a:cxn ang="0">
                <a:pos x="wd2" y="hd2"/>
              </a:cxn>
              <a:cxn ang="5400000">
                <a:pos x="wd2" y="hd2"/>
              </a:cxn>
              <a:cxn ang="10800000">
                <a:pos x="wd2" y="hd2"/>
              </a:cxn>
              <a:cxn ang="16200000">
                <a:pos x="wd2" y="hd2"/>
              </a:cxn>
            </a:cxnLst>
            <a:rect l="0" t="0" r="r" b="b"/>
            <a:pathLst>
              <a:path w="21600" h="21600" extrusionOk="0">
                <a:moveTo>
                  <a:pt x="5959" y="6082"/>
                </a:moveTo>
                <a:cubicBezTo>
                  <a:pt x="9186" y="3775"/>
                  <a:pt x="5214" y="3355"/>
                  <a:pt x="5959" y="1678"/>
                </a:cubicBezTo>
                <a:cubicBezTo>
                  <a:pt x="3228" y="4194"/>
                  <a:pt x="6952" y="4194"/>
                  <a:pt x="5959" y="6082"/>
                </a:cubicBezTo>
                <a:close/>
                <a:moveTo>
                  <a:pt x="8690" y="6082"/>
                </a:moveTo>
                <a:cubicBezTo>
                  <a:pt x="13655" y="2517"/>
                  <a:pt x="7697" y="2726"/>
                  <a:pt x="8938" y="0"/>
                </a:cubicBezTo>
                <a:cubicBezTo>
                  <a:pt x="4966" y="3355"/>
                  <a:pt x="10428" y="3355"/>
                  <a:pt x="8690" y="6082"/>
                </a:cubicBezTo>
                <a:close/>
                <a:moveTo>
                  <a:pt x="13407" y="12163"/>
                </a:moveTo>
                <a:cubicBezTo>
                  <a:pt x="10179" y="12163"/>
                  <a:pt x="7697" y="14260"/>
                  <a:pt x="7697" y="16986"/>
                </a:cubicBezTo>
                <a:cubicBezTo>
                  <a:pt x="7697" y="19503"/>
                  <a:pt x="10179" y="21600"/>
                  <a:pt x="13407" y="21600"/>
                </a:cubicBezTo>
                <a:cubicBezTo>
                  <a:pt x="16386" y="21600"/>
                  <a:pt x="19117" y="19503"/>
                  <a:pt x="19117" y="16986"/>
                </a:cubicBezTo>
                <a:cubicBezTo>
                  <a:pt x="19117" y="14260"/>
                  <a:pt x="16386" y="12163"/>
                  <a:pt x="13407" y="12163"/>
                </a:cubicBezTo>
                <a:close/>
                <a:moveTo>
                  <a:pt x="13407" y="13421"/>
                </a:moveTo>
                <a:cubicBezTo>
                  <a:pt x="15641" y="13421"/>
                  <a:pt x="17379" y="15099"/>
                  <a:pt x="17379" y="16986"/>
                </a:cubicBezTo>
                <a:cubicBezTo>
                  <a:pt x="17379" y="18874"/>
                  <a:pt x="15641" y="20342"/>
                  <a:pt x="13407" y="20342"/>
                </a:cubicBezTo>
                <a:cubicBezTo>
                  <a:pt x="11172" y="20342"/>
                  <a:pt x="9186" y="18874"/>
                  <a:pt x="9186" y="16986"/>
                </a:cubicBezTo>
                <a:cubicBezTo>
                  <a:pt x="9186" y="15099"/>
                  <a:pt x="11172" y="13421"/>
                  <a:pt x="13407" y="13421"/>
                </a:cubicBezTo>
                <a:close/>
                <a:moveTo>
                  <a:pt x="16138" y="16777"/>
                </a:moveTo>
                <a:cubicBezTo>
                  <a:pt x="13903" y="16777"/>
                  <a:pt x="13903" y="16777"/>
                  <a:pt x="13903" y="16777"/>
                </a:cubicBezTo>
                <a:cubicBezTo>
                  <a:pt x="13903" y="14470"/>
                  <a:pt x="13903" y="14470"/>
                  <a:pt x="13903" y="14470"/>
                </a:cubicBezTo>
                <a:cubicBezTo>
                  <a:pt x="12662" y="14470"/>
                  <a:pt x="12662" y="14470"/>
                  <a:pt x="12662" y="14470"/>
                </a:cubicBezTo>
                <a:cubicBezTo>
                  <a:pt x="12662" y="17825"/>
                  <a:pt x="12662" y="17825"/>
                  <a:pt x="12662" y="17825"/>
                </a:cubicBezTo>
                <a:cubicBezTo>
                  <a:pt x="16138" y="17825"/>
                  <a:pt x="16138" y="17825"/>
                  <a:pt x="16138" y="17825"/>
                </a:cubicBezTo>
                <a:lnTo>
                  <a:pt x="16138" y="16777"/>
                </a:lnTo>
                <a:close/>
                <a:moveTo>
                  <a:pt x="8193" y="21181"/>
                </a:moveTo>
                <a:cubicBezTo>
                  <a:pt x="6952" y="20132"/>
                  <a:pt x="6207" y="18454"/>
                  <a:pt x="6207" y="16986"/>
                </a:cubicBezTo>
                <a:cubicBezTo>
                  <a:pt x="6207" y="15309"/>
                  <a:pt x="6952" y="13841"/>
                  <a:pt x="8193" y="12583"/>
                </a:cubicBezTo>
                <a:cubicBezTo>
                  <a:pt x="9683" y="11534"/>
                  <a:pt x="11421" y="10905"/>
                  <a:pt x="13407" y="10905"/>
                </a:cubicBezTo>
                <a:cubicBezTo>
                  <a:pt x="13903" y="10905"/>
                  <a:pt x="14648" y="10905"/>
                  <a:pt x="15145" y="11115"/>
                </a:cubicBezTo>
                <a:cubicBezTo>
                  <a:pt x="15393" y="9647"/>
                  <a:pt x="15641" y="8388"/>
                  <a:pt x="15641" y="6920"/>
                </a:cubicBezTo>
                <a:cubicBezTo>
                  <a:pt x="0" y="6920"/>
                  <a:pt x="0" y="6920"/>
                  <a:pt x="0" y="6920"/>
                </a:cubicBezTo>
                <a:cubicBezTo>
                  <a:pt x="248" y="13631"/>
                  <a:pt x="1738" y="17825"/>
                  <a:pt x="3972" y="21600"/>
                </a:cubicBezTo>
                <a:cubicBezTo>
                  <a:pt x="8938" y="21600"/>
                  <a:pt x="8938" y="21600"/>
                  <a:pt x="8938" y="21600"/>
                </a:cubicBezTo>
                <a:cubicBezTo>
                  <a:pt x="8690" y="21600"/>
                  <a:pt x="8441" y="21390"/>
                  <a:pt x="8193" y="21181"/>
                </a:cubicBezTo>
                <a:close/>
                <a:moveTo>
                  <a:pt x="19614" y="10276"/>
                </a:moveTo>
                <a:cubicBezTo>
                  <a:pt x="17131" y="10276"/>
                  <a:pt x="17131" y="10276"/>
                  <a:pt x="17131" y="10276"/>
                </a:cubicBezTo>
                <a:cubicBezTo>
                  <a:pt x="17131" y="9856"/>
                  <a:pt x="17131" y="9227"/>
                  <a:pt x="17379" y="8808"/>
                </a:cubicBezTo>
                <a:cubicBezTo>
                  <a:pt x="21600" y="8808"/>
                  <a:pt x="21600" y="8808"/>
                  <a:pt x="21600" y="8808"/>
                </a:cubicBezTo>
                <a:cubicBezTo>
                  <a:pt x="21600" y="10485"/>
                  <a:pt x="20855" y="12373"/>
                  <a:pt x="19614" y="13841"/>
                </a:cubicBezTo>
                <a:cubicBezTo>
                  <a:pt x="19366" y="13421"/>
                  <a:pt x="18869" y="13002"/>
                  <a:pt x="18372" y="12583"/>
                </a:cubicBezTo>
                <a:cubicBezTo>
                  <a:pt x="18869" y="11953"/>
                  <a:pt x="19366" y="11115"/>
                  <a:pt x="19614" y="10276"/>
                </a:cubicBezTo>
                <a:close/>
              </a:path>
            </a:pathLst>
          </a:custGeom>
          <a:solidFill>
            <a:schemeClr val="accent4">
              <a:lumOff val="58054"/>
            </a:schemeClr>
          </a:solidFill>
          <a:ln w="12700">
            <a:miter lim="400000"/>
          </a:ln>
        </p:spPr>
        <p:txBody>
          <a:bodyPr lIns="109727" tIns="109727" rIns="109727" bIns="109727"/>
          <a:lstStyle/>
          <a:p>
            <a:endParaRPr/>
          </a:p>
        </p:txBody>
      </p:sp>
      <p:sp>
        <p:nvSpPr>
          <p:cNvPr id="622" name="Shape"/>
          <p:cNvSpPr/>
          <p:nvPr/>
        </p:nvSpPr>
        <p:spPr>
          <a:xfrm>
            <a:off x="18682425" y="11433214"/>
            <a:ext cx="390407" cy="332994"/>
          </a:xfrm>
          <a:custGeom>
            <a:avLst/>
            <a:gdLst/>
            <a:ahLst/>
            <a:cxnLst>
              <a:cxn ang="0">
                <a:pos x="wd2" y="hd2"/>
              </a:cxn>
              <a:cxn ang="5400000">
                <a:pos x="wd2" y="hd2"/>
              </a:cxn>
              <a:cxn ang="10800000">
                <a:pos x="wd2" y="hd2"/>
              </a:cxn>
              <a:cxn ang="16200000">
                <a:pos x="wd2" y="hd2"/>
              </a:cxn>
            </a:cxnLst>
            <a:rect l="0" t="0" r="r" b="b"/>
            <a:pathLst>
              <a:path w="21600" h="21600" extrusionOk="0">
                <a:moveTo>
                  <a:pt x="10066" y="10047"/>
                </a:moveTo>
                <a:cubicBezTo>
                  <a:pt x="10066" y="11302"/>
                  <a:pt x="9227" y="12056"/>
                  <a:pt x="7969" y="12056"/>
                </a:cubicBezTo>
                <a:cubicBezTo>
                  <a:pt x="7550" y="12056"/>
                  <a:pt x="6920" y="12056"/>
                  <a:pt x="6501" y="11553"/>
                </a:cubicBezTo>
                <a:cubicBezTo>
                  <a:pt x="6711" y="10298"/>
                  <a:pt x="6711" y="10298"/>
                  <a:pt x="6711" y="10298"/>
                </a:cubicBezTo>
                <a:cubicBezTo>
                  <a:pt x="7130" y="10549"/>
                  <a:pt x="7550" y="10800"/>
                  <a:pt x="7969" y="10800"/>
                </a:cubicBezTo>
                <a:cubicBezTo>
                  <a:pt x="8388" y="10800"/>
                  <a:pt x="8808" y="10549"/>
                  <a:pt x="8808" y="10047"/>
                </a:cubicBezTo>
                <a:cubicBezTo>
                  <a:pt x="8808" y="9544"/>
                  <a:pt x="8179" y="9293"/>
                  <a:pt x="7759" y="9293"/>
                </a:cubicBezTo>
                <a:cubicBezTo>
                  <a:pt x="7340" y="9293"/>
                  <a:pt x="7340" y="9293"/>
                  <a:pt x="7340" y="9293"/>
                </a:cubicBezTo>
                <a:cubicBezTo>
                  <a:pt x="7340" y="8037"/>
                  <a:pt x="7340" y="8037"/>
                  <a:pt x="7340" y="8037"/>
                </a:cubicBezTo>
                <a:cubicBezTo>
                  <a:pt x="7759" y="8037"/>
                  <a:pt x="7759" y="8037"/>
                  <a:pt x="7759" y="8037"/>
                </a:cubicBezTo>
                <a:cubicBezTo>
                  <a:pt x="8179" y="8037"/>
                  <a:pt x="8598" y="8037"/>
                  <a:pt x="8598" y="7535"/>
                </a:cubicBezTo>
                <a:cubicBezTo>
                  <a:pt x="8598" y="7284"/>
                  <a:pt x="8388" y="7033"/>
                  <a:pt x="7969" y="7033"/>
                </a:cubicBezTo>
                <a:cubicBezTo>
                  <a:pt x="7550" y="7033"/>
                  <a:pt x="7130" y="7284"/>
                  <a:pt x="6920" y="7535"/>
                </a:cubicBezTo>
                <a:cubicBezTo>
                  <a:pt x="6501" y="6279"/>
                  <a:pt x="6501" y="6279"/>
                  <a:pt x="6501" y="6279"/>
                </a:cubicBezTo>
                <a:cubicBezTo>
                  <a:pt x="7130" y="5777"/>
                  <a:pt x="7759" y="5777"/>
                  <a:pt x="8179" y="5777"/>
                </a:cubicBezTo>
                <a:cubicBezTo>
                  <a:pt x="9437" y="5777"/>
                  <a:pt x="10066" y="6530"/>
                  <a:pt x="10066" y="7284"/>
                </a:cubicBezTo>
                <a:cubicBezTo>
                  <a:pt x="10066" y="8037"/>
                  <a:pt x="9856" y="8288"/>
                  <a:pt x="9227" y="8791"/>
                </a:cubicBezTo>
                <a:cubicBezTo>
                  <a:pt x="9856" y="9042"/>
                  <a:pt x="10066" y="9544"/>
                  <a:pt x="10066" y="10047"/>
                </a:cubicBezTo>
                <a:close/>
                <a:moveTo>
                  <a:pt x="12373" y="7033"/>
                </a:moveTo>
                <a:cubicBezTo>
                  <a:pt x="13002" y="7033"/>
                  <a:pt x="13002" y="7033"/>
                  <a:pt x="13002" y="7033"/>
                </a:cubicBezTo>
                <a:cubicBezTo>
                  <a:pt x="14050" y="7033"/>
                  <a:pt x="14470" y="7786"/>
                  <a:pt x="14470" y="9042"/>
                </a:cubicBezTo>
                <a:cubicBezTo>
                  <a:pt x="14470" y="9544"/>
                  <a:pt x="14260" y="10800"/>
                  <a:pt x="13212" y="10800"/>
                </a:cubicBezTo>
                <a:cubicBezTo>
                  <a:pt x="12373" y="10800"/>
                  <a:pt x="12373" y="10800"/>
                  <a:pt x="12373" y="10800"/>
                </a:cubicBezTo>
                <a:lnTo>
                  <a:pt x="12373" y="7033"/>
                </a:lnTo>
                <a:close/>
                <a:moveTo>
                  <a:pt x="13212" y="5777"/>
                </a:moveTo>
                <a:cubicBezTo>
                  <a:pt x="10905" y="5777"/>
                  <a:pt x="10905" y="5777"/>
                  <a:pt x="10905" y="5777"/>
                </a:cubicBezTo>
                <a:cubicBezTo>
                  <a:pt x="10905" y="12056"/>
                  <a:pt x="10905" y="12056"/>
                  <a:pt x="10905" y="12056"/>
                </a:cubicBezTo>
                <a:cubicBezTo>
                  <a:pt x="13212" y="12056"/>
                  <a:pt x="13212" y="12056"/>
                  <a:pt x="13212" y="12056"/>
                </a:cubicBezTo>
                <a:cubicBezTo>
                  <a:pt x="14889" y="12056"/>
                  <a:pt x="15728" y="10800"/>
                  <a:pt x="15728" y="8791"/>
                </a:cubicBezTo>
                <a:cubicBezTo>
                  <a:pt x="15728" y="7033"/>
                  <a:pt x="14889" y="5777"/>
                  <a:pt x="13212" y="5777"/>
                </a:cubicBezTo>
                <a:close/>
                <a:moveTo>
                  <a:pt x="19503" y="2512"/>
                </a:moveTo>
                <a:cubicBezTo>
                  <a:pt x="2097" y="2512"/>
                  <a:pt x="2097" y="2512"/>
                  <a:pt x="2097" y="2512"/>
                </a:cubicBezTo>
                <a:cubicBezTo>
                  <a:pt x="2097" y="15070"/>
                  <a:pt x="2097" y="15070"/>
                  <a:pt x="2097" y="15070"/>
                </a:cubicBezTo>
                <a:cubicBezTo>
                  <a:pt x="19503" y="15070"/>
                  <a:pt x="19503" y="15070"/>
                  <a:pt x="19503" y="15070"/>
                </a:cubicBezTo>
                <a:lnTo>
                  <a:pt x="19503" y="2512"/>
                </a:lnTo>
                <a:close/>
                <a:moveTo>
                  <a:pt x="21600" y="0"/>
                </a:moveTo>
                <a:cubicBezTo>
                  <a:pt x="21600" y="17581"/>
                  <a:pt x="21600" y="17581"/>
                  <a:pt x="21600" y="17581"/>
                </a:cubicBezTo>
                <a:cubicBezTo>
                  <a:pt x="0" y="17581"/>
                  <a:pt x="0" y="17581"/>
                  <a:pt x="0" y="17581"/>
                </a:cubicBezTo>
                <a:cubicBezTo>
                  <a:pt x="0" y="0"/>
                  <a:pt x="0" y="0"/>
                  <a:pt x="0" y="0"/>
                </a:cubicBezTo>
                <a:lnTo>
                  <a:pt x="21600" y="0"/>
                </a:lnTo>
                <a:close/>
                <a:moveTo>
                  <a:pt x="15938" y="19088"/>
                </a:moveTo>
                <a:cubicBezTo>
                  <a:pt x="14889" y="20595"/>
                  <a:pt x="13002" y="21600"/>
                  <a:pt x="10905" y="21600"/>
                </a:cubicBezTo>
                <a:cubicBezTo>
                  <a:pt x="8598" y="21600"/>
                  <a:pt x="6711" y="20595"/>
                  <a:pt x="5662" y="19088"/>
                </a:cubicBezTo>
                <a:lnTo>
                  <a:pt x="15938" y="19088"/>
                </a:lnTo>
                <a:close/>
              </a:path>
            </a:pathLst>
          </a:custGeom>
          <a:solidFill>
            <a:schemeClr val="accent4">
              <a:lumOff val="58054"/>
            </a:schemeClr>
          </a:solidFill>
          <a:ln w="12700">
            <a:miter lim="400000"/>
          </a:ln>
        </p:spPr>
        <p:txBody>
          <a:bodyPr lIns="109727" tIns="109727" rIns="109727" bIns="109727"/>
          <a:lstStyle/>
          <a:p>
            <a:endParaRPr/>
          </a:p>
        </p:txBody>
      </p:sp>
      <p:sp>
        <p:nvSpPr>
          <p:cNvPr id="623" name="Shape"/>
          <p:cNvSpPr/>
          <p:nvPr/>
        </p:nvSpPr>
        <p:spPr>
          <a:xfrm>
            <a:off x="18682425" y="12353974"/>
            <a:ext cx="390407" cy="390407"/>
          </a:xfrm>
          <a:custGeom>
            <a:avLst/>
            <a:gdLst/>
            <a:ahLst/>
            <a:cxnLst>
              <a:cxn ang="0">
                <a:pos x="wd2" y="hd2"/>
              </a:cxn>
              <a:cxn ang="5400000">
                <a:pos x="wd2" y="hd2"/>
              </a:cxn>
              <a:cxn ang="10800000">
                <a:pos x="wd2" y="hd2"/>
              </a:cxn>
              <a:cxn ang="16200000">
                <a:pos x="wd2" y="hd2"/>
              </a:cxn>
            </a:cxnLst>
            <a:rect l="0" t="0" r="r" b="b"/>
            <a:pathLst>
              <a:path w="21600" h="21600" extrusionOk="0">
                <a:moveTo>
                  <a:pt x="15398" y="12583"/>
                </a:moveTo>
                <a:cubicBezTo>
                  <a:pt x="15398" y="12163"/>
                  <a:pt x="14970" y="11744"/>
                  <a:pt x="14543" y="11744"/>
                </a:cubicBezTo>
                <a:cubicBezTo>
                  <a:pt x="14115" y="11744"/>
                  <a:pt x="13687" y="12163"/>
                  <a:pt x="13687" y="12583"/>
                </a:cubicBezTo>
                <a:cubicBezTo>
                  <a:pt x="13687" y="13002"/>
                  <a:pt x="14115" y="13421"/>
                  <a:pt x="14543" y="13421"/>
                </a:cubicBezTo>
                <a:cubicBezTo>
                  <a:pt x="14970" y="13421"/>
                  <a:pt x="15398" y="13002"/>
                  <a:pt x="15398" y="12583"/>
                </a:cubicBezTo>
                <a:close/>
                <a:moveTo>
                  <a:pt x="21600" y="9647"/>
                </a:moveTo>
                <a:cubicBezTo>
                  <a:pt x="21600" y="10066"/>
                  <a:pt x="21600" y="13002"/>
                  <a:pt x="21600" y="13631"/>
                </a:cubicBezTo>
                <a:cubicBezTo>
                  <a:pt x="21600" y="14260"/>
                  <a:pt x="21172" y="14889"/>
                  <a:pt x="20103" y="14889"/>
                </a:cubicBezTo>
                <a:cubicBezTo>
                  <a:pt x="20103" y="14889"/>
                  <a:pt x="16681" y="14889"/>
                  <a:pt x="14329" y="14889"/>
                </a:cubicBezTo>
                <a:cubicBezTo>
                  <a:pt x="13046" y="14889"/>
                  <a:pt x="11976" y="13841"/>
                  <a:pt x="11976" y="12583"/>
                </a:cubicBezTo>
                <a:cubicBezTo>
                  <a:pt x="11976" y="12583"/>
                  <a:pt x="11976" y="12583"/>
                  <a:pt x="11976" y="12583"/>
                </a:cubicBezTo>
                <a:cubicBezTo>
                  <a:pt x="11976" y="11324"/>
                  <a:pt x="13046" y="10485"/>
                  <a:pt x="14329" y="10485"/>
                </a:cubicBezTo>
                <a:cubicBezTo>
                  <a:pt x="16681" y="10485"/>
                  <a:pt x="20103" y="10485"/>
                  <a:pt x="20103" y="10485"/>
                </a:cubicBezTo>
                <a:cubicBezTo>
                  <a:pt x="20745" y="10485"/>
                  <a:pt x="21386" y="10276"/>
                  <a:pt x="21600" y="9647"/>
                </a:cubicBezTo>
                <a:close/>
                <a:moveTo>
                  <a:pt x="20531" y="16357"/>
                </a:moveTo>
                <a:cubicBezTo>
                  <a:pt x="20531" y="21600"/>
                  <a:pt x="20531" y="21600"/>
                  <a:pt x="20531" y="21600"/>
                </a:cubicBezTo>
                <a:cubicBezTo>
                  <a:pt x="2780" y="21600"/>
                  <a:pt x="2780" y="21600"/>
                  <a:pt x="2780" y="21600"/>
                </a:cubicBezTo>
                <a:cubicBezTo>
                  <a:pt x="1283" y="21600"/>
                  <a:pt x="0" y="20551"/>
                  <a:pt x="0" y="19083"/>
                </a:cubicBezTo>
                <a:cubicBezTo>
                  <a:pt x="0" y="2726"/>
                  <a:pt x="0" y="2726"/>
                  <a:pt x="0" y="2726"/>
                </a:cubicBezTo>
                <a:cubicBezTo>
                  <a:pt x="0" y="1258"/>
                  <a:pt x="1283" y="0"/>
                  <a:pt x="2780" y="0"/>
                </a:cubicBezTo>
                <a:cubicBezTo>
                  <a:pt x="20531" y="0"/>
                  <a:pt x="20531" y="0"/>
                  <a:pt x="20531" y="0"/>
                </a:cubicBezTo>
                <a:cubicBezTo>
                  <a:pt x="20531" y="2097"/>
                  <a:pt x="20531" y="2097"/>
                  <a:pt x="20531" y="2097"/>
                </a:cubicBezTo>
                <a:cubicBezTo>
                  <a:pt x="20531" y="2097"/>
                  <a:pt x="4277" y="2097"/>
                  <a:pt x="3208" y="2097"/>
                </a:cubicBezTo>
                <a:cubicBezTo>
                  <a:pt x="1925" y="2097"/>
                  <a:pt x="1925" y="3775"/>
                  <a:pt x="3208" y="3775"/>
                </a:cubicBezTo>
                <a:cubicBezTo>
                  <a:pt x="4277" y="3775"/>
                  <a:pt x="20317" y="3775"/>
                  <a:pt x="20531" y="3775"/>
                </a:cubicBezTo>
                <a:cubicBezTo>
                  <a:pt x="20531" y="8808"/>
                  <a:pt x="20531" y="8808"/>
                  <a:pt x="20531" y="8808"/>
                </a:cubicBezTo>
                <a:cubicBezTo>
                  <a:pt x="18392" y="8808"/>
                  <a:pt x="18392" y="8808"/>
                  <a:pt x="18392" y="8808"/>
                </a:cubicBezTo>
                <a:cubicBezTo>
                  <a:pt x="18392" y="6082"/>
                  <a:pt x="18392" y="6082"/>
                  <a:pt x="18392" y="6082"/>
                </a:cubicBezTo>
                <a:cubicBezTo>
                  <a:pt x="4919" y="6082"/>
                  <a:pt x="4919" y="6082"/>
                  <a:pt x="4919" y="6082"/>
                </a:cubicBezTo>
                <a:cubicBezTo>
                  <a:pt x="4919" y="19503"/>
                  <a:pt x="4919" y="19503"/>
                  <a:pt x="4919" y="19503"/>
                </a:cubicBezTo>
                <a:cubicBezTo>
                  <a:pt x="18392" y="19503"/>
                  <a:pt x="18392" y="19503"/>
                  <a:pt x="18392" y="19503"/>
                </a:cubicBezTo>
                <a:cubicBezTo>
                  <a:pt x="18392" y="16357"/>
                  <a:pt x="18392" y="16357"/>
                  <a:pt x="18392" y="16357"/>
                </a:cubicBezTo>
                <a:cubicBezTo>
                  <a:pt x="20531" y="16357"/>
                  <a:pt x="20531" y="16357"/>
                  <a:pt x="20531" y="16357"/>
                </a:cubicBezTo>
                <a:close/>
              </a:path>
            </a:pathLst>
          </a:custGeom>
          <a:solidFill>
            <a:schemeClr val="accent4">
              <a:lumOff val="58054"/>
            </a:schemeClr>
          </a:solidFill>
          <a:ln w="12700">
            <a:miter lim="400000"/>
          </a:ln>
        </p:spPr>
        <p:txBody>
          <a:bodyPr lIns="109727" tIns="109727" rIns="109727" bIns="109727"/>
          <a:lstStyle/>
          <a:p>
            <a:endParaRPr/>
          </a:p>
        </p:txBody>
      </p:sp>
      <p:sp>
        <p:nvSpPr>
          <p:cNvPr id="624" name="Shape"/>
          <p:cNvSpPr/>
          <p:nvPr/>
        </p:nvSpPr>
        <p:spPr>
          <a:xfrm>
            <a:off x="19613249" y="6626199"/>
            <a:ext cx="401890" cy="390407"/>
          </a:xfrm>
          <a:custGeom>
            <a:avLst/>
            <a:gdLst/>
            <a:ahLst/>
            <a:cxnLst>
              <a:cxn ang="0">
                <a:pos x="wd2" y="hd2"/>
              </a:cxn>
              <a:cxn ang="5400000">
                <a:pos x="wd2" y="hd2"/>
              </a:cxn>
              <a:cxn ang="10800000">
                <a:pos x="wd2" y="hd2"/>
              </a:cxn>
              <a:cxn ang="16200000">
                <a:pos x="wd2" y="hd2"/>
              </a:cxn>
            </a:cxnLst>
            <a:rect l="0" t="0" r="r" b="b"/>
            <a:pathLst>
              <a:path w="21600" h="21600" extrusionOk="0">
                <a:moveTo>
                  <a:pt x="16357" y="14889"/>
                </a:moveTo>
                <a:cubicBezTo>
                  <a:pt x="19293" y="17825"/>
                  <a:pt x="19293" y="17825"/>
                  <a:pt x="19293" y="17825"/>
                </a:cubicBezTo>
                <a:cubicBezTo>
                  <a:pt x="17616" y="19293"/>
                  <a:pt x="17616" y="19293"/>
                  <a:pt x="17616" y="19293"/>
                </a:cubicBezTo>
                <a:cubicBezTo>
                  <a:pt x="14889" y="16357"/>
                  <a:pt x="14889" y="16357"/>
                  <a:pt x="14889" y="16357"/>
                </a:cubicBezTo>
                <a:cubicBezTo>
                  <a:pt x="15309" y="15938"/>
                  <a:pt x="15938" y="15518"/>
                  <a:pt x="16357" y="14889"/>
                </a:cubicBezTo>
                <a:close/>
                <a:moveTo>
                  <a:pt x="11953" y="17616"/>
                </a:moveTo>
                <a:cubicBezTo>
                  <a:pt x="11953" y="21600"/>
                  <a:pt x="11953" y="21600"/>
                  <a:pt x="11953" y="21600"/>
                </a:cubicBezTo>
                <a:cubicBezTo>
                  <a:pt x="9856" y="21600"/>
                  <a:pt x="9856" y="21600"/>
                  <a:pt x="9856" y="21600"/>
                </a:cubicBezTo>
                <a:cubicBezTo>
                  <a:pt x="9856" y="17616"/>
                  <a:pt x="9856" y="17616"/>
                  <a:pt x="9856" y="17616"/>
                </a:cubicBezTo>
                <a:cubicBezTo>
                  <a:pt x="10066" y="17616"/>
                  <a:pt x="10485" y="17616"/>
                  <a:pt x="10695" y="17616"/>
                </a:cubicBezTo>
                <a:cubicBezTo>
                  <a:pt x="11115" y="17616"/>
                  <a:pt x="11534" y="17616"/>
                  <a:pt x="11953" y="17616"/>
                </a:cubicBezTo>
                <a:close/>
                <a:moveTo>
                  <a:pt x="21600" y="9856"/>
                </a:moveTo>
                <a:cubicBezTo>
                  <a:pt x="21600" y="11953"/>
                  <a:pt x="21600" y="11953"/>
                  <a:pt x="21600" y="11953"/>
                </a:cubicBezTo>
                <a:cubicBezTo>
                  <a:pt x="17616" y="11953"/>
                  <a:pt x="17616" y="11953"/>
                  <a:pt x="17616" y="11953"/>
                </a:cubicBezTo>
                <a:cubicBezTo>
                  <a:pt x="17616" y="11534"/>
                  <a:pt x="17616" y="11324"/>
                  <a:pt x="17616" y="10905"/>
                </a:cubicBezTo>
                <a:cubicBezTo>
                  <a:pt x="17616" y="10485"/>
                  <a:pt x="17616" y="10276"/>
                  <a:pt x="17616" y="9856"/>
                </a:cubicBezTo>
                <a:lnTo>
                  <a:pt x="21600" y="9856"/>
                </a:lnTo>
                <a:close/>
                <a:moveTo>
                  <a:pt x="6711" y="16357"/>
                </a:moveTo>
                <a:cubicBezTo>
                  <a:pt x="3984" y="19293"/>
                  <a:pt x="3984" y="19293"/>
                  <a:pt x="3984" y="19293"/>
                </a:cubicBezTo>
                <a:cubicBezTo>
                  <a:pt x="2517" y="17825"/>
                  <a:pt x="2517" y="17825"/>
                  <a:pt x="2517" y="17825"/>
                </a:cubicBezTo>
                <a:cubicBezTo>
                  <a:pt x="5243" y="14889"/>
                  <a:pt x="5243" y="14889"/>
                  <a:pt x="5243" y="14889"/>
                </a:cubicBezTo>
                <a:cubicBezTo>
                  <a:pt x="5662" y="15518"/>
                  <a:pt x="6291" y="15938"/>
                  <a:pt x="6711" y="16357"/>
                </a:cubicBezTo>
                <a:close/>
                <a:moveTo>
                  <a:pt x="9856" y="4194"/>
                </a:moveTo>
                <a:cubicBezTo>
                  <a:pt x="9856" y="0"/>
                  <a:pt x="9856" y="0"/>
                  <a:pt x="9856" y="0"/>
                </a:cubicBezTo>
                <a:cubicBezTo>
                  <a:pt x="11953" y="0"/>
                  <a:pt x="11953" y="0"/>
                  <a:pt x="11953" y="0"/>
                </a:cubicBezTo>
                <a:cubicBezTo>
                  <a:pt x="11953" y="4194"/>
                  <a:pt x="11953" y="4194"/>
                  <a:pt x="11953" y="4194"/>
                </a:cubicBezTo>
                <a:cubicBezTo>
                  <a:pt x="11534" y="4194"/>
                  <a:pt x="11115" y="3984"/>
                  <a:pt x="10695" y="3984"/>
                </a:cubicBezTo>
                <a:cubicBezTo>
                  <a:pt x="10485" y="3984"/>
                  <a:pt x="10066" y="4194"/>
                  <a:pt x="9856" y="4194"/>
                </a:cubicBezTo>
                <a:close/>
                <a:moveTo>
                  <a:pt x="3984" y="11953"/>
                </a:moveTo>
                <a:cubicBezTo>
                  <a:pt x="0" y="11953"/>
                  <a:pt x="0" y="11953"/>
                  <a:pt x="0" y="11953"/>
                </a:cubicBezTo>
                <a:cubicBezTo>
                  <a:pt x="0" y="9856"/>
                  <a:pt x="0" y="9856"/>
                  <a:pt x="0" y="9856"/>
                </a:cubicBezTo>
                <a:cubicBezTo>
                  <a:pt x="3984" y="9856"/>
                  <a:pt x="3984" y="9856"/>
                  <a:pt x="3984" y="9856"/>
                </a:cubicBezTo>
                <a:cubicBezTo>
                  <a:pt x="3984" y="10276"/>
                  <a:pt x="3984" y="10485"/>
                  <a:pt x="3984" y="10905"/>
                </a:cubicBezTo>
                <a:cubicBezTo>
                  <a:pt x="3984" y="11324"/>
                  <a:pt x="3984" y="11534"/>
                  <a:pt x="3984" y="11953"/>
                </a:cubicBezTo>
                <a:close/>
                <a:moveTo>
                  <a:pt x="14889" y="5452"/>
                </a:moveTo>
                <a:cubicBezTo>
                  <a:pt x="17616" y="2517"/>
                  <a:pt x="17616" y="2517"/>
                  <a:pt x="17616" y="2517"/>
                </a:cubicBezTo>
                <a:cubicBezTo>
                  <a:pt x="19293" y="3984"/>
                  <a:pt x="19293" y="3984"/>
                  <a:pt x="19293" y="3984"/>
                </a:cubicBezTo>
                <a:cubicBezTo>
                  <a:pt x="16357" y="6920"/>
                  <a:pt x="16357" y="6920"/>
                  <a:pt x="16357" y="6920"/>
                </a:cubicBezTo>
                <a:cubicBezTo>
                  <a:pt x="15938" y="6291"/>
                  <a:pt x="15309" y="5872"/>
                  <a:pt x="14889" y="5452"/>
                </a:cubicBezTo>
                <a:close/>
                <a:moveTo>
                  <a:pt x="5243" y="6920"/>
                </a:moveTo>
                <a:cubicBezTo>
                  <a:pt x="2517" y="3984"/>
                  <a:pt x="2517" y="3984"/>
                  <a:pt x="2517" y="3984"/>
                </a:cubicBezTo>
                <a:cubicBezTo>
                  <a:pt x="3984" y="2517"/>
                  <a:pt x="3984" y="2517"/>
                  <a:pt x="3984" y="2517"/>
                </a:cubicBezTo>
                <a:cubicBezTo>
                  <a:pt x="6711" y="5452"/>
                  <a:pt x="6711" y="5452"/>
                  <a:pt x="6711" y="5452"/>
                </a:cubicBezTo>
                <a:cubicBezTo>
                  <a:pt x="6291" y="5872"/>
                  <a:pt x="5662" y="6291"/>
                  <a:pt x="5243" y="6920"/>
                </a:cubicBezTo>
                <a:close/>
                <a:moveTo>
                  <a:pt x="10695" y="14050"/>
                </a:moveTo>
                <a:cubicBezTo>
                  <a:pt x="10695" y="7759"/>
                  <a:pt x="10695" y="7759"/>
                  <a:pt x="10695" y="7759"/>
                </a:cubicBezTo>
                <a:cubicBezTo>
                  <a:pt x="12583" y="7759"/>
                  <a:pt x="13841" y="9227"/>
                  <a:pt x="13841" y="10905"/>
                </a:cubicBezTo>
                <a:cubicBezTo>
                  <a:pt x="13841" y="12583"/>
                  <a:pt x="12583" y="14050"/>
                  <a:pt x="10695" y="14050"/>
                </a:cubicBezTo>
                <a:close/>
                <a:moveTo>
                  <a:pt x="10695" y="5662"/>
                </a:moveTo>
                <a:cubicBezTo>
                  <a:pt x="7969" y="5662"/>
                  <a:pt x="5452" y="7969"/>
                  <a:pt x="5452" y="10905"/>
                </a:cubicBezTo>
                <a:cubicBezTo>
                  <a:pt x="5452" y="13841"/>
                  <a:pt x="7969" y="16148"/>
                  <a:pt x="10695" y="16148"/>
                </a:cubicBezTo>
                <a:cubicBezTo>
                  <a:pt x="13631" y="16148"/>
                  <a:pt x="15938" y="13841"/>
                  <a:pt x="15938" y="10905"/>
                </a:cubicBezTo>
                <a:cubicBezTo>
                  <a:pt x="15938" y="7969"/>
                  <a:pt x="13631" y="5662"/>
                  <a:pt x="10695" y="5662"/>
                </a:cubicBezTo>
                <a:close/>
              </a:path>
            </a:pathLst>
          </a:custGeom>
          <a:solidFill>
            <a:schemeClr val="accent4">
              <a:lumOff val="58054"/>
            </a:schemeClr>
          </a:solidFill>
          <a:ln w="12700">
            <a:miter lim="400000"/>
          </a:ln>
        </p:spPr>
        <p:txBody>
          <a:bodyPr lIns="109727" tIns="109727" rIns="109727" bIns="109727"/>
          <a:lstStyle/>
          <a:p>
            <a:endParaRPr/>
          </a:p>
        </p:txBody>
      </p:sp>
      <p:sp>
        <p:nvSpPr>
          <p:cNvPr id="625" name="Shape"/>
          <p:cNvSpPr/>
          <p:nvPr/>
        </p:nvSpPr>
        <p:spPr>
          <a:xfrm>
            <a:off x="17695654" y="9461494"/>
            <a:ext cx="401891" cy="355962"/>
          </a:xfrm>
          <a:custGeom>
            <a:avLst/>
            <a:gdLst/>
            <a:ahLst/>
            <a:cxnLst>
              <a:cxn ang="0">
                <a:pos x="wd2" y="hd2"/>
              </a:cxn>
              <a:cxn ang="5400000">
                <a:pos x="wd2" y="hd2"/>
              </a:cxn>
              <a:cxn ang="10800000">
                <a:pos x="wd2" y="hd2"/>
              </a:cxn>
              <a:cxn ang="16200000">
                <a:pos x="wd2" y="hd2"/>
              </a:cxn>
            </a:cxnLst>
            <a:rect l="0" t="0" r="r" b="b"/>
            <a:pathLst>
              <a:path w="21600" h="21600" extrusionOk="0">
                <a:moveTo>
                  <a:pt x="17280" y="18116"/>
                </a:moveTo>
                <a:lnTo>
                  <a:pt x="4320" y="18116"/>
                </a:lnTo>
                <a:lnTo>
                  <a:pt x="4320" y="8361"/>
                </a:lnTo>
                <a:lnTo>
                  <a:pt x="17280" y="8361"/>
                </a:lnTo>
                <a:lnTo>
                  <a:pt x="17280" y="18116"/>
                </a:lnTo>
                <a:close/>
                <a:moveTo>
                  <a:pt x="19131" y="18813"/>
                </a:moveTo>
                <a:lnTo>
                  <a:pt x="1851" y="18813"/>
                </a:lnTo>
                <a:lnTo>
                  <a:pt x="1851" y="6968"/>
                </a:lnTo>
                <a:lnTo>
                  <a:pt x="19131" y="6968"/>
                </a:lnTo>
                <a:lnTo>
                  <a:pt x="19131" y="18813"/>
                </a:lnTo>
                <a:close/>
                <a:moveTo>
                  <a:pt x="11726" y="4877"/>
                </a:moveTo>
                <a:lnTo>
                  <a:pt x="14811" y="1394"/>
                </a:lnTo>
                <a:lnTo>
                  <a:pt x="14194" y="0"/>
                </a:lnTo>
                <a:lnTo>
                  <a:pt x="11109" y="4181"/>
                </a:lnTo>
                <a:lnTo>
                  <a:pt x="7406" y="0"/>
                </a:lnTo>
                <a:lnTo>
                  <a:pt x="6171" y="1394"/>
                </a:lnTo>
                <a:lnTo>
                  <a:pt x="9874" y="4877"/>
                </a:lnTo>
                <a:lnTo>
                  <a:pt x="0" y="4877"/>
                </a:lnTo>
                <a:lnTo>
                  <a:pt x="0" y="21600"/>
                </a:lnTo>
                <a:lnTo>
                  <a:pt x="21600" y="21600"/>
                </a:lnTo>
                <a:lnTo>
                  <a:pt x="21600" y="4877"/>
                </a:lnTo>
                <a:lnTo>
                  <a:pt x="11726" y="4877"/>
                </a:lnTo>
                <a:close/>
              </a:path>
            </a:pathLst>
          </a:custGeom>
          <a:solidFill>
            <a:schemeClr val="accent4">
              <a:lumOff val="58054"/>
            </a:schemeClr>
          </a:solidFill>
          <a:ln w="12700">
            <a:miter lim="400000"/>
          </a:ln>
        </p:spPr>
        <p:txBody>
          <a:bodyPr lIns="109727" tIns="109727" rIns="109727" bIns="109727"/>
          <a:lstStyle/>
          <a:p>
            <a:endParaRPr/>
          </a:p>
        </p:txBody>
      </p:sp>
      <p:sp>
        <p:nvSpPr>
          <p:cNvPr id="626" name="Shape"/>
          <p:cNvSpPr/>
          <p:nvPr/>
        </p:nvSpPr>
        <p:spPr>
          <a:xfrm>
            <a:off x="19613249" y="5704726"/>
            <a:ext cx="401890" cy="344473"/>
          </a:xfrm>
          <a:custGeom>
            <a:avLst/>
            <a:gdLst/>
            <a:ahLst/>
            <a:cxnLst>
              <a:cxn ang="0">
                <a:pos x="wd2" y="hd2"/>
              </a:cxn>
              <a:cxn ang="5400000">
                <a:pos x="wd2" y="hd2"/>
              </a:cxn>
              <a:cxn ang="10800000">
                <a:pos x="wd2" y="hd2"/>
              </a:cxn>
              <a:cxn ang="16200000">
                <a:pos x="wd2" y="hd2"/>
              </a:cxn>
            </a:cxnLst>
            <a:rect l="0" t="0" r="r" b="b"/>
            <a:pathLst>
              <a:path w="21600" h="21600" extrusionOk="0">
                <a:moveTo>
                  <a:pt x="19083" y="19416"/>
                </a:moveTo>
                <a:cubicBezTo>
                  <a:pt x="18664" y="19416"/>
                  <a:pt x="18245" y="19173"/>
                  <a:pt x="18245" y="18688"/>
                </a:cubicBezTo>
                <a:cubicBezTo>
                  <a:pt x="18245" y="17960"/>
                  <a:pt x="18664" y="17717"/>
                  <a:pt x="19083" y="17717"/>
                </a:cubicBezTo>
                <a:cubicBezTo>
                  <a:pt x="19503" y="17717"/>
                  <a:pt x="19922" y="17960"/>
                  <a:pt x="19922" y="18688"/>
                </a:cubicBezTo>
                <a:cubicBezTo>
                  <a:pt x="19922" y="19173"/>
                  <a:pt x="19503" y="19416"/>
                  <a:pt x="19083" y="19416"/>
                </a:cubicBezTo>
                <a:close/>
                <a:moveTo>
                  <a:pt x="10066" y="19901"/>
                </a:moveTo>
                <a:cubicBezTo>
                  <a:pt x="8808" y="19901"/>
                  <a:pt x="8808" y="19901"/>
                  <a:pt x="8808" y="19901"/>
                </a:cubicBezTo>
                <a:cubicBezTo>
                  <a:pt x="9856" y="17231"/>
                  <a:pt x="9856" y="17231"/>
                  <a:pt x="9856" y="17231"/>
                </a:cubicBezTo>
                <a:cubicBezTo>
                  <a:pt x="10905" y="17231"/>
                  <a:pt x="10905" y="17231"/>
                  <a:pt x="10905" y="17231"/>
                </a:cubicBezTo>
                <a:lnTo>
                  <a:pt x="10066" y="19901"/>
                </a:lnTo>
                <a:close/>
                <a:moveTo>
                  <a:pt x="7130" y="19901"/>
                </a:moveTo>
                <a:cubicBezTo>
                  <a:pt x="7969" y="17231"/>
                  <a:pt x="7969" y="17231"/>
                  <a:pt x="7969" y="17231"/>
                </a:cubicBezTo>
                <a:cubicBezTo>
                  <a:pt x="9227" y="17231"/>
                  <a:pt x="9227" y="17231"/>
                  <a:pt x="9227" y="17231"/>
                </a:cubicBezTo>
                <a:cubicBezTo>
                  <a:pt x="8179" y="19901"/>
                  <a:pt x="8179" y="19901"/>
                  <a:pt x="8179" y="19901"/>
                </a:cubicBezTo>
                <a:lnTo>
                  <a:pt x="7130" y="19901"/>
                </a:lnTo>
                <a:close/>
                <a:moveTo>
                  <a:pt x="5243" y="19901"/>
                </a:moveTo>
                <a:cubicBezTo>
                  <a:pt x="6082" y="17231"/>
                  <a:pt x="6082" y="17231"/>
                  <a:pt x="6082" y="17231"/>
                </a:cubicBezTo>
                <a:cubicBezTo>
                  <a:pt x="7340" y="17231"/>
                  <a:pt x="7340" y="17231"/>
                  <a:pt x="7340" y="17231"/>
                </a:cubicBezTo>
                <a:cubicBezTo>
                  <a:pt x="6291" y="19901"/>
                  <a:pt x="6291" y="19901"/>
                  <a:pt x="6291" y="19901"/>
                </a:cubicBezTo>
                <a:lnTo>
                  <a:pt x="5243" y="19901"/>
                </a:lnTo>
                <a:close/>
                <a:moveTo>
                  <a:pt x="3355" y="19901"/>
                </a:moveTo>
                <a:cubicBezTo>
                  <a:pt x="4194" y="17231"/>
                  <a:pt x="4194" y="17231"/>
                  <a:pt x="4194" y="17231"/>
                </a:cubicBezTo>
                <a:cubicBezTo>
                  <a:pt x="5452" y="17231"/>
                  <a:pt x="5452" y="17231"/>
                  <a:pt x="5452" y="17231"/>
                </a:cubicBezTo>
                <a:cubicBezTo>
                  <a:pt x="4404" y="19901"/>
                  <a:pt x="4404" y="19901"/>
                  <a:pt x="4404" y="19901"/>
                </a:cubicBezTo>
                <a:lnTo>
                  <a:pt x="3355" y="19901"/>
                </a:lnTo>
                <a:close/>
                <a:moveTo>
                  <a:pt x="1468" y="19901"/>
                </a:moveTo>
                <a:cubicBezTo>
                  <a:pt x="2307" y="17231"/>
                  <a:pt x="2307" y="17231"/>
                  <a:pt x="2307" y="17231"/>
                </a:cubicBezTo>
                <a:cubicBezTo>
                  <a:pt x="3565" y="17231"/>
                  <a:pt x="3565" y="17231"/>
                  <a:pt x="3565" y="17231"/>
                </a:cubicBezTo>
                <a:cubicBezTo>
                  <a:pt x="2517" y="19901"/>
                  <a:pt x="2517" y="19901"/>
                  <a:pt x="2517" y="19901"/>
                </a:cubicBezTo>
                <a:lnTo>
                  <a:pt x="1468" y="19901"/>
                </a:lnTo>
                <a:close/>
                <a:moveTo>
                  <a:pt x="21600" y="15533"/>
                </a:moveTo>
                <a:cubicBezTo>
                  <a:pt x="0" y="15533"/>
                  <a:pt x="0" y="15533"/>
                  <a:pt x="0" y="15533"/>
                </a:cubicBezTo>
                <a:cubicBezTo>
                  <a:pt x="0" y="21600"/>
                  <a:pt x="0" y="21600"/>
                  <a:pt x="0" y="21600"/>
                </a:cubicBezTo>
                <a:cubicBezTo>
                  <a:pt x="21600" y="21600"/>
                  <a:pt x="21600" y="21600"/>
                  <a:pt x="21600" y="21600"/>
                </a:cubicBezTo>
                <a:lnTo>
                  <a:pt x="21600" y="15533"/>
                </a:lnTo>
                <a:close/>
                <a:moveTo>
                  <a:pt x="20342" y="5825"/>
                </a:moveTo>
                <a:cubicBezTo>
                  <a:pt x="1258" y="5825"/>
                  <a:pt x="1258" y="5825"/>
                  <a:pt x="1258" y="5825"/>
                </a:cubicBezTo>
                <a:cubicBezTo>
                  <a:pt x="5033" y="0"/>
                  <a:pt x="5033" y="0"/>
                  <a:pt x="5033" y="0"/>
                </a:cubicBezTo>
                <a:cubicBezTo>
                  <a:pt x="16567" y="0"/>
                  <a:pt x="16567" y="0"/>
                  <a:pt x="16567" y="0"/>
                </a:cubicBezTo>
                <a:lnTo>
                  <a:pt x="20342" y="5825"/>
                </a:lnTo>
                <a:close/>
                <a:moveTo>
                  <a:pt x="19083" y="11649"/>
                </a:moveTo>
                <a:cubicBezTo>
                  <a:pt x="18664" y="11649"/>
                  <a:pt x="18245" y="11164"/>
                  <a:pt x="18245" y="10679"/>
                </a:cubicBezTo>
                <a:cubicBezTo>
                  <a:pt x="18245" y="10193"/>
                  <a:pt x="18664" y="9708"/>
                  <a:pt x="19083" y="9708"/>
                </a:cubicBezTo>
                <a:cubicBezTo>
                  <a:pt x="19503" y="9708"/>
                  <a:pt x="19922" y="10193"/>
                  <a:pt x="19922" y="10679"/>
                </a:cubicBezTo>
                <a:cubicBezTo>
                  <a:pt x="19922" y="11164"/>
                  <a:pt x="19503" y="11649"/>
                  <a:pt x="19083" y="11649"/>
                </a:cubicBezTo>
                <a:close/>
                <a:moveTo>
                  <a:pt x="10066" y="12135"/>
                </a:moveTo>
                <a:cubicBezTo>
                  <a:pt x="8808" y="12135"/>
                  <a:pt x="8808" y="12135"/>
                  <a:pt x="8808" y="12135"/>
                </a:cubicBezTo>
                <a:cubicBezTo>
                  <a:pt x="9856" y="9222"/>
                  <a:pt x="9856" y="9222"/>
                  <a:pt x="9856" y="9222"/>
                </a:cubicBezTo>
                <a:cubicBezTo>
                  <a:pt x="10905" y="9222"/>
                  <a:pt x="10905" y="9222"/>
                  <a:pt x="10905" y="9222"/>
                </a:cubicBezTo>
                <a:lnTo>
                  <a:pt x="10066" y="12135"/>
                </a:lnTo>
                <a:close/>
                <a:moveTo>
                  <a:pt x="7130" y="12135"/>
                </a:moveTo>
                <a:cubicBezTo>
                  <a:pt x="7969" y="9222"/>
                  <a:pt x="7969" y="9222"/>
                  <a:pt x="7969" y="9222"/>
                </a:cubicBezTo>
                <a:cubicBezTo>
                  <a:pt x="9227" y="9222"/>
                  <a:pt x="9227" y="9222"/>
                  <a:pt x="9227" y="9222"/>
                </a:cubicBezTo>
                <a:cubicBezTo>
                  <a:pt x="8179" y="12135"/>
                  <a:pt x="8179" y="12135"/>
                  <a:pt x="8179" y="12135"/>
                </a:cubicBezTo>
                <a:lnTo>
                  <a:pt x="7130" y="12135"/>
                </a:lnTo>
                <a:close/>
                <a:moveTo>
                  <a:pt x="5243" y="12135"/>
                </a:moveTo>
                <a:cubicBezTo>
                  <a:pt x="6082" y="9222"/>
                  <a:pt x="6082" y="9222"/>
                  <a:pt x="6082" y="9222"/>
                </a:cubicBezTo>
                <a:cubicBezTo>
                  <a:pt x="7340" y="9222"/>
                  <a:pt x="7340" y="9222"/>
                  <a:pt x="7340" y="9222"/>
                </a:cubicBezTo>
                <a:cubicBezTo>
                  <a:pt x="6291" y="12135"/>
                  <a:pt x="6291" y="12135"/>
                  <a:pt x="6291" y="12135"/>
                </a:cubicBezTo>
                <a:lnTo>
                  <a:pt x="5243" y="12135"/>
                </a:lnTo>
                <a:close/>
                <a:moveTo>
                  <a:pt x="3355" y="12135"/>
                </a:moveTo>
                <a:cubicBezTo>
                  <a:pt x="4194" y="9222"/>
                  <a:pt x="4194" y="9222"/>
                  <a:pt x="4194" y="9222"/>
                </a:cubicBezTo>
                <a:cubicBezTo>
                  <a:pt x="5452" y="9222"/>
                  <a:pt x="5452" y="9222"/>
                  <a:pt x="5452" y="9222"/>
                </a:cubicBezTo>
                <a:cubicBezTo>
                  <a:pt x="4404" y="12135"/>
                  <a:pt x="4404" y="12135"/>
                  <a:pt x="4404" y="12135"/>
                </a:cubicBezTo>
                <a:lnTo>
                  <a:pt x="3355" y="12135"/>
                </a:lnTo>
                <a:close/>
                <a:moveTo>
                  <a:pt x="1468" y="12135"/>
                </a:moveTo>
                <a:cubicBezTo>
                  <a:pt x="2307" y="9222"/>
                  <a:pt x="2307" y="9222"/>
                  <a:pt x="2307" y="9222"/>
                </a:cubicBezTo>
                <a:cubicBezTo>
                  <a:pt x="3565" y="9222"/>
                  <a:pt x="3565" y="9222"/>
                  <a:pt x="3565" y="9222"/>
                </a:cubicBezTo>
                <a:cubicBezTo>
                  <a:pt x="2517" y="12135"/>
                  <a:pt x="2517" y="12135"/>
                  <a:pt x="2517" y="12135"/>
                </a:cubicBezTo>
                <a:lnTo>
                  <a:pt x="1468" y="12135"/>
                </a:lnTo>
                <a:close/>
                <a:moveTo>
                  <a:pt x="21600" y="7524"/>
                </a:moveTo>
                <a:cubicBezTo>
                  <a:pt x="0" y="7524"/>
                  <a:pt x="0" y="7524"/>
                  <a:pt x="0" y="7524"/>
                </a:cubicBezTo>
                <a:cubicBezTo>
                  <a:pt x="0" y="13834"/>
                  <a:pt x="0" y="13834"/>
                  <a:pt x="0" y="13834"/>
                </a:cubicBezTo>
                <a:cubicBezTo>
                  <a:pt x="21600" y="13834"/>
                  <a:pt x="21600" y="13834"/>
                  <a:pt x="21600" y="13834"/>
                </a:cubicBezTo>
                <a:lnTo>
                  <a:pt x="21600" y="7524"/>
                </a:lnTo>
                <a:close/>
              </a:path>
            </a:pathLst>
          </a:custGeom>
          <a:solidFill>
            <a:schemeClr val="accent4">
              <a:lumOff val="58054"/>
            </a:schemeClr>
          </a:solidFill>
          <a:ln w="12700">
            <a:miter lim="400000"/>
          </a:ln>
        </p:spPr>
        <p:txBody>
          <a:bodyPr lIns="109727" tIns="109727" rIns="109727" bIns="109727"/>
          <a:lstStyle/>
          <a:p>
            <a:endParaRPr/>
          </a:p>
        </p:txBody>
      </p:sp>
      <p:sp>
        <p:nvSpPr>
          <p:cNvPr id="627" name="Shape"/>
          <p:cNvSpPr/>
          <p:nvPr/>
        </p:nvSpPr>
        <p:spPr>
          <a:xfrm>
            <a:off x="19612486" y="9443219"/>
            <a:ext cx="403416" cy="392517"/>
          </a:xfrm>
          <a:custGeom>
            <a:avLst/>
            <a:gdLst/>
            <a:ahLst/>
            <a:cxnLst>
              <a:cxn ang="0">
                <a:pos x="wd2" y="hd2"/>
              </a:cxn>
              <a:cxn ang="5400000">
                <a:pos x="wd2" y="hd2"/>
              </a:cxn>
              <a:cxn ang="10800000">
                <a:pos x="wd2" y="hd2"/>
              </a:cxn>
              <a:cxn ang="16200000">
                <a:pos x="wd2" y="hd2"/>
              </a:cxn>
            </a:cxnLst>
            <a:rect l="0" t="0" r="r" b="b"/>
            <a:pathLst>
              <a:path w="20510" h="20510" extrusionOk="0">
                <a:moveTo>
                  <a:pt x="11147" y="1635"/>
                </a:moveTo>
                <a:cubicBezTo>
                  <a:pt x="8571" y="4211"/>
                  <a:pt x="8571" y="4211"/>
                  <a:pt x="8571" y="4211"/>
                </a:cubicBezTo>
                <a:cubicBezTo>
                  <a:pt x="9760" y="4013"/>
                  <a:pt x="10750" y="4211"/>
                  <a:pt x="11939" y="4607"/>
                </a:cubicBezTo>
                <a:cubicBezTo>
                  <a:pt x="12930" y="3616"/>
                  <a:pt x="12930" y="3616"/>
                  <a:pt x="12930" y="3616"/>
                </a:cubicBezTo>
                <a:cubicBezTo>
                  <a:pt x="14119" y="2427"/>
                  <a:pt x="15903" y="2427"/>
                  <a:pt x="17092" y="3616"/>
                </a:cubicBezTo>
                <a:cubicBezTo>
                  <a:pt x="18083" y="4607"/>
                  <a:pt x="18083" y="6391"/>
                  <a:pt x="17092" y="7580"/>
                </a:cubicBezTo>
                <a:cubicBezTo>
                  <a:pt x="13327" y="11147"/>
                  <a:pt x="13327" y="11147"/>
                  <a:pt x="13327" y="11147"/>
                </a:cubicBezTo>
                <a:cubicBezTo>
                  <a:pt x="12336" y="12336"/>
                  <a:pt x="10354" y="12336"/>
                  <a:pt x="9363" y="11147"/>
                </a:cubicBezTo>
                <a:cubicBezTo>
                  <a:pt x="9165" y="10949"/>
                  <a:pt x="8769" y="10552"/>
                  <a:pt x="8769" y="10354"/>
                </a:cubicBezTo>
                <a:cubicBezTo>
                  <a:pt x="6787" y="12138"/>
                  <a:pt x="6787" y="12138"/>
                  <a:pt x="6787" y="12138"/>
                </a:cubicBezTo>
                <a:cubicBezTo>
                  <a:pt x="6985" y="12534"/>
                  <a:pt x="7183" y="12732"/>
                  <a:pt x="7382" y="13128"/>
                </a:cubicBezTo>
                <a:cubicBezTo>
                  <a:pt x="8174" y="13723"/>
                  <a:pt x="8967" y="14317"/>
                  <a:pt x="10156" y="14516"/>
                </a:cubicBezTo>
                <a:cubicBezTo>
                  <a:pt x="11345" y="14912"/>
                  <a:pt x="12732" y="14714"/>
                  <a:pt x="13921" y="13921"/>
                </a:cubicBezTo>
                <a:cubicBezTo>
                  <a:pt x="14516" y="13723"/>
                  <a:pt x="14912" y="13525"/>
                  <a:pt x="15110" y="13128"/>
                </a:cubicBezTo>
                <a:cubicBezTo>
                  <a:pt x="18875" y="9363"/>
                  <a:pt x="18875" y="9363"/>
                  <a:pt x="18875" y="9363"/>
                </a:cubicBezTo>
                <a:cubicBezTo>
                  <a:pt x="21055" y="7183"/>
                  <a:pt x="21055" y="3815"/>
                  <a:pt x="18875" y="1635"/>
                </a:cubicBezTo>
                <a:cubicBezTo>
                  <a:pt x="16695" y="-545"/>
                  <a:pt x="13327" y="-545"/>
                  <a:pt x="11147" y="1635"/>
                </a:cubicBezTo>
                <a:close/>
                <a:moveTo>
                  <a:pt x="5400" y="7580"/>
                </a:moveTo>
                <a:cubicBezTo>
                  <a:pt x="5598" y="7183"/>
                  <a:pt x="6193" y="6787"/>
                  <a:pt x="6589" y="6589"/>
                </a:cubicBezTo>
                <a:cubicBezTo>
                  <a:pt x="8967" y="5202"/>
                  <a:pt x="12138" y="5994"/>
                  <a:pt x="13723" y="8372"/>
                </a:cubicBezTo>
                <a:cubicBezTo>
                  <a:pt x="11741" y="10156"/>
                  <a:pt x="11741" y="10156"/>
                  <a:pt x="11741" y="10156"/>
                </a:cubicBezTo>
                <a:cubicBezTo>
                  <a:pt x="11345" y="8967"/>
                  <a:pt x="9958" y="8174"/>
                  <a:pt x="8571" y="8571"/>
                </a:cubicBezTo>
                <a:cubicBezTo>
                  <a:pt x="7976" y="8769"/>
                  <a:pt x="7580" y="8967"/>
                  <a:pt x="7183" y="9363"/>
                </a:cubicBezTo>
                <a:cubicBezTo>
                  <a:pt x="3418" y="12930"/>
                  <a:pt x="3418" y="12930"/>
                  <a:pt x="3418" y="12930"/>
                </a:cubicBezTo>
                <a:cubicBezTo>
                  <a:pt x="2427" y="14119"/>
                  <a:pt x="2427" y="15903"/>
                  <a:pt x="3418" y="17092"/>
                </a:cubicBezTo>
                <a:cubicBezTo>
                  <a:pt x="4607" y="18083"/>
                  <a:pt x="6391" y="18083"/>
                  <a:pt x="7580" y="17092"/>
                </a:cubicBezTo>
                <a:cubicBezTo>
                  <a:pt x="8769" y="15903"/>
                  <a:pt x="8769" y="15903"/>
                  <a:pt x="8769" y="15903"/>
                </a:cubicBezTo>
                <a:cubicBezTo>
                  <a:pt x="9760" y="16299"/>
                  <a:pt x="10750" y="16497"/>
                  <a:pt x="11939" y="16299"/>
                </a:cubicBezTo>
                <a:cubicBezTo>
                  <a:pt x="9363" y="18875"/>
                  <a:pt x="9363" y="18875"/>
                  <a:pt x="9363" y="18875"/>
                </a:cubicBezTo>
                <a:cubicBezTo>
                  <a:pt x="7183" y="21055"/>
                  <a:pt x="3815" y="21055"/>
                  <a:pt x="1635" y="18875"/>
                </a:cubicBezTo>
                <a:cubicBezTo>
                  <a:pt x="-545" y="16695"/>
                  <a:pt x="-545" y="13327"/>
                  <a:pt x="1635" y="11147"/>
                </a:cubicBezTo>
                <a:lnTo>
                  <a:pt x="5400" y="7580"/>
                </a:lnTo>
                <a:close/>
              </a:path>
            </a:pathLst>
          </a:custGeom>
          <a:solidFill>
            <a:schemeClr val="accent4">
              <a:lumOff val="58054"/>
            </a:schemeClr>
          </a:solidFill>
          <a:ln w="12700">
            <a:miter lim="400000"/>
          </a:ln>
        </p:spPr>
        <p:txBody>
          <a:bodyPr lIns="109727" tIns="109727" rIns="109727" bIns="109727"/>
          <a:lstStyle/>
          <a:p>
            <a:endParaRPr/>
          </a:p>
        </p:txBody>
      </p:sp>
      <p:sp>
        <p:nvSpPr>
          <p:cNvPr id="628" name="Shape"/>
          <p:cNvSpPr/>
          <p:nvPr/>
        </p:nvSpPr>
        <p:spPr>
          <a:xfrm>
            <a:off x="19617539" y="11475025"/>
            <a:ext cx="394308" cy="255779"/>
          </a:xfrm>
          <a:custGeom>
            <a:avLst/>
            <a:gdLst/>
            <a:ahLst/>
            <a:cxnLst>
              <a:cxn ang="0">
                <a:pos x="wd2" y="hd2"/>
              </a:cxn>
              <a:cxn ang="5400000">
                <a:pos x="wd2" y="hd2"/>
              </a:cxn>
              <a:cxn ang="10800000">
                <a:pos x="wd2" y="hd2"/>
              </a:cxn>
              <a:cxn ang="16200000">
                <a:pos x="wd2" y="hd2"/>
              </a:cxn>
            </a:cxnLst>
            <a:rect l="0" t="0" r="r" b="b"/>
            <a:pathLst>
              <a:path w="20047" h="20919" extrusionOk="0">
                <a:moveTo>
                  <a:pt x="16322" y="7849"/>
                </a:moveTo>
                <a:cubicBezTo>
                  <a:pt x="16128" y="7536"/>
                  <a:pt x="15739" y="7536"/>
                  <a:pt x="15349" y="7849"/>
                </a:cubicBezTo>
                <a:cubicBezTo>
                  <a:pt x="15155" y="8475"/>
                  <a:pt x="15155" y="9101"/>
                  <a:pt x="15349" y="9414"/>
                </a:cubicBezTo>
                <a:cubicBezTo>
                  <a:pt x="15739" y="9727"/>
                  <a:pt x="16128" y="9727"/>
                  <a:pt x="16322" y="9414"/>
                </a:cubicBezTo>
                <a:cubicBezTo>
                  <a:pt x="16517" y="9101"/>
                  <a:pt x="16517" y="8475"/>
                  <a:pt x="16322" y="7849"/>
                </a:cubicBezTo>
                <a:close/>
                <a:moveTo>
                  <a:pt x="14960" y="5971"/>
                </a:moveTo>
                <a:cubicBezTo>
                  <a:pt x="14766" y="5658"/>
                  <a:pt x="14182" y="5658"/>
                  <a:pt x="13987" y="5971"/>
                </a:cubicBezTo>
                <a:cubicBezTo>
                  <a:pt x="13793" y="6284"/>
                  <a:pt x="13793" y="6910"/>
                  <a:pt x="13987" y="7223"/>
                </a:cubicBezTo>
                <a:cubicBezTo>
                  <a:pt x="14182" y="7849"/>
                  <a:pt x="14766" y="7849"/>
                  <a:pt x="14960" y="7223"/>
                </a:cubicBezTo>
                <a:cubicBezTo>
                  <a:pt x="15155" y="6910"/>
                  <a:pt x="15155" y="6284"/>
                  <a:pt x="14960" y="5971"/>
                </a:cubicBezTo>
                <a:close/>
                <a:moveTo>
                  <a:pt x="14960" y="10040"/>
                </a:moveTo>
                <a:cubicBezTo>
                  <a:pt x="14766" y="9727"/>
                  <a:pt x="14182" y="9727"/>
                  <a:pt x="13987" y="10040"/>
                </a:cubicBezTo>
                <a:cubicBezTo>
                  <a:pt x="13793" y="10354"/>
                  <a:pt x="13793" y="10980"/>
                  <a:pt x="13987" y="11606"/>
                </a:cubicBezTo>
                <a:cubicBezTo>
                  <a:pt x="14182" y="11919"/>
                  <a:pt x="14766" y="11919"/>
                  <a:pt x="14960" y="11606"/>
                </a:cubicBezTo>
                <a:cubicBezTo>
                  <a:pt x="15155" y="10980"/>
                  <a:pt x="15155" y="10354"/>
                  <a:pt x="14960" y="10040"/>
                </a:cubicBezTo>
                <a:close/>
                <a:moveTo>
                  <a:pt x="13598" y="7849"/>
                </a:moveTo>
                <a:cubicBezTo>
                  <a:pt x="13209" y="7536"/>
                  <a:pt x="12820" y="7536"/>
                  <a:pt x="12625" y="7849"/>
                </a:cubicBezTo>
                <a:cubicBezTo>
                  <a:pt x="12430" y="8475"/>
                  <a:pt x="12430" y="9101"/>
                  <a:pt x="12625" y="9414"/>
                </a:cubicBezTo>
                <a:cubicBezTo>
                  <a:pt x="12820" y="9727"/>
                  <a:pt x="13209" y="9727"/>
                  <a:pt x="13598" y="9414"/>
                </a:cubicBezTo>
                <a:cubicBezTo>
                  <a:pt x="13793" y="9101"/>
                  <a:pt x="13793" y="8475"/>
                  <a:pt x="13598" y="7849"/>
                </a:cubicBezTo>
                <a:close/>
                <a:moveTo>
                  <a:pt x="10874" y="5658"/>
                </a:moveTo>
                <a:cubicBezTo>
                  <a:pt x="10874" y="5032"/>
                  <a:pt x="10484" y="4406"/>
                  <a:pt x="10095" y="4406"/>
                </a:cubicBezTo>
                <a:cubicBezTo>
                  <a:pt x="9512" y="4406"/>
                  <a:pt x="9122" y="5032"/>
                  <a:pt x="9122" y="5658"/>
                </a:cubicBezTo>
                <a:cubicBezTo>
                  <a:pt x="9122" y="6284"/>
                  <a:pt x="9512" y="6910"/>
                  <a:pt x="10095" y="6910"/>
                </a:cubicBezTo>
                <a:cubicBezTo>
                  <a:pt x="10484" y="6910"/>
                  <a:pt x="10874" y="6284"/>
                  <a:pt x="10874" y="5658"/>
                </a:cubicBezTo>
                <a:close/>
                <a:moveTo>
                  <a:pt x="7566" y="8788"/>
                </a:moveTo>
                <a:cubicBezTo>
                  <a:pt x="7566" y="6910"/>
                  <a:pt x="6593" y="5658"/>
                  <a:pt x="5620" y="5658"/>
                </a:cubicBezTo>
                <a:cubicBezTo>
                  <a:pt x="4452" y="5658"/>
                  <a:pt x="3674" y="6910"/>
                  <a:pt x="3674" y="8788"/>
                </a:cubicBezTo>
                <a:cubicBezTo>
                  <a:pt x="3674" y="10354"/>
                  <a:pt x="4452" y="11919"/>
                  <a:pt x="5620" y="11919"/>
                </a:cubicBezTo>
                <a:cubicBezTo>
                  <a:pt x="6593" y="11919"/>
                  <a:pt x="7566" y="10354"/>
                  <a:pt x="7566" y="8788"/>
                </a:cubicBezTo>
                <a:close/>
                <a:moveTo>
                  <a:pt x="18657" y="20684"/>
                </a:moveTo>
                <a:cubicBezTo>
                  <a:pt x="18268" y="20997"/>
                  <a:pt x="17879" y="20997"/>
                  <a:pt x="17684" y="20684"/>
                </a:cubicBezTo>
                <a:cubicBezTo>
                  <a:pt x="14960" y="16927"/>
                  <a:pt x="14960" y="16927"/>
                  <a:pt x="14960" y="16927"/>
                </a:cubicBezTo>
                <a:cubicBezTo>
                  <a:pt x="14571" y="16301"/>
                  <a:pt x="14182" y="15675"/>
                  <a:pt x="13014" y="15675"/>
                </a:cubicBezTo>
                <a:cubicBezTo>
                  <a:pt x="6982" y="15675"/>
                  <a:pt x="6982" y="15675"/>
                  <a:pt x="6982" y="15675"/>
                </a:cubicBezTo>
                <a:cubicBezTo>
                  <a:pt x="5814" y="15675"/>
                  <a:pt x="5425" y="16301"/>
                  <a:pt x="5036" y="16927"/>
                </a:cubicBezTo>
                <a:cubicBezTo>
                  <a:pt x="2312" y="20684"/>
                  <a:pt x="2312" y="20684"/>
                  <a:pt x="2312" y="20684"/>
                </a:cubicBezTo>
                <a:cubicBezTo>
                  <a:pt x="2117" y="20997"/>
                  <a:pt x="1728" y="20997"/>
                  <a:pt x="1533" y="20684"/>
                </a:cubicBezTo>
                <a:cubicBezTo>
                  <a:pt x="-802" y="19119"/>
                  <a:pt x="-413" y="14110"/>
                  <a:pt x="2312" y="3780"/>
                </a:cubicBezTo>
                <a:cubicBezTo>
                  <a:pt x="3284" y="-290"/>
                  <a:pt x="5425" y="-603"/>
                  <a:pt x="6787" y="649"/>
                </a:cubicBezTo>
                <a:cubicBezTo>
                  <a:pt x="8928" y="2214"/>
                  <a:pt x="11263" y="2214"/>
                  <a:pt x="13209" y="649"/>
                </a:cubicBezTo>
                <a:cubicBezTo>
                  <a:pt x="14571" y="-603"/>
                  <a:pt x="16712" y="-290"/>
                  <a:pt x="17879" y="3780"/>
                </a:cubicBezTo>
                <a:cubicBezTo>
                  <a:pt x="20409" y="14110"/>
                  <a:pt x="20798" y="19119"/>
                  <a:pt x="18657" y="20684"/>
                </a:cubicBezTo>
                <a:close/>
                <a:moveTo>
                  <a:pt x="6593" y="8788"/>
                </a:moveTo>
                <a:cubicBezTo>
                  <a:pt x="6593" y="9727"/>
                  <a:pt x="6203" y="10354"/>
                  <a:pt x="5620" y="10354"/>
                </a:cubicBezTo>
                <a:cubicBezTo>
                  <a:pt x="5036" y="10354"/>
                  <a:pt x="4647" y="9414"/>
                  <a:pt x="4647" y="8788"/>
                </a:cubicBezTo>
                <a:cubicBezTo>
                  <a:pt x="4647" y="7849"/>
                  <a:pt x="5036" y="7223"/>
                  <a:pt x="5620" y="7223"/>
                </a:cubicBezTo>
                <a:cubicBezTo>
                  <a:pt x="6203" y="7223"/>
                  <a:pt x="6593" y="7849"/>
                  <a:pt x="6593" y="8788"/>
                </a:cubicBezTo>
                <a:close/>
              </a:path>
            </a:pathLst>
          </a:custGeom>
          <a:solidFill>
            <a:schemeClr val="accent4">
              <a:lumOff val="58054"/>
            </a:schemeClr>
          </a:solidFill>
          <a:ln w="12700">
            <a:miter lim="400000"/>
          </a:ln>
        </p:spPr>
        <p:txBody>
          <a:bodyPr lIns="109727" tIns="109727" rIns="109727" bIns="109727"/>
          <a:lstStyle/>
          <a:p>
            <a:endParaRPr/>
          </a:p>
        </p:txBody>
      </p:sp>
      <p:sp>
        <p:nvSpPr>
          <p:cNvPr id="629" name="Shape"/>
          <p:cNvSpPr/>
          <p:nvPr/>
        </p:nvSpPr>
        <p:spPr>
          <a:xfrm>
            <a:off x="19613249" y="12365459"/>
            <a:ext cx="401890" cy="367441"/>
          </a:xfrm>
          <a:custGeom>
            <a:avLst/>
            <a:gdLst/>
            <a:ahLst/>
            <a:cxnLst>
              <a:cxn ang="0">
                <a:pos x="wd2" y="hd2"/>
              </a:cxn>
              <a:cxn ang="5400000">
                <a:pos x="wd2" y="hd2"/>
              </a:cxn>
              <a:cxn ang="10800000">
                <a:pos x="wd2" y="hd2"/>
              </a:cxn>
              <a:cxn ang="16200000">
                <a:pos x="wd2" y="hd2"/>
              </a:cxn>
            </a:cxnLst>
            <a:rect l="0" t="0" r="r" b="b"/>
            <a:pathLst>
              <a:path w="21600" h="21600" extrusionOk="0">
                <a:moveTo>
                  <a:pt x="10905" y="3825"/>
                </a:moveTo>
                <a:cubicBezTo>
                  <a:pt x="8598" y="3825"/>
                  <a:pt x="5872" y="3600"/>
                  <a:pt x="5872" y="2475"/>
                </a:cubicBezTo>
                <a:cubicBezTo>
                  <a:pt x="5872" y="1800"/>
                  <a:pt x="8179" y="1125"/>
                  <a:pt x="10905" y="1125"/>
                </a:cubicBezTo>
                <a:cubicBezTo>
                  <a:pt x="13212" y="1125"/>
                  <a:pt x="15728" y="1800"/>
                  <a:pt x="15728" y="2700"/>
                </a:cubicBezTo>
                <a:cubicBezTo>
                  <a:pt x="15728" y="3375"/>
                  <a:pt x="13212" y="3825"/>
                  <a:pt x="10905" y="3825"/>
                </a:cubicBezTo>
                <a:close/>
                <a:moveTo>
                  <a:pt x="6501" y="4500"/>
                </a:moveTo>
                <a:cubicBezTo>
                  <a:pt x="6920" y="4725"/>
                  <a:pt x="7340" y="4725"/>
                  <a:pt x="7969" y="4950"/>
                </a:cubicBezTo>
                <a:cubicBezTo>
                  <a:pt x="8179" y="7425"/>
                  <a:pt x="8808" y="10125"/>
                  <a:pt x="10066" y="12600"/>
                </a:cubicBezTo>
                <a:cubicBezTo>
                  <a:pt x="8388" y="10350"/>
                  <a:pt x="7130" y="7875"/>
                  <a:pt x="6501" y="4500"/>
                </a:cubicBezTo>
                <a:close/>
                <a:moveTo>
                  <a:pt x="10905" y="0"/>
                </a:moveTo>
                <a:cubicBezTo>
                  <a:pt x="8388" y="0"/>
                  <a:pt x="4614" y="225"/>
                  <a:pt x="4614" y="2700"/>
                </a:cubicBezTo>
                <a:cubicBezTo>
                  <a:pt x="5033" y="10575"/>
                  <a:pt x="9017" y="13050"/>
                  <a:pt x="9647" y="15975"/>
                </a:cubicBezTo>
                <a:cubicBezTo>
                  <a:pt x="10066" y="16650"/>
                  <a:pt x="11534" y="16650"/>
                  <a:pt x="12163" y="15975"/>
                </a:cubicBezTo>
                <a:cubicBezTo>
                  <a:pt x="12583" y="13275"/>
                  <a:pt x="16567" y="10575"/>
                  <a:pt x="16986" y="2925"/>
                </a:cubicBezTo>
                <a:cubicBezTo>
                  <a:pt x="16986" y="450"/>
                  <a:pt x="13212" y="0"/>
                  <a:pt x="10905" y="0"/>
                </a:cubicBezTo>
                <a:close/>
                <a:moveTo>
                  <a:pt x="14680" y="20250"/>
                </a:moveTo>
                <a:cubicBezTo>
                  <a:pt x="14680" y="21600"/>
                  <a:pt x="14680" y="21600"/>
                  <a:pt x="14680" y="21600"/>
                </a:cubicBezTo>
                <a:cubicBezTo>
                  <a:pt x="6920" y="21600"/>
                  <a:pt x="6920" y="21600"/>
                  <a:pt x="6920" y="21600"/>
                </a:cubicBezTo>
                <a:cubicBezTo>
                  <a:pt x="6920" y="20250"/>
                  <a:pt x="6920" y="20250"/>
                  <a:pt x="6920" y="20250"/>
                </a:cubicBezTo>
                <a:cubicBezTo>
                  <a:pt x="9017" y="20250"/>
                  <a:pt x="9437" y="18450"/>
                  <a:pt x="9647" y="17325"/>
                </a:cubicBezTo>
                <a:cubicBezTo>
                  <a:pt x="10276" y="17550"/>
                  <a:pt x="11534" y="17550"/>
                  <a:pt x="12163" y="17325"/>
                </a:cubicBezTo>
                <a:cubicBezTo>
                  <a:pt x="12163" y="18450"/>
                  <a:pt x="12583" y="20250"/>
                  <a:pt x="14680" y="20250"/>
                </a:cubicBezTo>
                <a:close/>
                <a:moveTo>
                  <a:pt x="21600" y="2475"/>
                </a:moveTo>
                <a:cubicBezTo>
                  <a:pt x="21390" y="6075"/>
                  <a:pt x="19293" y="9675"/>
                  <a:pt x="15938" y="11250"/>
                </a:cubicBezTo>
                <a:cubicBezTo>
                  <a:pt x="16357" y="10575"/>
                  <a:pt x="16567" y="9900"/>
                  <a:pt x="16986" y="9225"/>
                </a:cubicBezTo>
                <a:cubicBezTo>
                  <a:pt x="19083" y="7875"/>
                  <a:pt x="19922" y="5400"/>
                  <a:pt x="20342" y="3600"/>
                </a:cubicBezTo>
                <a:cubicBezTo>
                  <a:pt x="18245" y="3600"/>
                  <a:pt x="18245" y="3600"/>
                  <a:pt x="18245" y="3600"/>
                </a:cubicBezTo>
                <a:cubicBezTo>
                  <a:pt x="18245" y="3150"/>
                  <a:pt x="18245" y="2925"/>
                  <a:pt x="18245" y="2475"/>
                </a:cubicBezTo>
                <a:lnTo>
                  <a:pt x="21600" y="2475"/>
                </a:lnTo>
                <a:close/>
                <a:moveTo>
                  <a:pt x="5662" y="11250"/>
                </a:moveTo>
                <a:cubicBezTo>
                  <a:pt x="2307" y="9675"/>
                  <a:pt x="419" y="6075"/>
                  <a:pt x="0" y="2475"/>
                </a:cubicBezTo>
                <a:cubicBezTo>
                  <a:pt x="3355" y="2475"/>
                  <a:pt x="3355" y="2475"/>
                  <a:pt x="3355" y="2475"/>
                </a:cubicBezTo>
                <a:cubicBezTo>
                  <a:pt x="3355" y="2925"/>
                  <a:pt x="3355" y="3150"/>
                  <a:pt x="3565" y="3600"/>
                </a:cubicBezTo>
                <a:cubicBezTo>
                  <a:pt x="1468" y="3600"/>
                  <a:pt x="1468" y="3600"/>
                  <a:pt x="1468" y="3600"/>
                </a:cubicBezTo>
                <a:cubicBezTo>
                  <a:pt x="1678" y="5400"/>
                  <a:pt x="2517" y="7875"/>
                  <a:pt x="4823" y="9225"/>
                </a:cubicBezTo>
                <a:cubicBezTo>
                  <a:pt x="5033" y="9900"/>
                  <a:pt x="5243" y="10575"/>
                  <a:pt x="5662" y="11250"/>
                </a:cubicBezTo>
                <a:close/>
              </a:path>
            </a:pathLst>
          </a:custGeom>
          <a:solidFill>
            <a:schemeClr val="accent4">
              <a:lumOff val="58054"/>
            </a:schemeClr>
          </a:solidFill>
          <a:ln w="12700">
            <a:miter lim="400000"/>
          </a:ln>
        </p:spPr>
        <p:txBody>
          <a:bodyPr lIns="109727" tIns="109727" rIns="109727" bIns="109727"/>
          <a:lstStyle/>
          <a:p>
            <a:endParaRPr/>
          </a:p>
        </p:txBody>
      </p:sp>
      <p:sp>
        <p:nvSpPr>
          <p:cNvPr id="630" name="Shape"/>
          <p:cNvSpPr/>
          <p:nvPr/>
        </p:nvSpPr>
        <p:spPr>
          <a:xfrm>
            <a:off x="20509138" y="6637683"/>
            <a:ext cx="390407" cy="367441"/>
          </a:xfrm>
          <a:custGeom>
            <a:avLst/>
            <a:gdLst/>
            <a:ahLst/>
            <a:cxnLst>
              <a:cxn ang="0">
                <a:pos x="wd2" y="hd2"/>
              </a:cxn>
              <a:cxn ang="5400000">
                <a:pos x="wd2" y="hd2"/>
              </a:cxn>
              <a:cxn ang="10800000">
                <a:pos x="wd2" y="hd2"/>
              </a:cxn>
              <a:cxn ang="16200000">
                <a:pos x="wd2" y="hd2"/>
              </a:cxn>
            </a:cxnLst>
            <a:rect l="0" t="0" r="r" b="b"/>
            <a:pathLst>
              <a:path w="21600" h="21600" extrusionOk="0">
                <a:moveTo>
                  <a:pt x="18874" y="2025"/>
                </a:moveTo>
                <a:cubicBezTo>
                  <a:pt x="10485" y="11025"/>
                  <a:pt x="10485" y="11025"/>
                  <a:pt x="10485" y="11025"/>
                </a:cubicBezTo>
                <a:cubicBezTo>
                  <a:pt x="6920" y="7200"/>
                  <a:pt x="6920" y="7200"/>
                  <a:pt x="6920" y="7200"/>
                </a:cubicBezTo>
                <a:cubicBezTo>
                  <a:pt x="4194" y="10125"/>
                  <a:pt x="4194" y="10125"/>
                  <a:pt x="4194" y="10125"/>
                </a:cubicBezTo>
                <a:cubicBezTo>
                  <a:pt x="10485" y="16875"/>
                  <a:pt x="10485" y="16875"/>
                  <a:pt x="10485" y="16875"/>
                </a:cubicBezTo>
                <a:cubicBezTo>
                  <a:pt x="21600" y="4950"/>
                  <a:pt x="21600" y="4950"/>
                  <a:pt x="21600" y="4950"/>
                </a:cubicBezTo>
                <a:lnTo>
                  <a:pt x="18874" y="2025"/>
                </a:lnTo>
                <a:close/>
                <a:moveTo>
                  <a:pt x="19922" y="9225"/>
                </a:moveTo>
                <a:cubicBezTo>
                  <a:pt x="20761" y="15750"/>
                  <a:pt x="16148" y="21600"/>
                  <a:pt x="10066" y="21600"/>
                </a:cubicBezTo>
                <a:cubicBezTo>
                  <a:pt x="4404" y="21600"/>
                  <a:pt x="0" y="16650"/>
                  <a:pt x="0" y="10800"/>
                </a:cubicBezTo>
                <a:cubicBezTo>
                  <a:pt x="0" y="4950"/>
                  <a:pt x="4404" y="0"/>
                  <a:pt x="10066" y="0"/>
                </a:cubicBezTo>
                <a:cubicBezTo>
                  <a:pt x="12373" y="0"/>
                  <a:pt x="14680" y="900"/>
                  <a:pt x="16357" y="2475"/>
                </a:cubicBezTo>
                <a:cubicBezTo>
                  <a:pt x="14680" y="4275"/>
                  <a:pt x="14680" y="4275"/>
                  <a:pt x="14680" y="4275"/>
                </a:cubicBezTo>
                <a:cubicBezTo>
                  <a:pt x="13421" y="3150"/>
                  <a:pt x="11744" y="2475"/>
                  <a:pt x="10066" y="2475"/>
                </a:cubicBezTo>
                <a:cubicBezTo>
                  <a:pt x="5662" y="2475"/>
                  <a:pt x="2307" y="6300"/>
                  <a:pt x="2307" y="10800"/>
                </a:cubicBezTo>
                <a:cubicBezTo>
                  <a:pt x="2307" y="15300"/>
                  <a:pt x="5662" y="19125"/>
                  <a:pt x="10066" y="19125"/>
                </a:cubicBezTo>
                <a:cubicBezTo>
                  <a:pt x="14050" y="19125"/>
                  <a:pt x="17406" y="15750"/>
                  <a:pt x="17616" y="11475"/>
                </a:cubicBezTo>
                <a:lnTo>
                  <a:pt x="19922" y="9225"/>
                </a:lnTo>
                <a:close/>
              </a:path>
            </a:pathLst>
          </a:custGeom>
          <a:solidFill>
            <a:schemeClr val="accent4">
              <a:lumOff val="58054"/>
            </a:schemeClr>
          </a:solidFill>
          <a:ln w="12700">
            <a:miter lim="400000"/>
          </a:ln>
        </p:spPr>
        <p:txBody>
          <a:bodyPr lIns="109727" tIns="109727" rIns="109727" bIns="109727"/>
          <a:lstStyle/>
          <a:p>
            <a:endParaRPr/>
          </a:p>
        </p:txBody>
      </p:sp>
      <p:sp>
        <p:nvSpPr>
          <p:cNvPr id="631" name="Shape"/>
          <p:cNvSpPr/>
          <p:nvPr/>
        </p:nvSpPr>
        <p:spPr>
          <a:xfrm>
            <a:off x="20532100" y="8498897"/>
            <a:ext cx="344473" cy="401891"/>
          </a:xfrm>
          <a:custGeom>
            <a:avLst/>
            <a:gdLst/>
            <a:ahLst/>
            <a:cxnLst>
              <a:cxn ang="0">
                <a:pos x="wd2" y="hd2"/>
              </a:cxn>
              <a:cxn ang="5400000">
                <a:pos x="wd2" y="hd2"/>
              </a:cxn>
              <a:cxn ang="10800000">
                <a:pos x="wd2" y="hd2"/>
              </a:cxn>
              <a:cxn ang="16200000">
                <a:pos x="wd2" y="hd2"/>
              </a:cxn>
            </a:cxnLst>
            <a:rect l="0" t="0" r="r" b="b"/>
            <a:pathLst>
              <a:path w="21600" h="21600" extrusionOk="0">
                <a:moveTo>
                  <a:pt x="3086" y="8179"/>
                </a:moveTo>
                <a:cubicBezTo>
                  <a:pt x="0" y="8179"/>
                  <a:pt x="0" y="8179"/>
                  <a:pt x="0" y="8179"/>
                </a:cubicBezTo>
                <a:cubicBezTo>
                  <a:pt x="0" y="9437"/>
                  <a:pt x="0" y="9437"/>
                  <a:pt x="0" y="9437"/>
                </a:cubicBezTo>
                <a:cubicBezTo>
                  <a:pt x="3086" y="9437"/>
                  <a:pt x="3086" y="9437"/>
                  <a:pt x="3086" y="9437"/>
                </a:cubicBezTo>
                <a:lnTo>
                  <a:pt x="3086" y="8179"/>
                </a:lnTo>
                <a:close/>
                <a:moveTo>
                  <a:pt x="4035" y="12792"/>
                </a:moveTo>
                <a:cubicBezTo>
                  <a:pt x="3560" y="11744"/>
                  <a:pt x="3560" y="11744"/>
                  <a:pt x="3560" y="11744"/>
                </a:cubicBezTo>
                <a:cubicBezTo>
                  <a:pt x="712" y="12792"/>
                  <a:pt x="712" y="12792"/>
                  <a:pt x="712" y="12792"/>
                </a:cubicBezTo>
                <a:cubicBezTo>
                  <a:pt x="1424" y="13841"/>
                  <a:pt x="1424" y="13841"/>
                  <a:pt x="1424" y="13841"/>
                </a:cubicBezTo>
                <a:lnTo>
                  <a:pt x="4035" y="12792"/>
                </a:lnTo>
                <a:close/>
                <a:moveTo>
                  <a:pt x="4273" y="4823"/>
                </a:moveTo>
                <a:cubicBezTo>
                  <a:pt x="1899" y="3355"/>
                  <a:pt x="1899" y="3355"/>
                  <a:pt x="1899" y="3355"/>
                </a:cubicBezTo>
                <a:cubicBezTo>
                  <a:pt x="1187" y="4404"/>
                  <a:pt x="1187" y="4404"/>
                  <a:pt x="1187" y="4404"/>
                </a:cubicBezTo>
                <a:cubicBezTo>
                  <a:pt x="3560" y="5872"/>
                  <a:pt x="3560" y="5872"/>
                  <a:pt x="3560" y="5872"/>
                </a:cubicBezTo>
                <a:lnTo>
                  <a:pt x="4273" y="4823"/>
                </a:lnTo>
                <a:close/>
                <a:moveTo>
                  <a:pt x="7596" y="2726"/>
                </a:moveTo>
                <a:cubicBezTo>
                  <a:pt x="6171" y="629"/>
                  <a:pt x="6171" y="629"/>
                  <a:pt x="6171" y="629"/>
                </a:cubicBezTo>
                <a:cubicBezTo>
                  <a:pt x="4985" y="1258"/>
                  <a:pt x="4985" y="1258"/>
                  <a:pt x="4985" y="1258"/>
                </a:cubicBezTo>
                <a:cubicBezTo>
                  <a:pt x="6171" y="3355"/>
                  <a:pt x="6171" y="3355"/>
                  <a:pt x="6171" y="3355"/>
                </a:cubicBezTo>
                <a:lnTo>
                  <a:pt x="7596" y="2726"/>
                </a:lnTo>
                <a:close/>
                <a:moveTo>
                  <a:pt x="21600" y="8179"/>
                </a:moveTo>
                <a:cubicBezTo>
                  <a:pt x="18514" y="8179"/>
                  <a:pt x="18514" y="8179"/>
                  <a:pt x="18514" y="8179"/>
                </a:cubicBezTo>
                <a:cubicBezTo>
                  <a:pt x="18514" y="9437"/>
                  <a:pt x="18514" y="9437"/>
                  <a:pt x="18514" y="9437"/>
                </a:cubicBezTo>
                <a:cubicBezTo>
                  <a:pt x="21600" y="9437"/>
                  <a:pt x="21600" y="9437"/>
                  <a:pt x="21600" y="9437"/>
                </a:cubicBezTo>
                <a:lnTo>
                  <a:pt x="21600" y="8179"/>
                </a:lnTo>
                <a:close/>
                <a:moveTo>
                  <a:pt x="20651" y="12792"/>
                </a:moveTo>
                <a:cubicBezTo>
                  <a:pt x="18040" y="11744"/>
                  <a:pt x="18040" y="11744"/>
                  <a:pt x="18040" y="11744"/>
                </a:cubicBezTo>
                <a:cubicBezTo>
                  <a:pt x="17565" y="13002"/>
                  <a:pt x="17565" y="13002"/>
                  <a:pt x="17565" y="13002"/>
                </a:cubicBezTo>
                <a:cubicBezTo>
                  <a:pt x="20176" y="13841"/>
                  <a:pt x="20176" y="13841"/>
                  <a:pt x="20176" y="13841"/>
                </a:cubicBezTo>
                <a:lnTo>
                  <a:pt x="20651" y="12792"/>
                </a:lnTo>
                <a:close/>
                <a:moveTo>
                  <a:pt x="20413" y="4404"/>
                </a:moveTo>
                <a:cubicBezTo>
                  <a:pt x="19701" y="3355"/>
                  <a:pt x="19701" y="3355"/>
                  <a:pt x="19701" y="3355"/>
                </a:cubicBezTo>
                <a:cubicBezTo>
                  <a:pt x="17327" y="4823"/>
                  <a:pt x="17327" y="4823"/>
                  <a:pt x="17327" y="4823"/>
                </a:cubicBezTo>
                <a:cubicBezTo>
                  <a:pt x="18040" y="5872"/>
                  <a:pt x="18040" y="5872"/>
                  <a:pt x="18040" y="5872"/>
                </a:cubicBezTo>
                <a:lnTo>
                  <a:pt x="20413" y="4404"/>
                </a:lnTo>
                <a:close/>
                <a:moveTo>
                  <a:pt x="16615" y="1258"/>
                </a:moveTo>
                <a:cubicBezTo>
                  <a:pt x="15429" y="629"/>
                  <a:pt x="15429" y="629"/>
                  <a:pt x="15429" y="629"/>
                </a:cubicBezTo>
                <a:cubicBezTo>
                  <a:pt x="14004" y="2726"/>
                  <a:pt x="14004" y="2726"/>
                  <a:pt x="14004" y="2726"/>
                </a:cubicBezTo>
                <a:cubicBezTo>
                  <a:pt x="15429" y="3355"/>
                  <a:pt x="15429" y="3355"/>
                  <a:pt x="15429" y="3355"/>
                </a:cubicBezTo>
                <a:lnTo>
                  <a:pt x="16615" y="1258"/>
                </a:lnTo>
                <a:close/>
                <a:moveTo>
                  <a:pt x="11631" y="2307"/>
                </a:moveTo>
                <a:cubicBezTo>
                  <a:pt x="10207" y="2307"/>
                  <a:pt x="10207" y="2307"/>
                  <a:pt x="10207" y="2307"/>
                </a:cubicBezTo>
                <a:cubicBezTo>
                  <a:pt x="10207" y="0"/>
                  <a:pt x="10207" y="0"/>
                  <a:pt x="10207" y="0"/>
                </a:cubicBezTo>
                <a:cubicBezTo>
                  <a:pt x="11631" y="0"/>
                  <a:pt x="11631" y="0"/>
                  <a:pt x="11631" y="0"/>
                </a:cubicBezTo>
                <a:lnTo>
                  <a:pt x="11631" y="2307"/>
                </a:lnTo>
                <a:close/>
                <a:moveTo>
                  <a:pt x="17090" y="9017"/>
                </a:moveTo>
                <a:cubicBezTo>
                  <a:pt x="17090" y="12163"/>
                  <a:pt x="13767" y="14050"/>
                  <a:pt x="13767" y="16567"/>
                </a:cubicBezTo>
                <a:cubicBezTo>
                  <a:pt x="7833" y="16567"/>
                  <a:pt x="7833" y="16567"/>
                  <a:pt x="7833" y="16567"/>
                </a:cubicBezTo>
                <a:cubicBezTo>
                  <a:pt x="7833" y="14050"/>
                  <a:pt x="4510" y="12163"/>
                  <a:pt x="4510" y="9017"/>
                </a:cubicBezTo>
                <a:cubicBezTo>
                  <a:pt x="4510" y="1887"/>
                  <a:pt x="17090" y="1887"/>
                  <a:pt x="17090" y="9017"/>
                </a:cubicBezTo>
                <a:close/>
                <a:moveTo>
                  <a:pt x="8782" y="20551"/>
                </a:moveTo>
                <a:cubicBezTo>
                  <a:pt x="9732" y="21390"/>
                  <a:pt x="9969" y="21600"/>
                  <a:pt x="10444" y="21600"/>
                </a:cubicBezTo>
                <a:cubicBezTo>
                  <a:pt x="11156" y="21600"/>
                  <a:pt x="11156" y="21600"/>
                  <a:pt x="11156" y="21600"/>
                </a:cubicBezTo>
                <a:cubicBezTo>
                  <a:pt x="11631" y="21600"/>
                  <a:pt x="11631" y="21390"/>
                  <a:pt x="12818" y="20551"/>
                </a:cubicBezTo>
                <a:lnTo>
                  <a:pt x="8782" y="20551"/>
                </a:lnTo>
                <a:close/>
                <a:moveTo>
                  <a:pt x="12818" y="18874"/>
                </a:moveTo>
                <a:cubicBezTo>
                  <a:pt x="8782" y="18874"/>
                  <a:pt x="8782" y="18874"/>
                  <a:pt x="8782" y="18874"/>
                </a:cubicBezTo>
                <a:cubicBezTo>
                  <a:pt x="8545" y="18874"/>
                  <a:pt x="8308" y="19083"/>
                  <a:pt x="8308" y="19293"/>
                </a:cubicBezTo>
                <a:cubicBezTo>
                  <a:pt x="8308" y="19713"/>
                  <a:pt x="8545" y="19922"/>
                  <a:pt x="8782" y="19922"/>
                </a:cubicBezTo>
                <a:cubicBezTo>
                  <a:pt x="12818" y="19922"/>
                  <a:pt x="12818" y="19922"/>
                  <a:pt x="12818" y="19922"/>
                </a:cubicBezTo>
                <a:cubicBezTo>
                  <a:pt x="13055" y="19922"/>
                  <a:pt x="13292" y="19713"/>
                  <a:pt x="13292" y="19293"/>
                </a:cubicBezTo>
                <a:cubicBezTo>
                  <a:pt x="13292" y="19083"/>
                  <a:pt x="13055" y="18874"/>
                  <a:pt x="12818" y="18874"/>
                </a:cubicBezTo>
                <a:close/>
                <a:moveTo>
                  <a:pt x="13055" y="17196"/>
                </a:moveTo>
                <a:cubicBezTo>
                  <a:pt x="8545" y="17196"/>
                  <a:pt x="8545" y="17196"/>
                  <a:pt x="8545" y="17196"/>
                </a:cubicBezTo>
                <a:cubicBezTo>
                  <a:pt x="8308" y="17196"/>
                  <a:pt x="8070" y="17406"/>
                  <a:pt x="8070" y="17825"/>
                </a:cubicBezTo>
                <a:cubicBezTo>
                  <a:pt x="8070" y="18035"/>
                  <a:pt x="8308" y="18245"/>
                  <a:pt x="8545" y="18245"/>
                </a:cubicBezTo>
                <a:cubicBezTo>
                  <a:pt x="13055" y="18245"/>
                  <a:pt x="13055" y="18245"/>
                  <a:pt x="13055" y="18245"/>
                </a:cubicBezTo>
                <a:cubicBezTo>
                  <a:pt x="13292" y="18245"/>
                  <a:pt x="13530" y="18035"/>
                  <a:pt x="13530" y="17825"/>
                </a:cubicBezTo>
                <a:cubicBezTo>
                  <a:pt x="13530" y="17406"/>
                  <a:pt x="13292" y="17196"/>
                  <a:pt x="13055" y="17196"/>
                </a:cubicBezTo>
                <a:close/>
              </a:path>
            </a:pathLst>
          </a:custGeom>
          <a:solidFill>
            <a:schemeClr val="accent4">
              <a:lumOff val="58054"/>
            </a:schemeClr>
          </a:solidFill>
          <a:ln w="12700">
            <a:miter lim="400000"/>
          </a:ln>
        </p:spPr>
        <p:txBody>
          <a:bodyPr lIns="109727" tIns="109727" rIns="109727" bIns="109727"/>
          <a:lstStyle/>
          <a:p>
            <a:endParaRPr/>
          </a:p>
        </p:txBody>
      </p:sp>
      <p:sp>
        <p:nvSpPr>
          <p:cNvPr id="632" name="Shape"/>
          <p:cNvSpPr/>
          <p:nvPr/>
        </p:nvSpPr>
        <p:spPr>
          <a:xfrm>
            <a:off x="21475603" y="7638543"/>
            <a:ext cx="378925" cy="241136"/>
          </a:xfrm>
          <a:custGeom>
            <a:avLst/>
            <a:gdLst/>
            <a:ahLst/>
            <a:cxnLst>
              <a:cxn ang="0">
                <a:pos x="wd2" y="hd2"/>
              </a:cxn>
              <a:cxn ang="5400000">
                <a:pos x="wd2" y="hd2"/>
              </a:cxn>
              <a:cxn ang="10800000">
                <a:pos x="wd2" y="hd2"/>
              </a:cxn>
              <a:cxn ang="16200000">
                <a:pos x="wd2" y="hd2"/>
              </a:cxn>
            </a:cxnLst>
            <a:rect l="0" t="0" r="r" b="b"/>
            <a:pathLst>
              <a:path w="21600" h="21600" extrusionOk="0">
                <a:moveTo>
                  <a:pt x="21600" y="7543"/>
                </a:moveTo>
                <a:cubicBezTo>
                  <a:pt x="17891" y="21600"/>
                  <a:pt x="17891" y="21600"/>
                  <a:pt x="17891" y="21600"/>
                </a:cubicBezTo>
                <a:cubicBezTo>
                  <a:pt x="15273" y="19886"/>
                  <a:pt x="15273" y="19886"/>
                  <a:pt x="15273" y="19886"/>
                </a:cubicBezTo>
                <a:cubicBezTo>
                  <a:pt x="15273" y="17486"/>
                  <a:pt x="15273" y="17486"/>
                  <a:pt x="15273" y="17486"/>
                </a:cubicBezTo>
                <a:cubicBezTo>
                  <a:pt x="17236" y="18857"/>
                  <a:pt x="17236" y="18857"/>
                  <a:pt x="17236" y="18857"/>
                </a:cubicBezTo>
                <a:cubicBezTo>
                  <a:pt x="19636" y="8571"/>
                  <a:pt x="19636" y="8571"/>
                  <a:pt x="19636" y="8571"/>
                </a:cubicBezTo>
                <a:cubicBezTo>
                  <a:pt x="10473" y="3086"/>
                  <a:pt x="10473" y="3086"/>
                  <a:pt x="10473" y="3086"/>
                </a:cubicBezTo>
                <a:cubicBezTo>
                  <a:pt x="9600" y="6514"/>
                  <a:pt x="9600" y="6514"/>
                  <a:pt x="9600" y="6514"/>
                </a:cubicBezTo>
                <a:cubicBezTo>
                  <a:pt x="8073" y="6514"/>
                  <a:pt x="8073" y="6514"/>
                  <a:pt x="8073" y="6514"/>
                </a:cubicBezTo>
                <a:cubicBezTo>
                  <a:pt x="9600" y="0"/>
                  <a:pt x="9600" y="0"/>
                  <a:pt x="9600" y="0"/>
                </a:cubicBezTo>
                <a:lnTo>
                  <a:pt x="21600" y="7543"/>
                </a:lnTo>
                <a:close/>
                <a:moveTo>
                  <a:pt x="10691" y="15086"/>
                </a:moveTo>
                <a:cubicBezTo>
                  <a:pt x="10691" y="16457"/>
                  <a:pt x="10036" y="17486"/>
                  <a:pt x="9164" y="17486"/>
                </a:cubicBezTo>
                <a:cubicBezTo>
                  <a:pt x="8291" y="17486"/>
                  <a:pt x="7418" y="16457"/>
                  <a:pt x="7418" y="15086"/>
                </a:cubicBezTo>
                <a:cubicBezTo>
                  <a:pt x="7418" y="13714"/>
                  <a:pt x="8291" y="12686"/>
                  <a:pt x="9164" y="12686"/>
                </a:cubicBezTo>
                <a:cubicBezTo>
                  <a:pt x="10036" y="12686"/>
                  <a:pt x="10691" y="13714"/>
                  <a:pt x="10691" y="15086"/>
                </a:cubicBezTo>
                <a:close/>
                <a:moveTo>
                  <a:pt x="9164" y="19543"/>
                </a:moveTo>
                <a:cubicBezTo>
                  <a:pt x="7418" y="19543"/>
                  <a:pt x="6109" y="17486"/>
                  <a:pt x="6109" y="15086"/>
                </a:cubicBezTo>
                <a:cubicBezTo>
                  <a:pt x="6109" y="12686"/>
                  <a:pt x="7418" y="10629"/>
                  <a:pt x="9164" y="10629"/>
                </a:cubicBezTo>
                <a:cubicBezTo>
                  <a:pt x="10691" y="10629"/>
                  <a:pt x="12000" y="12686"/>
                  <a:pt x="12000" y="15086"/>
                </a:cubicBezTo>
                <a:cubicBezTo>
                  <a:pt x="12000" y="17486"/>
                  <a:pt x="10691" y="19543"/>
                  <a:pt x="9164" y="19543"/>
                </a:cubicBezTo>
                <a:close/>
                <a:moveTo>
                  <a:pt x="4364" y="12343"/>
                </a:moveTo>
                <a:cubicBezTo>
                  <a:pt x="1527" y="12343"/>
                  <a:pt x="1527" y="12343"/>
                  <a:pt x="1527" y="12343"/>
                </a:cubicBezTo>
                <a:cubicBezTo>
                  <a:pt x="1527" y="10629"/>
                  <a:pt x="1527" y="10629"/>
                  <a:pt x="1527" y="10629"/>
                </a:cubicBezTo>
                <a:cubicBezTo>
                  <a:pt x="4364" y="10629"/>
                  <a:pt x="4364" y="10629"/>
                  <a:pt x="4364" y="10629"/>
                </a:cubicBezTo>
                <a:lnTo>
                  <a:pt x="4364" y="12343"/>
                </a:lnTo>
                <a:close/>
                <a:moveTo>
                  <a:pt x="5018" y="8571"/>
                </a:moveTo>
                <a:cubicBezTo>
                  <a:pt x="4582" y="8571"/>
                  <a:pt x="4364" y="7886"/>
                  <a:pt x="4364" y="7200"/>
                </a:cubicBezTo>
                <a:cubicBezTo>
                  <a:pt x="1527" y="7200"/>
                  <a:pt x="1527" y="7200"/>
                  <a:pt x="1527" y="7200"/>
                </a:cubicBezTo>
                <a:cubicBezTo>
                  <a:pt x="1527" y="7886"/>
                  <a:pt x="1309" y="8571"/>
                  <a:pt x="873" y="8571"/>
                </a:cubicBezTo>
                <a:cubicBezTo>
                  <a:pt x="0" y="8571"/>
                  <a:pt x="0" y="8571"/>
                  <a:pt x="0" y="8571"/>
                </a:cubicBezTo>
                <a:cubicBezTo>
                  <a:pt x="0" y="21600"/>
                  <a:pt x="0" y="21600"/>
                  <a:pt x="0" y="21600"/>
                </a:cubicBezTo>
                <a:cubicBezTo>
                  <a:pt x="13964" y="21600"/>
                  <a:pt x="13964" y="21600"/>
                  <a:pt x="13964" y="21600"/>
                </a:cubicBezTo>
                <a:cubicBezTo>
                  <a:pt x="13964" y="8571"/>
                  <a:pt x="13964" y="8571"/>
                  <a:pt x="13964" y="8571"/>
                </a:cubicBezTo>
                <a:lnTo>
                  <a:pt x="5018" y="8571"/>
                </a:lnTo>
                <a:close/>
              </a:path>
            </a:pathLst>
          </a:custGeom>
          <a:solidFill>
            <a:schemeClr val="accent4">
              <a:lumOff val="58054"/>
            </a:schemeClr>
          </a:solidFill>
          <a:ln w="12700">
            <a:miter lim="400000"/>
          </a:ln>
        </p:spPr>
        <p:txBody>
          <a:bodyPr lIns="109727" tIns="109727" rIns="109727" bIns="109727"/>
          <a:lstStyle/>
          <a:p>
            <a:endParaRPr/>
          </a:p>
        </p:txBody>
      </p:sp>
      <p:sp>
        <p:nvSpPr>
          <p:cNvPr id="633" name="Shape"/>
          <p:cNvSpPr/>
          <p:nvPr/>
        </p:nvSpPr>
        <p:spPr>
          <a:xfrm>
            <a:off x="20509138" y="7558167"/>
            <a:ext cx="390407" cy="401890"/>
          </a:xfrm>
          <a:custGeom>
            <a:avLst/>
            <a:gdLst/>
            <a:ahLst/>
            <a:cxnLst>
              <a:cxn ang="0">
                <a:pos x="wd2" y="hd2"/>
              </a:cxn>
              <a:cxn ang="5400000">
                <a:pos x="wd2" y="hd2"/>
              </a:cxn>
              <a:cxn ang="10800000">
                <a:pos x="wd2" y="hd2"/>
              </a:cxn>
              <a:cxn ang="16200000">
                <a:pos x="wd2" y="hd2"/>
              </a:cxn>
            </a:cxnLst>
            <a:rect l="0" t="0" r="r" b="b"/>
            <a:pathLst>
              <a:path w="21600" h="21600" extrusionOk="0">
                <a:moveTo>
                  <a:pt x="16567" y="4823"/>
                </a:moveTo>
                <a:cubicBezTo>
                  <a:pt x="16567" y="5452"/>
                  <a:pt x="16777" y="5872"/>
                  <a:pt x="16986" y="5872"/>
                </a:cubicBezTo>
                <a:cubicBezTo>
                  <a:pt x="17196" y="5872"/>
                  <a:pt x="17406" y="5452"/>
                  <a:pt x="17406" y="4823"/>
                </a:cubicBezTo>
                <a:cubicBezTo>
                  <a:pt x="17406" y="4194"/>
                  <a:pt x="17406" y="3984"/>
                  <a:pt x="16986" y="3984"/>
                </a:cubicBezTo>
                <a:cubicBezTo>
                  <a:pt x="16777" y="3984"/>
                  <a:pt x="16567" y="4194"/>
                  <a:pt x="16567" y="4823"/>
                </a:cubicBezTo>
                <a:close/>
                <a:moveTo>
                  <a:pt x="18035" y="4823"/>
                </a:moveTo>
                <a:cubicBezTo>
                  <a:pt x="18035" y="5662"/>
                  <a:pt x="17825" y="6291"/>
                  <a:pt x="16986" y="6291"/>
                </a:cubicBezTo>
                <a:cubicBezTo>
                  <a:pt x="16357" y="6291"/>
                  <a:pt x="15938" y="5662"/>
                  <a:pt x="15938" y="4823"/>
                </a:cubicBezTo>
                <a:cubicBezTo>
                  <a:pt x="15938" y="3984"/>
                  <a:pt x="16357" y="3355"/>
                  <a:pt x="16986" y="3355"/>
                </a:cubicBezTo>
                <a:cubicBezTo>
                  <a:pt x="17825" y="3355"/>
                  <a:pt x="18035" y="3984"/>
                  <a:pt x="18035" y="4823"/>
                </a:cubicBezTo>
                <a:close/>
                <a:moveTo>
                  <a:pt x="19503" y="7550"/>
                </a:moveTo>
                <a:cubicBezTo>
                  <a:pt x="2097" y="7550"/>
                  <a:pt x="2097" y="7550"/>
                  <a:pt x="2097" y="7550"/>
                </a:cubicBezTo>
                <a:cubicBezTo>
                  <a:pt x="2097" y="2097"/>
                  <a:pt x="2097" y="2097"/>
                  <a:pt x="2097" y="2097"/>
                </a:cubicBezTo>
                <a:cubicBezTo>
                  <a:pt x="19503" y="2097"/>
                  <a:pt x="19503" y="2097"/>
                  <a:pt x="19503" y="2097"/>
                </a:cubicBezTo>
                <a:lnTo>
                  <a:pt x="19503" y="7550"/>
                </a:lnTo>
                <a:close/>
                <a:moveTo>
                  <a:pt x="19503" y="11744"/>
                </a:moveTo>
                <a:cubicBezTo>
                  <a:pt x="16567" y="11744"/>
                  <a:pt x="16567" y="11744"/>
                  <a:pt x="16567" y="11744"/>
                </a:cubicBezTo>
                <a:cubicBezTo>
                  <a:pt x="16567" y="9437"/>
                  <a:pt x="16567" y="9437"/>
                  <a:pt x="16567" y="9437"/>
                </a:cubicBezTo>
                <a:cubicBezTo>
                  <a:pt x="19503" y="9437"/>
                  <a:pt x="19503" y="9437"/>
                  <a:pt x="19503" y="9437"/>
                </a:cubicBezTo>
                <a:lnTo>
                  <a:pt x="19503" y="11744"/>
                </a:lnTo>
                <a:close/>
                <a:moveTo>
                  <a:pt x="19503" y="19503"/>
                </a:moveTo>
                <a:cubicBezTo>
                  <a:pt x="16567" y="19503"/>
                  <a:pt x="16567" y="19503"/>
                  <a:pt x="16567" y="19503"/>
                </a:cubicBezTo>
                <a:cubicBezTo>
                  <a:pt x="16567" y="13421"/>
                  <a:pt x="16567" y="13421"/>
                  <a:pt x="16567" y="13421"/>
                </a:cubicBezTo>
                <a:cubicBezTo>
                  <a:pt x="19503" y="13421"/>
                  <a:pt x="19503" y="13421"/>
                  <a:pt x="19503" y="13421"/>
                </a:cubicBezTo>
                <a:lnTo>
                  <a:pt x="19503" y="19503"/>
                </a:lnTo>
                <a:close/>
                <a:moveTo>
                  <a:pt x="14680" y="11744"/>
                </a:moveTo>
                <a:cubicBezTo>
                  <a:pt x="11744" y="11744"/>
                  <a:pt x="11744" y="11744"/>
                  <a:pt x="11744" y="11744"/>
                </a:cubicBezTo>
                <a:cubicBezTo>
                  <a:pt x="11744" y="9437"/>
                  <a:pt x="11744" y="9437"/>
                  <a:pt x="11744" y="9437"/>
                </a:cubicBezTo>
                <a:cubicBezTo>
                  <a:pt x="14680" y="9437"/>
                  <a:pt x="14680" y="9437"/>
                  <a:pt x="14680" y="9437"/>
                </a:cubicBezTo>
                <a:lnTo>
                  <a:pt x="14680" y="11744"/>
                </a:lnTo>
                <a:close/>
                <a:moveTo>
                  <a:pt x="14680" y="15518"/>
                </a:moveTo>
                <a:cubicBezTo>
                  <a:pt x="11744" y="15518"/>
                  <a:pt x="11744" y="15518"/>
                  <a:pt x="11744" y="15518"/>
                </a:cubicBezTo>
                <a:cubicBezTo>
                  <a:pt x="11744" y="13421"/>
                  <a:pt x="11744" y="13421"/>
                  <a:pt x="11744" y="13421"/>
                </a:cubicBezTo>
                <a:cubicBezTo>
                  <a:pt x="14680" y="13421"/>
                  <a:pt x="14680" y="13421"/>
                  <a:pt x="14680" y="13421"/>
                </a:cubicBezTo>
                <a:lnTo>
                  <a:pt x="14680" y="15518"/>
                </a:lnTo>
                <a:close/>
                <a:moveTo>
                  <a:pt x="14680" y="19503"/>
                </a:moveTo>
                <a:cubicBezTo>
                  <a:pt x="11744" y="19503"/>
                  <a:pt x="11744" y="19503"/>
                  <a:pt x="11744" y="19503"/>
                </a:cubicBezTo>
                <a:cubicBezTo>
                  <a:pt x="11744" y="17196"/>
                  <a:pt x="11744" y="17196"/>
                  <a:pt x="11744" y="17196"/>
                </a:cubicBezTo>
                <a:cubicBezTo>
                  <a:pt x="14680" y="17196"/>
                  <a:pt x="14680" y="17196"/>
                  <a:pt x="14680" y="17196"/>
                </a:cubicBezTo>
                <a:lnTo>
                  <a:pt x="14680" y="19503"/>
                </a:lnTo>
                <a:close/>
                <a:moveTo>
                  <a:pt x="9856" y="11744"/>
                </a:moveTo>
                <a:cubicBezTo>
                  <a:pt x="6920" y="11744"/>
                  <a:pt x="6920" y="11744"/>
                  <a:pt x="6920" y="11744"/>
                </a:cubicBezTo>
                <a:cubicBezTo>
                  <a:pt x="6920" y="9437"/>
                  <a:pt x="6920" y="9437"/>
                  <a:pt x="6920" y="9437"/>
                </a:cubicBezTo>
                <a:cubicBezTo>
                  <a:pt x="9856" y="9437"/>
                  <a:pt x="9856" y="9437"/>
                  <a:pt x="9856" y="9437"/>
                </a:cubicBezTo>
                <a:lnTo>
                  <a:pt x="9856" y="11744"/>
                </a:lnTo>
                <a:close/>
                <a:moveTo>
                  <a:pt x="9856" y="15518"/>
                </a:moveTo>
                <a:cubicBezTo>
                  <a:pt x="6920" y="15518"/>
                  <a:pt x="6920" y="15518"/>
                  <a:pt x="6920" y="15518"/>
                </a:cubicBezTo>
                <a:cubicBezTo>
                  <a:pt x="6920" y="13421"/>
                  <a:pt x="6920" y="13421"/>
                  <a:pt x="6920" y="13421"/>
                </a:cubicBezTo>
                <a:cubicBezTo>
                  <a:pt x="9856" y="13421"/>
                  <a:pt x="9856" y="13421"/>
                  <a:pt x="9856" y="13421"/>
                </a:cubicBezTo>
                <a:lnTo>
                  <a:pt x="9856" y="15518"/>
                </a:lnTo>
                <a:close/>
                <a:moveTo>
                  <a:pt x="9856" y="19503"/>
                </a:moveTo>
                <a:cubicBezTo>
                  <a:pt x="6920" y="19503"/>
                  <a:pt x="6920" y="19503"/>
                  <a:pt x="6920" y="19503"/>
                </a:cubicBezTo>
                <a:cubicBezTo>
                  <a:pt x="6920" y="17196"/>
                  <a:pt x="6920" y="17196"/>
                  <a:pt x="6920" y="17196"/>
                </a:cubicBezTo>
                <a:cubicBezTo>
                  <a:pt x="9856" y="17196"/>
                  <a:pt x="9856" y="17196"/>
                  <a:pt x="9856" y="17196"/>
                </a:cubicBezTo>
                <a:lnTo>
                  <a:pt x="9856" y="19503"/>
                </a:lnTo>
                <a:close/>
                <a:moveTo>
                  <a:pt x="5243" y="11744"/>
                </a:moveTo>
                <a:cubicBezTo>
                  <a:pt x="2097" y="11744"/>
                  <a:pt x="2097" y="11744"/>
                  <a:pt x="2097" y="11744"/>
                </a:cubicBezTo>
                <a:cubicBezTo>
                  <a:pt x="2097" y="9437"/>
                  <a:pt x="2097" y="9437"/>
                  <a:pt x="2097" y="9437"/>
                </a:cubicBezTo>
                <a:cubicBezTo>
                  <a:pt x="5243" y="9437"/>
                  <a:pt x="5243" y="9437"/>
                  <a:pt x="5243" y="9437"/>
                </a:cubicBezTo>
                <a:lnTo>
                  <a:pt x="5243" y="11744"/>
                </a:lnTo>
                <a:close/>
                <a:moveTo>
                  <a:pt x="5243" y="15518"/>
                </a:moveTo>
                <a:cubicBezTo>
                  <a:pt x="2097" y="15518"/>
                  <a:pt x="2097" y="15518"/>
                  <a:pt x="2097" y="15518"/>
                </a:cubicBezTo>
                <a:cubicBezTo>
                  <a:pt x="2097" y="13421"/>
                  <a:pt x="2097" y="13421"/>
                  <a:pt x="2097" y="13421"/>
                </a:cubicBezTo>
                <a:cubicBezTo>
                  <a:pt x="5243" y="13421"/>
                  <a:pt x="5243" y="13421"/>
                  <a:pt x="5243" y="13421"/>
                </a:cubicBezTo>
                <a:lnTo>
                  <a:pt x="5243" y="15518"/>
                </a:lnTo>
                <a:close/>
                <a:moveTo>
                  <a:pt x="5243" y="19503"/>
                </a:moveTo>
                <a:cubicBezTo>
                  <a:pt x="2097" y="19503"/>
                  <a:pt x="2097" y="19503"/>
                  <a:pt x="2097" y="19503"/>
                </a:cubicBezTo>
                <a:cubicBezTo>
                  <a:pt x="2097" y="17196"/>
                  <a:pt x="2097" y="17196"/>
                  <a:pt x="2097" y="17196"/>
                </a:cubicBezTo>
                <a:cubicBezTo>
                  <a:pt x="5243" y="17196"/>
                  <a:pt x="5243" y="17196"/>
                  <a:pt x="5243" y="17196"/>
                </a:cubicBezTo>
                <a:lnTo>
                  <a:pt x="5243" y="19503"/>
                </a:lnTo>
                <a:close/>
                <a:moveTo>
                  <a:pt x="0" y="0"/>
                </a:moveTo>
                <a:cubicBezTo>
                  <a:pt x="0" y="21600"/>
                  <a:pt x="0" y="21600"/>
                  <a:pt x="0" y="21600"/>
                </a:cubicBezTo>
                <a:cubicBezTo>
                  <a:pt x="21600" y="21600"/>
                  <a:pt x="21600" y="21600"/>
                  <a:pt x="21600" y="21600"/>
                </a:cubicBezTo>
                <a:cubicBezTo>
                  <a:pt x="21600" y="0"/>
                  <a:pt x="21600" y="0"/>
                  <a:pt x="21600" y="0"/>
                </a:cubicBez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34" name="Shape"/>
          <p:cNvSpPr/>
          <p:nvPr/>
        </p:nvSpPr>
        <p:spPr>
          <a:xfrm>
            <a:off x="20509138" y="5727694"/>
            <a:ext cx="390407" cy="298544"/>
          </a:xfrm>
          <a:custGeom>
            <a:avLst/>
            <a:gdLst/>
            <a:ahLst/>
            <a:cxnLst>
              <a:cxn ang="0">
                <a:pos x="wd2" y="hd2"/>
              </a:cxn>
              <a:cxn ang="5400000">
                <a:pos x="wd2" y="hd2"/>
              </a:cxn>
              <a:cxn ang="10800000">
                <a:pos x="wd2" y="hd2"/>
              </a:cxn>
              <a:cxn ang="16200000">
                <a:pos x="wd2" y="hd2"/>
              </a:cxn>
            </a:cxnLst>
            <a:rect l="0" t="0" r="r" b="b"/>
            <a:pathLst>
              <a:path w="21600" h="21600" extrusionOk="0">
                <a:moveTo>
                  <a:pt x="14612" y="4154"/>
                </a:moveTo>
                <a:lnTo>
                  <a:pt x="6988" y="4154"/>
                </a:lnTo>
                <a:lnTo>
                  <a:pt x="10800" y="0"/>
                </a:lnTo>
                <a:lnTo>
                  <a:pt x="14612" y="4154"/>
                </a:lnTo>
                <a:close/>
                <a:moveTo>
                  <a:pt x="19059" y="12462"/>
                </a:moveTo>
                <a:lnTo>
                  <a:pt x="17153" y="12462"/>
                </a:lnTo>
                <a:lnTo>
                  <a:pt x="17153" y="9969"/>
                </a:lnTo>
                <a:lnTo>
                  <a:pt x="19059" y="9969"/>
                </a:lnTo>
                <a:lnTo>
                  <a:pt x="19059" y="12462"/>
                </a:lnTo>
                <a:close/>
                <a:moveTo>
                  <a:pt x="19059" y="15785"/>
                </a:moveTo>
                <a:lnTo>
                  <a:pt x="15247" y="15785"/>
                </a:lnTo>
                <a:lnTo>
                  <a:pt x="15247" y="13292"/>
                </a:lnTo>
                <a:lnTo>
                  <a:pt x="19059" y="13292"/>
                </a:lnTo>
                <a:lnTo>
                  <a:pt x="19059" y="15785"/>
                </a:lnTo>
                <a:close/>
                <a:moveTo>
                  <a:pt x="15247" y="19108"/>
                </a:moveTo>
                <a:lnTo>
                  <a:pt x="5718" y="19108"/>
                </a:lnTo>
                <a:lnTo>
                  <a:pt x="5718" y="16615"/>
                </a:lnTo>
                <a:lnTo>
                  <a:pt x="15247" y="16615"/>
                </a:lnTo>
                <a:lnTo>
                  <a:pt x="15247" y="19108"/>
                </a:lnTo>
                <a:close/>
                <a:moveTo>
                  <a:pt x="2541" y="13292"/>
                </a:moveTo>
                <a:lnTo>
                  <a:pt x="5718" y="13292"/>
                </a:lnTo>
                <a:lnTo>
                  <a:pt x="5718" y="15785"/>
                </a:lnTo>
                <a:lnTo>
                  <a:pt x="2541" y="15785"/>
                </a:lnTo>
                <a:lnTo>
                  <a:pt x="2541" y="13292"/>
                </a:lnTo>
                <a:close/>
                <a:moveTo>
                  <a:pt x="2541" y="9969"/>
                </a:moveTo>
                <a:lnTo>
                  <a:pt x="4447" y="9969"/>
                </a:lnTo>
                <a:lnTo>
                  <a:pt x="4447" y="12462"/>
                </a:lnTo>
                <a:lnTo>
                  <a:pt x="2541" y="12462"/>
                </a:lnTo>
                <a:lnTo>
                  <a:pt x="2541" y="9969"/>
                </a:lnTo>
                <a:close/>
                <a:moveTo>
                  <a:pt x="5718" y="9969"/>
                </a:moveTo>
                <a:lnTo>
                  <a:pt x="7624" y="9969"/>
                </a:lnTo>
                <a:lnTo>
                  <a:pt x="7624" y="12462"/>
                </a:lnTo>
                <a:lnTo>
                  <a:pt x="5718" y="12462"/>
                </a:lnTo>
                <a:lnTo>
                  <a:pt x="5718" y="9969"/>
                </a:lnTo>
                <a:close/>
                <a:moveTo>
                  <a:pt x="8894" y="13292"/>
                </a:moveTo>
                <a:lnTo>
                  <a:pt x="8894" y="15785"/>
                </a:lnTo>
                <a:lnTo>
                  <a:pt x="6988" y="15785"/>
                </a:lnTo>
                <a:lnTo>
                  <a:pt x="6988" y="13292"/>
                </a:lnTo>
                <a:lnTo>
                  <a:pt x="8894" y="13292"/>
                </a:lnTo>
                <a:close/>
                <a:moveTo>
                  <a:pt x="8259" y="9969"/>
                </a:moveTo>
                <a:lnTo>
                  <a:pt x="10165" y="9969"/>
                </a:lnTo>
                <a:lnTo>
                  <a:pt x="10165" y="12462"/>
                </a:lnTo>
                <a:lnTo>
                  <a:pt x="8259" y="12462"/>
                </a:lnTo>
                <a:lnTo>
                  <a:pt x="8259" y="9969"/>
                </a:lnTo>
                <a:close/>
                <a:moveTo>
                  <a:pt x="11435" y="13292"/>
                </a:moveTo>
                <a:lnTo>
                  <a:pt x="11435" y="15785"/>
                </a:lnTo>
                <a:lnTo>
                  <a:pt x="9529" y="15785"/>
                </a:lnTo>
                <a:lnTo>
                  <a:pt x="9529" y="13292"/>
                </a:lnTo>
                <a:lnTo>
                  <a:pt x="11435" y="13292"/>
                </a:lnTo>
                <a:close/>
                <a:moveTo>
                  <a:pt x="11435" y="9969"/>
                </a:moveTo>
                <a:lnTo>
                  <a:pt x="13341" y="9969"/>
                </a:lnTo>
                <a:lnTo>
                  <a:pt x="13341" y="12462"/>
                </a:lnTo>
                <a:lnTo>
                  <a:pt x="11435" y="12462"/>
                </a:lnTo>
                <a:lnTo>
                  <a:pt x="11435" y="9969"/>
                </a:lnTo>
                <a:close/>
                <a:moveTo>
                  <a:pt x="14612" y="13292"/>
                </a:moveTo>
                <a:lnTo>
                  <a:pt x="14612" y="15785"/>
                </a:lnTo>
                <a:lnTo>
                  <a:pt x="12706" y="15785"/>
                </a:lnTo>
                <a:lnTo>
                  <a:pt x="12706" y="13292"/>
                </a:lnTo>
                <a:lnTo>
                  <a:pt x="14612" y="13292"/>
                </a:lnTo>
                <a:close/>
                <a:moveTo>
                  <a:pt x="13976" y="9969"/>
                </a:moveTo>
                <a:lnTo>
                  <a:pt x="15882" y="9969"/>
                </a:lnTo>
                <a:lnTo>
                  <a:pt x="15882" y="12462"/>
                </a:lnTo>
                <a:lnTo>
                  <a:pt x="13976" y="12462"/>
                </a:lnTo>
                <a:lnTo>
                  <a:pt x="13976" y="9969"/>
                </a:lnTo>
                <a:close/>
                <a:moveTo>
                  <a:pt x="21600" y="6646"/>
                </a:moveTo>
                <a:lnTo>
                  <a:pt x="0" y="6646"/>
                </a:lnTo>
                <a:lnTo>
                  <a:pt x="0" y="21600"/>
                </a:lnTo>
                <a:lnTo>
                  <a:pt x="21600" y="21600"/>
                </a:lnTo>
                <a:lnTo>
                  <a:pt x="21600" y="6646"/>
                </a:lnTo>
                <a:close/>
                <a:moveTo>
                  <a:pt x="19694" y="9138"/>
                </a:moveTo>
                <a:lnTo>
                  <a:pt x="19694" y="19938"/>
                </a:lnTo>
                <a:lnTo>
                  <a:pt x="1271" y="19938"/>
                </a:lnTo>
                <a:lnTo>
                  <a:pt x="1271" y="9138"/>
                </a:lnTo>
                <a:lnTo>
                  <a:pt x="19694" y="9138"/>
                </a:lnTo>
                <a:close/>
              </a:path>
            </a:pathLst>
          </a:custGeom>
          <a:solidFill>
            <a:schemeClr val="accent4">
              <a:lumOff val="58054"/>
            </a:schemeClr>
          </a:solidFill>
          <a:ln w="12700">
            <a:miter lim="400000"/>
          </a:ln>
        </p:spPr>
        <p:txBody>
          <a:bodyPr lIns="109727" tIns="109727" rIns="109727" bIns="109727"/>
          <a:lstStyle/>
          <a:p>
            <a:endParaRPr/>
          </a:p>
        </p:txBody>
      </p:sp>
      <p:sp>
        <p:nvSpPr>
          <p:cNvPr id="635" name="Shape"/>
          <p:cNvSpPr/>
          <p:nvPr/>
        </p:nvSpPr>
        <p:spPr>
          <a:xfrm>
            <a:off x="20537842" y="9444274"/>
            <a:ext cx="332994" cy="390407"/>
          </a:xfrm>
          <a:custGeom>
            <a:avLst/>
            <a:gdLst/>
            <a:ahLst/>
            <a:cxnLst>
              <a:cxn ang="0">
                <a:pos x="wd2" y="hd2"/>
              </a:cxn>
              <a:cxn ang="5400000">
                <a:pos x="wd2" y="hd2"/>
              </a:cxn>
              <a:cxn ang="10800000">
                <a:pos x="wd2" y="hd2"/>
              </a:cxn>
              <a:cxn ang="16200000">
                <a:pos x="wd2" y="hd2"/>
              </a:cxn>
            </a:cxnLst>
            <a:rect l="0" t="0" r="r" b="b"/>
            <a:pathLst>
              <a:path w="21600" h="21600" extrusionOk="0">
                <a:moveTo>
                  <a:pt x="5959" y="6082"/>
                </a:moveTo>
                <a:cubicBezTo>
                  <a:pt x="9186" y="3565"/>
                  <a:pt x="5214" y="3355"/>
                  <a:pt x="5959" y="1678"/>
                </a:cubicBezTo>
                <a:cubicBezTo>
                  <a:pt x="3228" y="3984"/>
                  <a:pt x="6952" y="4194"/>
                  <a:pt x="5959" y="6082"/>
                </a:cubicBezTo>
                <a:close/>
                <a:moveTo>
                  <a:pt x="8690" y="6082"/>
                </a:moveTo>
                <a:cubicBezTo>
                  <a:pt x="13655" y="2307"/>
                  <a:pt x="7697" y="2517"/>
                  <a:pt x="8938" y="0"/>
                </a:cubicBezTo>
                <a:cubicBezTo>
                  <a:pt x="4966" y="3355"/>
                  <a:pt x="10179" y="3355"/>
                  <a:pt x="8690" y="6082"/>
                </a:cubicBezTo>
                <a:close/>
                <a:moveTo>
                  <a:pt x="17131" y="8808"/>
                </a:moveTo>
                <a:cubicBezTo>
                  <a:pt x="17131" y="9227"/>
                  <a:pt x="17131" y="9647"/>
                  <a:pt x="17131" y="10276"/>
                </a:cubicBezTo>
                <a:cubicBezTo>
                  <a:pt x="19614" y="10276"/>
                  <a:pt x="19614" y="10276"/>
                  <a:pt x="19614" y="10276"/>
                </a:cubicBezTo>
                <a:cubicBezTo>
                  <a:pt x="18869" y="11953"/>
                  <a:pt x="17876" y="13631"/>
                  <a:pt x="16138" y="14889"/>
                </a:cubicBezTo>
                <a:cubicBezTo>
                  <a:pt x="15890" y="15728"/>
                  <a:pt x="15890" y="16357"/>
                  <a:pt x="15393" y="17196"/>
                </a:cubicBezTo>
                <a:cubicBezTo>
                  <a:pt x="19117" y="15309"/>
                  <a:pt x="21352" y="11953"/>
                  <a:pt x="21600" y="8808"/>
                </a:cubicBezTo>
                <a:lnTo>
                  <a:pt x="17131" y="8808"/>
                </a:lnTo>
                <a:close/>
                <a:moveTo>
                  <a:pt x="15641" y="6711"/>
                </a:moveTo>
                <a:cubicBezTo>
                  <a:pt x="0" y="6711"/>
                  <a:pt x="0" y="6711"/>
                  <a:pt x="0" y="6711"/>
                </a:cubicBezTo>
                <a:cubicBezTo>
                  <a:pt x="248" y="13631"/>
                  <a:pt x="1738" y="17616"/>
                  <a:pt x="3724" y="21600"/>
                </a:cubicBezTo>
                <a:cubicBezTo>
                  <a:pt x="11669" y="21600"/>
                  <a:pt x="11669" y="21600"/>
                  <a:pt x="11669" y="21600"/>
                </a:cubicBezTo>
                <a:cubicBezTo>
                  <a:pt x="13655" y="17825"/>
                  <a:pt x="15393" y="13631"/>
                  <a:pt x="15641" y="6711"/>
                </a:cubicBezTo>
                <a:close/>
                <a:moveTo>
                  <a:pt x="13655" y="8388"/>
                </a:moveTo>
                <a:cubicBezTo>
                  <a:pt x="13159" y="13631"/>
                  <a:pt x="11917" y="16986"/>
                  <a:pt x="10428" y="20132"/>
                </a:cubicBezTo>
                <a:cubicBezTo>
                  <a:pt x="4966" y="20132"/>
                  <a:pt x="4966" y="20132"/>
                  <a:pt x="4966" y="20132"/>
                </a:cubicBezTo>
                <a:cubicBezTo>
                  <a:pt x="3228" y="16357"/>
                  <a:pt x="2234" y="13002"/>
                  <a:pt x="1986" y="8388"/>
                </a:cubicBezTo>
                <a:lnTo>
                  <a:pt x="13655" y="8388"/>
                </a:lnTo>
                <a:close/>
              </a:path>
            </a:pathLst>
          </a:custGeom>
          <a:solidFill>
            <a:schemeClr val="accent4">
              <a:lumOff val="58054"/>
            </a:schemeClr>
          </a:solidFill>
          <a:ln w="12700">
            <a:miter lim="400000"/>
          </a:ln>
        </p:spPr>
        <p:txBody>
          <a:bodyPr lIns="109727" tIns="109727" rIns="109727" bIns="109727"/>
          <a:lstStyle/>
          <a:p>
            <a:endParaRPr/>
          </a:p>
        </p:txBody>
      </p:sp>
      <p:sp>
        <p:nvSpPr>
          <p:cNvPr id="636" name="Shape"/>
          <p:cNvSpPr/>
          <p:nvPr/>
        </p:nvSpPr>
        <p:spPr>
          <a:xfrm>
            <a:off x="20578027" y="11398764"/>
            <a:ext cx="252618" cy="401891"/>
          </a:xfrm>
          <a:custGeom>
            <a:avLst/>
            <a:gdLst/>
            <a:ahLst/>
            <a:cxnLst>
              <a:cxn ang="0">
                <a:pos x="wd2" y="hd2"/>
              </a:cxn>
              <a:cxn ang="5400000">
                <a:pos x="wd2" y="hd2"/>
              </a:cxn>
              <a:cxn ang="10800000">
                <a:pos x="wd2" y="hd2"/>
              </a:cxn>
              <a:cxn ang="16200000">
                <a:pos x="wd2" y="hd2"/>
              </a:cxn>
            </a:cxnLst>
            <a:rect l="0" t="0" r="r" b="b"/>
            <a:pathLst>
              <a:path w="21600" h="21600" extrusionOk="0">
                <a:moveTo>
                  <a:pt x="17409" y="20132"/>
                </a:moveTo>
                <a:cubicBezTo>
                  <a:pt x="17409" y="21600"/>
                  <a:pt x="17409" y="21600"/>
                  <a:pt x="17409" y="21600"/>
                </a:cubicBezTo>
                <a:cubicBezTo>
                  <a:pt x="4191" y="21600"/>
                  <a:pt x="4191" y="21600"/>
                  <a:pt x="4191" y="21600"/>
                </a:cubicBezTo>
                <a:cubicBezTo>
                  <a:pt x="4191" y="20132"/>
                  <a:pt x="4191" y="20132"/>
                  <a:pt x="4191" y="20132"/>
                </a:cubicBezTo>
                <a:cubicBezTo>
                  <a:pt x="7737" y="20132"/>
                  <a:pt x="8382" y="18245"/>
                  <a:pt x="8704" y="16986"/>
                </a:cubicBezTo>
                <a:cubicBezTo>
                  <a:pt x="8704" y="16986"/>
                  <a:pt x="12896" y="16986"/>
                  <a:pt x="12896" y="16986"/>
                </a:cubicBezTo>
                <a:cubicBezTo>
                  <a:pt x="13218" y="18245"/>
                  <a:pt x="13863" y="20132"/>
                  <a:pt x="17409" y="20132"/>
                </a:cubicBezTo>
                <a:close/>
                <a:moveTo>
                  <a:pt x="6125" y="1678"/>
                </a:moveTo>
                <a:cubicBezTo>
                  <a:pt x="6125" y="5243"/>
                  <a:pt x="7415" y="9227"/>
                  <a:pt x="10316" y="12583"/>
                </a:cubicBezTo>
                <a:cubicBezTo>
                  <a:pt x="6770" y="9647"/>
                  <a:pt x="3869" y="6291"/>
                  <a:pt x="3546" y="1678"/>
                </a:cubicBezTo>
                <a:lnTo>
                  <a:pt x="6125" y="1678"/>
                </a:lnTo>
                <a:close/>
                <a:moveTo>
                  <a:pt x="12896" y="15728"/>
                </a:moveTo>
                <a:cubicBezTo>
                  <a:pt x="14185" y="12373"/>
                  <a:pt x="21600" y="9856"/>
                  <a:pt x="21600" y="0"/>
                </a:cubicBezTo>
                <a:cubicBezTo>
                  <a:pt x="0" y="0"/>
                  <a:pt x="0" y="0"/>
                  <a:pt x="0" y="0"/>
                </a:cubicBezTo>
                <a:cubicBezTo>
                  <a:pt x="0" y="9856"/>
                  <a:pt x="7415" y="12373"/>
                  <a:pt x="8704" y="15728"/>
                </a:cubicBezTo>
                <a:lnTo>
                  <a:pt x="12896" y="15728"/>
                </a:lnTo>
                <a:close/>
              </a:path>
            </a:pathLst>
          </a:custGeom>
          <a:solidFill>
            <a:schemeClr val="accent4">
              <a:lumOff val="58054"/>
            </a:schemeClr>
          </a:solidFill>
          <a:ln w="12700">
            <a:miter lim="400000"/>
          </a:ln>
        </p:spPr>
        <p:txBody>
          <a:bodyPr lIns="109727" tIns="109727" rIns="109727" bIns="109727"/>
          <a:lstStyle/>
          <a:p>
            <a:endParaRPr/>
          </a:p>
        </p:txBody>
      </p:sp>
      <p:sp>
        <p:nvSpPr>
          <p:cNvPr id="637" name="Shape"/>
          <p:cNvSpPr/>
          <p:nvPr/>
        </p:nvSpPr>
        <p:spPr>
          <a:xfrm>
            <a:off x="20555069" y="12353974"/>
            <a:ext cx="298544" cy="390407"/>
          </a:xfrm>
          <a:custGeom>
            <a:avLst/>
            <a:gdLst/>
            <a:ahLst/>
            <a:cxnLst>
              <a:cxn ang="0">
                <a:pos x="wd2" y="hd2"/>
              </a:cxn>
              <a:cxn ang="5400000">
                <a:pos x="wd2" y="hd2"/>
              </a:cxn>
              <a:cxn ang="10800000">
                <a:pos x="wd2" y="hd2"/>
              </a:cxn>
              <a:cxn ang="16200000">
                <a:pos x="wd2" y="hd2"/>
              </a:cxn>
            </a:cxnLst>
            <a:rect l="0" t="0" r="r" b="b"/>
            <a:pathLst>
              <a:path w="21600" h="21600" extrusionOk="0">
                <a:moveTo>
                  <a:pt x="10663" y="0"/>
                </a:moveTo>
                <a:cubicBezTo>
                  <a:pt x="6835" y="2726"/>
                  <a:pt x="4101" y="3146"/>
                  <a:pt x="0" y="3146"/>
                </a:cubicBezTo>
                <a:cubicBezTo>
                  <a:pt x="0" y="3146"/>
                  <a:pt x="0" y="9227"/>
                  <a:pt x="0" y="13212"/>
                </a:cubicBezTo>
                <a:cubicBezTo>
                  <a:pt x="0" y="17196"/>
                  <a:pt x="4101" y="18454"/>
                  <a:pt x="10663" y="21600"/>
                </a:cubicBezTo>
                <a:cubicBezTo>
                  <a:pt x="17499" y="18454"/>
                  <a:pt x="21600" y="17196"/>
                  <a:pt x="21600" y="13212"/>
                </a:cubicBezTo>
                <a:cubicBezTo>
                  <a:pt x="21600" y="9227"/>
                  <a:pt x="21600" y="3146"/>
                  <a:pt x="21600" y="3146"/>
                </a:cubicBezTo>
                <a:cubicBezTo>
                  <a:pt x="17499" y="3146"/>
                  <a:pt x="14765" y="2726"/>
                  <a:pt x="10663" y="0"/>
                </a:cubicBezTo>
                <a:close/>
                <a:moveTo>
                  <a:pt x="10663" y="2726"/>
                </a:moveTo>
                <a:cubicBezTo>
                  <a:pt x="13671" y="4194"/>
                  <a:pt x="15858" y="4823"/>
                  <a:pt x="18866" y="5033"/>
                </a:cubicBezTo>
                <a:cubicBezTo>
                  <a:pt x="18866" y="13212"/>
                  <a:pt x="18866" y="13212"/>
                  <a:pt x="18866" y="13212"/>
                </a:cubicBezTo>
                <a:cubicBezTo>
                  <a:pt x="18866" y="14470"/>
                  <a:pt x="18319" y="15099"/>
                  <a:pt x="17499" y="15728"/>
                </a:cubicBezTo>
                <a:cubicBezTo>
                  <a:pt x="16132" y="16777"/>
                  <a:pt x="13944" y="17825"/>
                  <a:pt x="10663" y="19293"/>
                </a:cubicBezTo>
                <a:cubicBezTo>
                  <a:pt x="7656" y="17825"/>
                  <a:pt x="5468" y="16777"/>
                  <a:pt x="4101" y="15728"/>
                </a:cubicBezTo>
                <a:cubicBezTo>
                  <a:pt x="3281" y="15099"/>
                  <a:pt x="2734" y="14470"/>
                  <a:pt x="2734" y="13212"/>
                </a:cubicBezTo>
                <a:cubicBezTo>
                  <a:pt x="2734" y="5033"/>
                  <a:pt x="2734" y="5033"/>
                  <a:pt x="2734" y="5033"/>
                </a:cubicBezTo>
                <a:cubicBezTo>
                  <a:pt x="5742" y="4823"/>
                  <a:pt x="7929" y="4194"/>
                  <a:pt x="10663" y="2726"/>
                </a:cubicBezTo>
                <a:close/>
              </a:path>
            </a:pathLst>
          </a:custGeom>
          <a:solidFill>
            <a:schemeClr val="accent4">
              <a:lumOff val="58054"/>
            </a:schemeClr>
          </a:solidFill>
          <a:ln w="12700">
            <a:miter lim="400000"/>
          </a:ln>
        </p:spPr>
        <p:txBody>
          <a:bodyPr lIns="109727" tIns="109727" rIns="109727" bIns="109727"/>
          <a:lstStyle/>
          <a:p>
            <a:endParaRPr/>
          </a:p>
        </p:txBody>
      </p:sp>
      <p:sp>
        <p:nvSpPr>
          <p:cNvPr id="638" name="Shape"/>
          <p:cNvSpPr/>
          <p:nvPr/>
        </p:nvSpPr>
        <p:spPr>
          <a:xfrm>
            <a:off x="21464122" y="5744912"/>
            <a:ext cx="401891" cy="264102"/>
          </a:xfrm>
          <a:custGeom>
            <a:avLst/>
            <a:gdLst/>
            <a:ahLst/>
            <a:cxnLst>
              <a:cxn ang="0">
                <a:pos x="wd2" y="hd2"/>
              </a:cxn>
              <a:cxn ang="5400000">
                <a:pos x="wd2" y="hd2"/>
              </a:cxn>
              <a:cxn ang="10800000">
                <a:pos x="wd2" y="hd2"/>
              </a:cxn>
              <a:cxn ang="16200000">
                <a:pos x="wd2" y="hd2"/>
              </a:cxn>
            </a:cxnLst>
            <a:rect l="0" t="0" r="r" b="b"/>
            <a:pathLst>
              <a:path w="21600" h="21600" extrusionOk="0">
                <a:moveTo>
                  <a:pt x="18514" y="6574"/>
                </a:moveTo>
                <a:lnTo>
                  <a:pt x="16663" y="6574"/>
                </a:lnTo>
                <a:lnTo>
                  <a:pt x="16663" y="3757"/>
                </a:lnTo>
                <a:lnTo>
                  <a:pt x="18514" y="3757"/>
                </a:lnTo>
                <a:lnTo>
                  <a:pt x="18514" y="6574"/>
                </a:lnTo>
                <a:close/>
                <a:moveTo>
                  <a:pt x="18514" y="10330"/>
                </a:moveTo>
                <a:lnTo>
                  <a:pt x="15429" y="10330"/>
                </a:lnTo>
                <a:lnTo>
                  <a:pt x="15429" y="7513"/>
                </a:lnTo>
                <a:lnTo>
                  <a:pt x="18514" y="7513"/>
                </a:lnTo>
                <a:lnTo>
                  <a:pt x="18514" y="10330"/>
                </a:lnTo>
                <a:close/>
                <a:moveTo>
                  <a:pt x="18514" y="14087"/>
                </a:moveTo>
                <a:lnTo>
                  <a:pt x="16663" y="14087"/>
                </a:lnTo>
                <a:lnTo>
                  <a:pt x="16663" y="11270"/>
                </a:lnTo>
                <a:lnTo>
                  <a:pt x="18514" y="11270"/>
                </a:lnTo>
                <a:lnTo>
                  <a:pt x="18514" y="14087"/>
                </a:lnTo>
                <a:close/>
                <a:moveTo>
                  <a:pt x="16046" y="14087"/>
                </a:moveTo>
                <a:lnTo>
                  <a:pt x="13577" y="14087"/>
                </a:lnTo>
                <a:lnTo>
                  <a:pt x="13577" y="11270"/>
                </a:lnTo>
                <a:lnTo>
                  <a:pt x="16046" y="11270"/>
                </a:lnTo>
                <a:lnTo>
                  <a:pt x="16046" y="14087"/>
                </a:lnTo>
                <a:close/>
                <a:moveTo>
                  <a:pt x="16046" y="17843"/>
                </a:moveTo>
                <a:lnTo>
                  <a:pt x="5554" y="17843"/>
                </a:lnTo>
                <a:lnTo>
                  <a:pt x="5554" y="15026"/>
                </a:lnTo>
                <a:lnTo>
                  <a:pt x="16046" y="15026"/>
                </a:lnTo>
                <a:lnTo>
                  <a:pt x="16046" y="17843"/>
                </a:lnTo>
                <a:close/>
                <a:moveTo>
                  <a:pt x="4937" y="14087"/>
                </a:moveTo>
                <a:lnTo>
                  <a:pt x="2469" y="14087"/>
                </a:lnTo>
                <a:lnTo>
                  <a:pt x="2469" y="11270"/>
                </a:lnTo>
                <a:lnTo>
                  <a:pt x="4937" y="11270"/>
                </a:lnTo>
                <a:lnTo>
                  <a:pt x="4937" y="14087"/>
                </a:lnTo>
                <a:close/>
                <a:moveTo>
                  <a:pt x="2469" y="7513"/>
                </a:moveTo>
                <a:lnTo>
                  <a:pt x="6171" y="7513"/>
                </a:lnTo>
                <a:lnTo>
                  <a:pt x="6171" y="10330"/>
                </a:lnTo>
                <a:lnTo>
                  <a:pt x="2469" y="10330"/>
                </a:lnTo>
                <a:lnTo>
                  <a:pt x="2469" y="7513"/>
                </a:lnTo>
                <a:close/>
                <a:moveTo>
                  <a:pt x="2469" y="3757"/>
                </a:moveTo>
                <a:lnTo>
                  <a:pt x="4937" y="3757"/>
                </a:lnTo>
                <a:lnTo>
                  <a:pt x="4937" y="6574"/>
                </a:lnTo>
                <a:lnTo>
                  <a:pt x="2469" y="6574"/>
                </a:lnTo>
                <a:lnTo>
                  <a:pt x="2469" y="3757"/>
                </a:lnTo>
                <a:close/>
                <a:moveTo>
                  <a:pt x="5554" y="3757"/>
                </a:moveTo>
                <a:lnTo>
                  <a:pt x="7406" y="3757"/>
                </a:lnTo>
                <a:lnTo>
                  <a:pt x="7406" y="6574"/>
                </a:lnTo>
                <a:lnTo>
                  <a:pt x="5554" y="6574"/>
                </a:lnTo>
                <a:lnTo>
                  <a:pt x="5554" y="3757"/>
                </a:lnTo>
                <a:close/>
                <a:moveTo>
                  <a:pt x="8023" y="3757"/>
                </a:moveTo>
                <a:lnTo>
                  <a:pt x="10491" y="3757"/>
                </a:lnTo>
                <a:lnTo>
                  <a:pt x="10491" y="6574"/>
                </a:lnTo>
                <a:lnTo>
                  <a:pt x="8023" y="6574"/>
                </a:lnTo>
                <a:lnTo>
                  <a:pt x="8023" y="3757"/>
                </a:lnTo>
                <a:close/>
                <a:moveTo>
                  <a:pt x="11109" y="3757"/>
                </a:moveTo>
                <a:lnTo>
                  <a:pt x="12960" y="3757"/>
                </a:lnTo>
                <a:lnTo>
                  <a:pt x="12960" y="6574"/>
                </a:lnTo>
                <a:lnTo>
                  <a:pt x="11109" y="6574"/>
                </a:lnTo>
                <a:lnTo>
                  <a:pt x="11109" y="3757"/>
                </a:lnTo>
                <a:close/>
                <a:moveTo>
                  <a:pt x="12343" y="10330"/>
                </a:moveTo>
                <a:lnTo>
                  <a:pt x="12343" y="7513"/>
                </a:lnTo>
                <a:lnTo>
                  <a:pt x="14194" y="7513"/>
                </a:lnTo>
                <a:lnTo>
                  <a:pt x="14194" y="10330"/>
                </a:lnTo>
                <a:lnTo>
                  <a:pt x="12343" y="10330"/>
                </a:lnTo>
                <a:close/>
                <a:moveTo>
                  <a:pt x="11109" y="11270"/>
                </a:moveTo>
                <a:lnTo>
                  <a:pt x="12960" y="11270"/>
                </a:lnTo>
                <a:lnTo>
                  <a:pt x="12960" y="14087"/>
                </a:lnTo>
                <a:lnTo>
                  <a:pt x="11109" y="14087"/>
                </a:lnTo>
                <a:lnTo>
                  <a:pt x="11109" y="11270"/>
                </a:lnTo>
                <a:close/>
                <a:moveTo>
                  <a:pt x="9874" y="10330"/>
                </a:moveTo>
                <a:lnTo>
                  <a:pt x="9874" y="7513"/>
                </a:lnTo>
                <a:lnTo>
                  <a:pt x="11726" y="7513"/>
                </a:lnTo>
                <a:lnTo>
                  <a:pt x="11726" y="10330"/>
                </a:lnTo>
                <a:lnTo>
                  <a:pt x="9874" y="10330"/>
                </a:lnTo>
                <a:close/>
                <a:moveTo>
                  <a:pt x="8023" y="11270"/>
                </a:moveTo>
                <a:lnTo>
                  <a:pt x="10491" y="11270"/>
                </a:lnTo>
                <a:lnTo>
                  <a:pt x="10491" y="14087"/>
                </a:lnTo>
                <a:lnTo>
                  <a:pt x="8023" y="14087"/>
                </a:lnTo>
                <a:lnTo>
                  <a:pt x="8023" y="11270"/>
                </a:lnTo>
                <a:close/>
                <a:moveTo>
                  <a:pt x="7406" y="11270"/>
                </a:moveTo>
                <a:lnTo>
                  <a:pt x="7406" y="14087"/>
                </a:lnTo>
                <a:lnTo>
                  <a:pt x="5554" y="14087"/>
                </a:lnTo>
                <a:lnTo>
                  <a:pt x="5554" y="11270"/>
                </a:lnTo>
                <a:lnTo>
                  <a:pt x="7406" y="11270"/>
                </a:lnTo>
                <a:close/>
                <a:moveTo>
                  <a:pt x="6789" y="10330"/>
                </a:moveTo>
                <a:lnTo>
                  <a:pt x="6789" y="7513"/>
                </a:lnTo>
                <a:lnTo>
                  <a:pt x="8640" y="7513"/>
                </a:lnTo>
                <a:lnTo>
                  <a:pt x="8640" y="10330"/>
                </a:lnTo>
                <a:lnTo>
                  <a:pt x="6789" y="10330"/>
                </a:lnTo>
                <a:close/>
                <a:moveTo>
                  <a:pt x="13577" y="3757"/>
                </a:moveTo>
                <a:lnTo>
                  <a:pt x="16046" y="3757"/>
                </a:lnTo>
                <a:lnTo>
                  <a:pt x="16046" y="6574"/>
                </a:lnTo>
                <a:lnTo>
                  <a:pt x="13577" y="6574"/>
                </a:lnTo>
                <a:lnTo>
                  <a:pt x="13577" y="3757"/>
                </a:lnTo>
                <a:close/>
                <a:moveTo>
                  <a:pt x="21600" y="0"/>
                </a:moveTo>
                <a:lnTo>
                  <a:pt x="0" y="0"/>
                </a:lnTo>
                <a:lnTo>
                  <a:pt x="0" y="21600"/>
                </a:lnTo>
                <a:lnTo>
                  <a:pt x="21600" y="21600"/>
                </a:lnTo>
                <a:lnTo>
                  <a:pt x="21600" y="0"/>
                </a:lnTo>
                <a:close/>
                <a:moveTo>
                  <a:pt x="19749" y="2817"/>
                </a:moveTo>
                <a:lnTo>
                  <a:pt x="19749" y="18783"/>
                </a:lnTo>
                <a:lnTo>
                  <a:pt x="1851" y="18783"/>
                </a:lnTo>
                <a:lnTo>
                  <a:pt x="1851" y="2817"/>
                </a:lnTo>
                <a:lnTo>
                  <a:pt x="19749" y="2817"/>
                </a:lnTo>
                <a:close/>
              </a:path>
            </a:pathLst>
          </a:custGeom>
          <a:solidFill>
            <a:schemeClr val="accent4">
              <a:lumOff val="58054"/>
            </a:schemeClr>
          </a:solidFill>
          <a:ln w="12700">
            <a:miter lim="400000"/>
          </a:ln>
        </p:spPr>
        <p:txBody>
          <a:bodyPr lIns="109727" tIns="109727" rIns="109727" bIns="109727"/>
          <a:lstStyle/>
          <a:p>
            <a:endParaRPr/>
          </a:p>
        </p:txBody>
      </p:sp>
      <p:sp>
        <p:nvSpPr>
          <p:cNvPr id="639" name="Shape"/>
          <p:cNvSpPr/>
          <p:nvPr/>
        </p:nvSpPr>
        <p:spPr>
          <a:xfrm>
            <a:off x="11370312" y="7563910"/>
            <a:ext cx="241136" cy="390407"/>
          </a:xfrm>
          <a:custGeom>
            <a:avLst/>
            <a:gdLst/>
            <a:ahLst/>
            <a:cxnLst>
              <a:cxn ang="0">
                <a:pos x="wd2" y="hd2"/>
              </a:cxn>
              <a:cxn ang="5400000">
                <a:pos x="wd2" y="hd2"/>
              </a:cxn>
              <a:cxn ang="10800000">
                <a:pos x="wd2" y="hd2"/>
              </a:cxn>
              <a:cxn ang="16200000">
                <a:pos x="wd2" y="hd2"/>
              </a:cxn>
            </a:cxnLst>
            <a:rect l="0" t="0" r="r" b="b"/>
            <a:pathLst>
              <a:path w="21600" h="21600" extrusionOk="0">
                <a:moveTo>
                  <a:pt x="11314" y="3146"/>
                </a:moveTo>
                <a:cubicBezTo>
                  <a:pt x="10629" y="1678"/>
                  <a:pt x="10629" y="1678"/>
                  <a:pt x="10629" y="1678"/>
                </a:cubicBezTo>
                <a:cubicBezTo>
                  <a:pt x="6514" y="2307"/>
                  <a:pt x="4114" y="4194"/>
                  <a:pt x="3429" y="6501"/>
                </a:cubicBezTo>
                <a:cubicBezTo>
                  <a:pt x="5486" y="6711"/>
                  <a:pt x="5486" y="6711"/>
                  <a:pt x="5486" y="6711"/>
                </a:cubicBezTo>
                <a:cubicBezTo>
                  <a:pt x="6171" y="5243"/>
                  <a:pt x="7200" y="3775"/>
                  <a:pt x="11314" y="3146"/>
                </a:cubicBezTo>
                <a:close/>
                <a:moveTo>
                  <a:pt x="21600" y="6501"/>
                </a:moveTo>
                <a:cubicBezTo>
                  <a:pt x="21600" y="10276"/>
                  <a:pt x="16114" y="12583"/>
                  <a:pt x="16114" y="15728"/>
                </a:cubicBezTo>
                <a:cubicBezTo>
                  <a:pt x="5829" y="15728"/>
                  <a:pt x="5829" y="15728"/>
                  <a:pt x="5829" y="15728"/>
                </a:cubicBezTo>
                <a:cubicBezTo>
                  <a:pt x="5829" y="12583"/>
                  <a:pt x="0" y="10276"/>
                  <a:pt x="0" y="6501"/>
                </a:cubicBezTo>
                <a:cubicBezTo>
                  <a:pt x="0" y="2307"/>
                  <a:pt x="5486" y="0"/>
                  <a:pt x="10971" y="0"/>
                </a:cubicBezTo>
                <a:cubicBezTo>
                  <a:pt x="16114" y="0"/>
                  <a:pt x="21600" y="2307"/>
                  <a:pt x="21600" y="6501"/>
                </a:cubicBezTo>
                <a:close/>
                <a:moveTo>
                  <a:pt x="14743" y="16567"/>
                </a:moveTo>
                <a:cubicBezTo>
                  <a:pt x="7200" y="16567"/>
                  <a:pt x="7200" y="16567"/>
                  <a:pt x="7200" y="16567"/>
                </a:cubicBezTo>
                <a:cubicBezTo>
                  <a:pt x="6514" y="16567"/>
                  <a:pt x="6171" y="16777"/>
                  <a:pt x="6171" y="17196"/>
                </a:cubicBezTo>
                <a:cubicBezTo>
                  <a:pt x="6171" y="17406"/>
                  <a:pt x="6514" y="17616"/>
                  <a:pt x="7200" y="17616"/>
                </a:cubicBezTo>
                <a:cubicBezTo>
                  <a:pt x="14743" y="17616"/>
                  <a:pt x="14743" y="17616"/>
                  <a:pt x="14743" y="17616"/>
                </a:cubicBezTo>
                <a:cubicBezTo>
                  <a:pt x="15086" y="17616"/>
                  <a:pt x="15429" y="17406"/>
                  <a:pt x="15429" y="17196"/>
                </a:cubicBezTo>
                <a:cubicBezTo>
                  <a:pt x="15429" y="16777"/>
                  <a:pt x="15086" y="16567"/>
                  <a:pt x="14743" y="16567"/>
                </a:cubicBezTo>
                <a:close/>
                <a:moveTo>
                  <a:pt x="14400" y="18454"/>
                </a:moveTo>
                <a:cubicBezTo>
                  <a:pt x="7200" y="18454"/>
                  <a:pt x="7200" y="18454"/>
                  <a:pt x="7200" y="18454"/>
                </a:cubicBezTo>
                <a:cubicBezTo>
                  <a:pt x="6857" y="18454"/>
                  <a:pt x="6171" y="18664"/>
                  <a:pt x="6171" y="19083"/>
                </a:cubicBezTo>
                <a:cubicBezTo>
                  <a:pt x="6171" y="19293"/>
                  <a:pt x="6857" y="19713"/>
                  <a:pt x="7200" y="19713"/>
                </a:cubicBezTo>
                <a:cubicBezTo>
                  <a:pt x="14400" y="19713"/>
                  <a:pt x="14400" y="19713"/>
                  <a:pt x="14400" y="19713"/>
                </a:cubicBezTo>
                <a:cubicBezTo>
                  <a:pt x="15086" y="19713"/>
                  <a:pt x="15429" y="19293"/>
                  <a:pt x="15429" y="19083"/>
                </a:cubicBezTo>
                <a:cubicBezTo>
                  <a:pt x="15429" y="18664"/>
                  <a:pt x="15086" y="18454"/>
                  <a:pt x="14400" y="18454"/>
                </a:cubicBezTo>
                <a:close/>
                <a:moveTo>
                  <a:pt x="7200" y="20342"/>
                </a:moveTo>
                <a:cubicBezTo>
                  <a:pt x="14400" y="20342"/>
                  <a:pt x="14400" y="20342"/>
                  <a:pt x="14400" y="20342"/>
                </a:cubicBezTo>
                <a:cubicBezTo>
                  <a:pt x="12343" y="21390"/>
                  <a:pt x="12343" y="21600"/>
                  <a:pt x="11657" y="21600"/>
                </a:cubicBezTo>
                <a:cubicBezTo>
                  <a:pt x="9943" y="21600"/>
                  <a:pt x="9943" y="21600"/>
                  <a:pt x="9943" y="21600"/>
                </a:cubicBezTo>
                <a:cubicBezTo>
                  <a:pt x="9257" y="21600"/>
                  <a:pt x="9257" y="21390"/>
                  <a:pt x="7200" y="20342"/>
                </a:cubicBezTo>
                <a:close/>
              </a:path>
            </a:pathLst>
          </a:custGeom>
          <a:solidFill>
            <a:schemeClr val="accent4">
              <a:lumOff val="58054"/>
            </a:schemeClr>
          </a:solidFill>
          <a:ln w="12700">
            <a:miter lim="400000"/>
          </a:ln>
        </p:spPr>
        <p:txBody>
          <a:bodyPr lIns="109727" tIns="109727" rIns="109727" bIns="109727"/>
          <a:lstStyle/>
          <a:p>
            <a:endParaRPr/>
          </a:p>
        </p:txBody>
      </p:sp>
      <p:sp>
        <p:nvSpPr>
          <p:cNvPr id="640" name="Shape"/>
          <p:cNvSpPr/>
          <p:nvPr/>
        </p:nvSpPr>
        <p:spPr>
          <a:xfrm>
            <a:off x="19665655" y="7558167"/>
            <a:ext cx="332263" cy="401890"/>
          </a:xfrm>
          <a:custGeom>
            <a:avLst/>
            <a:gdLst/>
            <a:ahLst/>
            <a:cxnLst>
              <a:cxn ang="0">
                <a:pos x="wd2" y="hd2"/>
              </a:cxn>
              <a:cxn ang="5400000">
                <a:pos x="wd2" y="hd2"/>
              </a:cxn>
              <a:cxn ang="10800000">
                <a:pos x="wd2" y="hd2"/>
              </a:cxn>
              <a:cxn ang="16200000">
                <a:pos x="wd2" y="hd2"/>
              </a:cxn>
            </a:cxnLst>
            <a:rect l="0" t="0" r="r" b="b"/>
            <a:pathLst>
              <a:path w="19532" h="21600" extrusionOk="0">
                <a:moveTo>
                  <a:pt x="3217" y="21600"/>
                </a:moveTo>
                <a:cubicBezTo>
                  <a:pt x="3906" y="20971"/>
                  <a:pt x="3906" y="20971"/>
                  <a:pt x="3906" y="20971"/>
                </a:cubicBezTo>
                <a:cubicBezTo>
                  <a:pt x="5285" y="19922"/>
                  <a:pt x="7123" y="19922"/>
                  <a:pt x="8272" y="20971"/>
                </a:cubicBezTo>
                <a:cubicBezTo>
                  <a:pt x="8962" y="21600"/>
                  <a:pt x="8962" y="21600"/>
                  <a:pt x="8962" y="21600"/>
                </a:cubicBezTo>
                <a:cubicBezTo>
                  <a:pt x="12409" y="21600"/>
                  <a:pt x="12409" y="21600"/>
                  <a:pt x="12409" y="21600"/>
                </a:cubicBezTo>
                <a:cubicBezTo>
                  <a:pt x="6204" y="16567"/>
                  <a:pt x="6204" y="16567"/>
                  <a:pt x="6204" y="16567"/>
                </a:cubicBezTo>
                <a:cubicBezTo>
                  <a:pt x="0" y="21600"/>
                  <a:pt x="0" y="21600"/>
                  <a:pt x="0" y="21600"/>
                </a:cubicBezTo>
                <a:lnTo>
                  <a:pt x="3217" y="21600"/>
                </a:lnTo>
                <a:close/>
                <a:moveTo>
                  <a:pt x="2987" y="1258"/>
                </a:moveTo>
                <a:cubicBezTo>
                  <a:pt x="-2068" y="10695"/>
                  <a:pt x="7813" y="19503"/>
                  <a:pt x="18153" y="14889"/>
                </a:cubicBezTo>
                <a:lnTo>
                  <a:pt x="2987" y="1258"/>
                </a:lnTo>
                <a:close/>
                <a:moveTo>
                  <a:pt x="13328" y="5872"/>
                </a:moveTo>
                <a:cubicBezTo>
                  <a:pt x="12638" y="5243"/>
                  <a:pt x="11489" y="5243"/>
                  <a:pt x="10800" y="5872"/>
                </a:cubicBezTo>
                <a:cubicBezTo>
                  <a:pt x="13328" y="7969"/>
                  <a:pt x="13328" y="7969"/>
                  <a:pt x="13328" y="7969"/>
                </a:cubicBezTo>
                <a:cubicBezTo>
                  <a:pt x="13787" y="7340"/>
                  <a:pt x="13787" y="6501"/>
                  <a:pt x="13328" y="5872"/>
                </a:cubicBezTo>
                <a:close/>
                <a:moveTo>
                  <a:pt x="11949" y="4194"/>
                </a:moveTo>
                <a:cubicBezTo>
                  <a:pt x="12868" y="4194"/>
                  <a:pt x="13558" y="4404"/>
                  <a:pt x="14247" y="5033"/>
                </a:cubicBezTo>
                <a:cubicBezTo>
                  <a:pt x="14706" y="5452"/>
                  <a:pt x="15166" y="6082"/>
                  <a:pt x="15166" y="6920"/>
                </a:cubicBezTo>
                <a:cubicBezTo>
                  <a:pt x="16775" y="6920"/>
                  <a:pt x="16775" y="6920"/>
                  <a:pt x="16775" y="6920"/>
                </a:cubicBezTo>
                <a:cubicBezTo>
                  <a:pt x="16775" y="5872"/>
                  <a:pt x="16315" y="4823"/>
                  <a:pt x="15396" y="3984"/>
                </a:cubicBezTo>
                <a:cubicBezTo>
                  <a:pt x="14477" y="3146"/>
                  <a:pt x="13328" y="2726"/>
                  <a:pt x="11949" y="2726"/>
                </a:cubicBezTo>
                <a:lnTo>
                  <a:pt x="11949" y="4194"/>
                </a:lnTo>
                <a:close/>
                <a:moveTo>
                  <a:pt x="11949" y="0"/>
                </a:moveTo>
                <a:cubicBezTo>
                  <a:pt x="14017" y="0"/>
                  <a:pt x="15855" y="629"/>
                  <a:pt x="17464" y="2097"/>
                </a:cubicBezTo>
                <a:cubicBezTo>
                  <a:pt x="18843" y="3355"/>
                  <a:pt x="19532" y="5033"/>
                  <a:pt x="19532" y="6920"/>
                </a:cubicBezTo>
                <a:cubicBezTo>
                  <a:pt x="18153" y="6920"/>
                  <a:pt x="18153" y="6920"/>
                  <a:pt x="18153" y="6920"/>
                </a:cubicBezTo>
                <a:cubicBezTo>
                  <a:pt x="18153" y="5452"/>
                  <a:pt x="17464" y="3984"/>
                  <a:pt x="16315" y="2936"/>
                </a:cubicBezTo>
                <a:cubicBezTo>
                  <a:pt x="15166" y="1887"/>
                  <a:pt x="13558" y="1468"/>
                  <a:pt x="11949" y="1468"/>
                </a:cubicBezTo>
                <a:lnTo>
                  <a:pt x="11949" y="0"/>
                </a:lnTo>
                <a:close/>
              </a:path>
            </a:pathLst>
          </a:custGeom>
          <a:solidFill>
            <a:schemeClr val="accent4">
              <a:lumOff val="58054"/>
            </a:schemeClr>
          </a:solidFill>
          <a:ln w="12700">
            <a:miter lim="400000"/>
          </a:ln>
        </p:spPr>
        <p:txBody>
          <a:bodyPr lIns="109727" tIns="109727" rIns="109727" bIns="109727"/>
          <a:lstStyle/>
          <a:p>
            <a:endParaRPr/>
          </a:p>
        </p:txBody>
      </p:sp>
      <p:sp>
        <p:nvSpPr>
          <p:cNvPr id="641" name="Shape"/>
          <p:cNvSpPr/>
          <p:nvPr/>
        </p:nvSpPr>
        <p:spPr>
          <a:xfrm>
            <a:off x="21464122" y="9450014"/>
            <a:ext cx="401891" cy="378925"/>
          </a:xfrm>
          <a:custGeom>
            <a:avLst/>
            <a:gdLst/>
            <a:ahLst/>
            <a:cxnLst>
              <a:cxn ang="0">
                <a:pos x="wd2" y="hd2"/>
              </a:cxn>
              <a:cxn ang="5400000">
                <a:pos x="wd2" y="hd2"/>
              </a:cxn>
              <a:cxn ang="10800000">
                <a:pos x="wd2" y="hd2"/>
              </a:cxn>
              <a:cxn ang="16200000">
                <a:pos x="wd2" y="hd2"/>
              </a:cxn>
            </a:cxnLst>
            <a:rect l="0" t="0" r="r" b="b"/>
            <a:pathLst>
              <a:path w="21600" h="21600" extrusionOk="0">
                <a:moveTo>
                  <a:pt x="10905" y="0"/>
                </a:moveTo>
                <a:cubicBezTo>
                  <a:pt x="4404" y="0"/>
                  <a:pt x="0" y="5455"/>
                  <a:pt x="0" y="12218"/>
                </a:cubicBezTo>
                <a:cubicBezTo>
                  <a:pt x="0" y="17455"/>
                  <a:pt x="0" y="17455"/>
                  <a:pt x="0" y="17455"/>
                </a:cubicBezTo>
                <a:cubicBezTo>
                  <a:pt x="1887" y="17455"/>
                  <a:pt x="1887" y="17455"/>
                  <a:pt x="1887" y="17455"/>
                </a:cubicBezTo>
                <a:cubicBezTo>
                  <a:pt x="1887" y="12218"/>
                  <a:pt x="1887" y="12218"/>
                  <a:pt x="1887" y="12218"/>
                </a:cubicBezTo>
                <a:cubicBezTo>
                  <a:pt x="1887" y="12218"/>
                  <a:pt x="1887" y="12218"/>
                  <a:pt x="1887" y="12218"/>
                </a:cubicBezTo>
                <a:cubicBezTo>
                  <a:pt x="1887" y="6327"/>
                  <a:pt x="6291" y="3273"/>
                  <a:pt x="10905" y="3273"/>
                </a:cubicBezTo>
                <a:cubicBezTo>
                  <a:pt x="15309" y="3273"/>
                  <a:pt x="19713" y="6327"/>
                  <a:pt x="19713" y="12218"/>
                </a:cubicBezTo>
                <a:cubicBezTo>
                  <a:pt x="19713" y="12218"/>
                  <a:pt x="19713" y="12218"/>
                  <a:pt x="19713" y="12218"/>
                </a:cubicBezTo>
                <a:cubicBezTo>
                  <a:pt x="19713" y="17455"/>
                  <a:pt x="19713" y="17455"/>
                  <a:pt x="19713" y="17455"/>
                </a:cubicBezTo>
                <a:cubicBezTo>
                  <a:pt x="21600" y="17455"/>
                  <a:pt x="21600" y="17455"/>
                  <a:pt x="21600" y="17455"/>
                </a:cubicBezTo>
                <a:cubicBezTo>
                  <a:pt x="21600" y="12218"/>
                  <a:pt x="21600" y="12218"/>
                  <a:pt x="21600" y="12218"/>
                </a:cubicBezTo>
                <a:cubicBezTo>
                  <a:pt x="21600" y="5455"/>
                  <a:pt x="17196" y="0"/>
                  <a:pt x="10905" y="0"/>
                </a:cubicBezTo>
                <a:close/>
                <a:moveTo>
                  <a:pt x="5243" y="12873"/>
                </a:moveTo>
                <a:cubicBezTo>
                  <a:pt x="4404" y="12873"/>
                  <a:pt x="3565" y="13745"/>
                  <a:pt x="3565" y="14836"/>
                </a:cubicBezTo>
                <a:cubicBezTo>
                  <a:pt x="3565" y="19636"/>
                  <a:pt x="3565" y="19636"/>
                  <a:pt x="3565" y="19636"/>
                </a:cubicBezTo>
                <a:cubicBezTo>
                  <a:pt x="3565" y="20727"/>
                  <a:pt x="4404" y="21600"/>
                  <a:pt x="5243" y="21600"/>
                </a:cubicBezTo>
                <a:cubicBezTo>
                  <a:pt x="6711" y="21600"/>
                  <a:pt x="6711" y="21600"/>
                  <a:pt x="6711" y="21600"/>
                </a:cubicBezTo>
                <a:cubicBezTo>
                  <a:pt x="6711" y="12873"/>
                  <a:pt x="6711" y="12873"/>
                  <a:pt x="6711" y="12873"/>
                </a:cubicBezTo>
                <a:cubicBezTo>
                  <a:pt x="5243" y="12873"/>
                  <a:pt x="5243" y="12873"/>
                  <a:pt x="5243" y="12873"/>
                </a:cubicBezTo>
                <a:close/>
                <a:moveTo>
                  <a:pt x="16357" y="12873"/>
                </a:moveTo>
                <a:cubicBezTo>
                  <a:pt x="17406" y="12873"/>
                  <a:pt x="18245" y="13745"/>
                  <a:pt x="18245" y="14836"/>
                </a:cubicBezTo>
                <a:cubicBezTo>
                  <a:pt x="18245" y="19636"/>
                  <a:pt x="18245" y="19636"/>
                  <a:pt x="18245" y="19636"/>
                </a:cubicBezTo>
                <a:cubicBezTo>
                  <a:pt x="18245" y="20727"/>
                  <a:pt x="17406" y="21600"/>
                  <a:pt x="16357" y="21600"/>
                </a:cubicBezTo>
                <a:cubicBezTo>
                  <a:pt x="15099" y="21600"/>
                  <a:pt x="15099" y="21600"/>
                  <a:pt x="15099" y="21600"/>
                </a:cubicBezTo>
                <a:cubicBezTo>
                  <a:pt x="15099" y="12873"/>
                  <a:pt x="15099" y="12873"/>
                  <a:pt x="15099" y="12873"/>
                </a:cubicBezTo>
                <a:cubicBezTo>
                  <a:pt x="16357" y="12873"/>
                  <a:pt x="16357" y="12873"/>
                  <a:pt x="16357" y="12873"/>
                </a:cubicBezTo>
                <a:close/>
              </a:path>
            </a:pathLst>
          </a:custGeom>
          <a:solidFill>
            <a:schemeClr val="accent4">
              <a:lumOff val="58054"/>
            </a:schemeClr>
          </a:solidFill>
          <a:ln w="12700">
            <a:miter lim="400000"/>
          </a:ln>
        </p:spPr>
        <p:txBody>
          <a:bodyPr lIns="109727" tIns="109727" rIns="109727" bIns="109727"/>
          <a:lstStyle/>
          <a:p>
            <a:endParaRPr/>
          </a:p>
        </p:txBody>
      </p:sp>
      <p:sp>
        <p:nvSpPr>
          <p:cNvPr id="642" name="Shape"/>
          <p:cNvSpPr/>
          <p:nvPr/>
        </p:nvSpPr>
        <p:spPr>
          <a:xfrm>
            <a:off x="21465435" y="11417227"/>
            <a:ext cx="393528" cy="371947"/>
          </a:xfrm>
          <a:custGeom>
            <a:avLst/>
            <a:gdLst/>
            <a:ahLst/>
            <a:cxnLst>
              <a:cxn ang="0">
                <a:pos x="wd2" y="hd2"/>
              </a:cxn>
              <a:cxn ang="5400000">
                <a:pos x="wd2" y="hd2"/>
              </a:cxn>
              <a:cxn ang="10800000">
                <a:pos x="wd2" y="hd2"/>
              </a:cxn>
              <a:cxn ang="16200000">
                <a:pos x="wd2" y="hd2"/>
              </a:cxn>
            </a:cxnLst>
            <a:rect l="0" t="0" r="r" b="b"/>
            <a:pathLst>
              <a:path w="21151" h="21202" extrusionOk="0">
                <a:moveTo>
                  <a:pt x="11243" y="18802"/>
                </a:moveTo>
                <a:cubicBezTo>
                  <a:pt x="11860" y="20111"/>
                  <a:pt x="11860" y="20111"/>
                  <a:pt x="11860" y="20111"/>
                </a:cubicBezTo>
                <a:cubicBezTo>
                  <a:pt x="10832" y="20766"/>
                  <a:pt x="9598" y="20984"/>
                  <a:pt x="8569" y="21202"/>
                </a:cubicBezTo>
                <a:cubicBezTo>
                  <a:pt x="8363" y="19457"/>
                  <a:pt x="8363" y="19457"/>
                  <a:pt x="8363" y="19457"/>
                </a:cubicBezTo>
                <a:cubicBezTo>
                  <a:pt x="9392" y="19457"/>
                  <a:pt x="10420" y="19238"/>
                  <a:pt x="11243" y="18802"/>
                </a:cubicBezTo>
                <a:close/>
                <a:moveTo>
                  <a:pt x="13918" y="15747"/>
                </a:moveTo>
                <a:cubicBezTo>
                  <a:pt x="15358" y="16620"/>
                  <a:pt x="15358" y="16620"/>
                  <a:pt x="15358" y="16620"/>
                </a:cubicBezTo>
                <a:cubicBezTo>
                  <a:pt x="14740" y="17711"/>
                  <a:pt x="13918" y="18584"/>
                  <a:pt x="13095" y="19457"/>
                </a:cubicBezTo>
                <a:cubicBezTo>
                  <a:pt x="12066" y="18147"/>
                  <a:pt x="12066" y="18147"/>
                  <a:pt x="12066" y="18147"/>
                </a:cubicBezTo>
                <a:cubicBezTo>
                  <a:pt x="12889" y="17493"/>
                  <a:pt x="13506" y="16620"/>
                  <a:pt x="13918" y="15747"/>
                </a:cubicBezTo>
                <a:close/>
                <a:moveTo>
                  <a:pt x="4660" y="18366"/>
                </a:moveTo>
                <a:cubicBezTo>
                  <a:pt x="5483" y="19020"/>
                  <a:pt x="6306" y="19238"/>
                  <a:pt x="7335" y="19457"/>
                </a:cubicBezTo>
                <a:cubicBezTo>
                  <a:pt x="7129" y="20984"/>
                  <a:pt x="7129" y="20984"/>
                  <a:pt x="7129" y="20984"/>
                </a:cubicBezTo>
                <a:cubicBezTo>
                  <a:pt x="5895" y="20984"/>
                  <a:pt x="4866" y="20547"/>
                  <a:pt x="3838" y="19893"/>
                </a:cubicBezTo>
                <a:lnTo>
                  <a:pt x="4660" y="18366"/>
                </a:lnTo>
                <a:close/>
                <a:moveTo>
                  <a:pt x="16180" y="13566"/>
                </a:moveTo>
                <a:cubicBezTo>
                  <a:pt x="16180" y="14220"/>
                  <a:pt x="15975" y="14657"/>
                  <a:pt x="15769" y="15311"/>
                </a:cubicBezTo>
                <a:cubicBezTo>
                  <a:pt x="14329" y="14657"/>
                  <a:pt x="14329" y="14657"/>
                  <a:pt x="14329" y="14657"/>
                </a:cubicBezTo>
                <a:cubicBezTo>
                  <a:pt x="14740" y="14002"/>
                  <a:pt x="14740" y="13129"/>
                  <a:pt x="14740" y="12475"/>
                </a:cubicBezTo>
                <a:cubicBezTo>
                  <a:pt x="14740" y="12475"/>
                  <a:pt x="14740" y="12475"/>
                  <a:pt x="14740" y="12475"/>
                </a:cubicBezTo>
                <a:cubicBezTo>
                  <a:pt x="15152" y="12911"/>
                  <a:pt x="15769" y="13347"/>
                  <a:pt x="16180" y="13566"/>
                </a:cubicBezTo>
                <a:close/>
                <a:moveTo>
                  <a:pt x="4249" y="6802"/>
                </a:moveTo>
                <a:cubicBezTo>
                  <a:pt x="3220" y="5493"/>
                  <a:pt x="3220" y="5493"/>
                  <a:pt x="3220" y="5493"/>
                </a:cubicBezTo>
                <a:cubicBezTo>
                  <a:pt x="3632" y="5057"/>
                  <a:pt x="4249" y="4838"/>
                  <a:pt x="4866" y="4620"/>
                </a:cubicBezTo>
                <a:cubicBezTo>
                  <a:pt x="6718" y="5493"/>
                  <a:pt x="6718" y="5493"/>
                  <a:pt x="6718" y="5493"/>
                </a:cubicBezTo>
                <a:cubicBezTo>
                  <a:pt x="6718" y="5493"/>
                  <a:pt x="6718" y="5493"/>
                  <a:pt x="6718" y="5493"/>
                </a:cubicBezTo>
                <a:cubicBezTo>
                  <a:pt x="5895" y="5711"/>
                  <a:pt x="4866" y="6147"/>
                  <a:pt x="4249" y="6802"/>
                </a:cubicBezTo>
                <a:close/>
                <a:moveTo>
                  <a:pt x="1780" y="10075"/>
                </a:moveTo>
                <a:cubicBezTo>
                  <a:pt x="340" y="9638"/>
                  <a:pt x="340" y="9638"/>
                  <a:pt x="340" y="9638"/>
                </a:cubicBezTo>
                <a:cubicBezTo>
                  <a:pt x="752" y="8329"/>
                  <a:pt x="1369" y="7238"/>
                  <a:pt x="2192" y="6366"/>
                </a:cubicBezTo>
                <a:cubicBezTo>
                  <a:pt x="3426" y="7457"/>
                  <a:pt x="3426" y="7457"/>
                  <a:pt x="3426" y="7457"/>
                </a:cubicBezTo>
                <a:cubicBezTo>
                  <a:pt x="2603" y="8329"/>
                  <a:pt x="2192" y="9202"/>
                  <a:pt x="1780" y="10075"/>
                </a:cubicBezTo>
                <a:close/>
                <a:moveTo>
                  <a:pt x="1780" y="14220"/>
                </a:moveTo>
                <a:cubicBezTo>
                  <a:pt x="340" y="14657"/>
                  <a:pt x="340" y="14657"/>
                  <a:pt x="340" y="14657"/>
                </a:cubicBezTo>
                <a:cubicBezTo>
                  <a:pt x="-71" y="13347"/>
                  <a:pt x="-71" y="12257"/>
                  <a:pt x="135" y="10947"/>
                </a:cubicBezTo>
                <a:cubicBezTo>
                  <a:pt x="1575" y="11166"/>
                  <a:pt x="1575" y="11166"/>
                  <a:pt x="1575" y="11166"/>
                </a:cubicBezTo>
                <a:cubicBezTo>
                  <a:pt x="1369" y="12257"/>
                  <a:pt x="1369" y="13347"/>
                  <a:pt x="1780" y="14220"/>
                </a:cubicBezTo>
                <a:close/>
                <a:moveTo>
                  <a:pt x="3838" y="17711"/>
                </a:moveTo>
                <a:cubicBezTo>
                  <a:pt x="2809" y="19020"/>
                  <a:pt x="2809" y="19020"/>
                  <a:pt x="2809" y="19020"/>
                </a:cubicBezTo>
                <a:cubicBezTo>
                  <a:pt x="1986" y="18147"/>
                  <a:pt x="1163" y="17057"/>
                  <a:pt x="752" y="15966"/>
                </a:cubicBezTo>
                <a:cubicBezTo>
                  <a:pt x="1986" y="15311"/>
                  <a:pt x="1986" y="15311"/>
                  <a:pt x="1986" y="15311"/>
                </a:cubicBezTo>
                <a:cubicBezTo>
                  <a:pt x="2398" y="16184"/>
                  <a:pt x="3015" y="17057"/>
                  <a:pt x="3838" y="17711"/>
                </a:cubicBezTo>
                <a:close/>
                <a:moveTo>
                  <a:pt x="12889" y="7893"/>
                </a:moveTo>
                <a:cubicBezTo>
                  <a:pt x="10626" y="9202"/>
                  <a:pt x="8158" y="10293"/>
                  <a:pt x="7540" y="10729"/>
                </a:cubicBezTo>
                <a:cubicBezTo>
                  <a:pt x="7335" y="10729"/>
                  <a:pt x="7129" y="10729"/>
                  <a:pt x="6923" y="10729"/>
                </a:cubicBezTo>
                <a:cubicBezTo>
                  <a:pt x="6100" y="10729"/>
                  <a:pt x="5278" y="9638"/>
                  <a:pt x="5278" y="9638"/>
                </a:cubicBezTo>
                <a:cubicBezTo>
                  <a:pt x="10626" y="6802"/>
                  <a:pt x="10626" y="6802"/>
                  <a:pt x="10626" y="6802"/>
                </a:cubicBezTo>
                <a:lnTo>
                  <a:pt x="12889" y="7893"/>
                </a:lnTo>
                <a:close/>
                <a:moveTo>
                  <a:pt x="13918" y="6802"/>
                </a:moveTo>
                <a:cubicBezTo>
                  <a:pt x="13506" y="6802"/>
                  <a:pt x="13300" y="6584"/>
                  <a:pt x="13300" y="6147"/>
                </a:cubicBezTo>
                <a:cubicBezTo>
                  <a:pt x="13300" y="5929"/>
                  <a:pt x="13506" y="5711"/>
                  <a:pt x="13918" y="5711"/>
                </a:cubicBezTo>
                <a:cubicBezTo>
                  <a:pt x="14123" y="5711"/>
                  <a:pt x="14329" y="5929"/>
                  <a:pt x="14329" y="6147"/>
                </a:cubicBezTo>
                <a:cubicBezTo>
                  <a:pt x="14329" y="6584"/>
                  <a:pt x="14123" y="6802"/>
                  <a:pt x="13918" y="6802"/>
                </a:cubicBezTo>
                <a:close/>
                <a:moveTo>
                  <a:pt x="17620" y="1566"/>
                </a:moveTo>
                <a:cubicBezTo>
                  <a:pt x="18443" y="1129"/>
                  <a:pt x="19472" y="1347"/>
                  <a:pt x="19678" y="2220"/>
                </a:cubicBezTo>
                <a:cubicBezTo>
                  <a:pt x="20089" y="2875"/>
                  <a:pt x="19678" y="3747"/>
                  <a:pt x="18855" y="4184"/>
                </a:cubicBezTo>
                <a:cubicBezTo>
                  <a:pt x="18032" y="4620"/>
                  <a:pt x="17003" y="4402"/>
                  <a:pt x="16798" y="3747"/>
                </a:cubicBezTo>
                <a:cubicBezTo>
                  <a:pt x="16386" y="2875"/>
                  <a:pt x="16798" y="2002"/>
                  <a:pt x="17620" y="1566"/>
                </a:cubicBezTo>
                <a:close/>
                <a:moveTo>
                  <a:pt x="16798" y="8984"/>
                </a:moveTo>
                <a:cubicBezTo>
                  <a:pt x="17209" y="8329"/>
                  <a:pt x="18032" y="8111"/>
                  <a:pt x="18855" y="8547"/>
                </a:cubicBezTo>
                <a:cubicBezTo>
                  <a:pt x="19678" y="8766"/>
                  <a:pt x="20089" y="9857"/>
                  <a:pt x="19678" y="10511"/>
                </a:cubicBezTo>
                <a:cubicBezTo>
                  <a:pt x="19472" y="11166"/>
                  <a:pt x="18443" y="11384"/>
                  <a:pt x="17620" y="10947"/>
                </a:cubicBezTo>
                <a:cubicBezTo>
                  <a:pt x="16798" y="10729"/>
                  <a:pt x="16386" y="9638"/>
                  <a:pt x="16798" y="8984"/>
                </a:cubicBezTo>
                <a:close/>
                <a:moveTo>
                  <a:pt x="17003" y="12257"/>
                </a:moveTo>
                <a:cubicBezTo>
                  <a:pt x="18649" y="13129"/>
                  <a:pt x="20295" y="12475"/>
                  <a:pt x="20912" y="11166"/>
                </a:cubicBezTo>
                <a:cubicBezTo>
                  <a:pt x="21529" y="9638"/>
                  <a:pt x="20912" y="7893"/>
                  <a:pt x="19472" y="7238"/>
                </a:cubicBezTo>
                <a:cubicBezTo>
                  <a:pt x="18443" y="6584"/>
                  <a:pt x="17620" y="7020"/>
                  <a:pt x="16592" y="6584"/>
                </a:cubicBezTo>
                <a:cubicBezTo>
                  <a:pt x="16386" y="6366"/>
                  <a:pt x="16180" y="6366"/>
                  <a:pt x="16180" y="6366"/>
                </a:cubicBezTo>
                <a:cubicBezTo>
                  <a:pt x="16180" y="6147"/>
                  <a:pt x="16386" y="6147"/>
                  <a:pt x="16592" y="6147"/>
                </a:cubicBezTo>
                <a:cubicBezTo>
                  <a:pt x="17620" y="5493"/>
                  <a:pt x="18238" y="5929"/>
                  <a:pt x="19472" y="5493"/>
                </a:cubicBezTo>
                <a:cubicBezTo>
                  <a:pt x="20912" y="4620"/>
                  <a:pt x="21529" y="2875"/>
                  <a:pt x="20912" y="1566"/>
                </a:cubicBezTo>
                <a:cubicBezTo>
                  <a:pt x="20295" y="257"/>
                  <a:pt x="18443" y="-398"/>
                  <a:pt x="17003" y="257"/>
                </a:cubicBezTo>
                <a:cubicBezTo>
                  <a:pt x="15769" y="911"/>
                  <a:pt x="15152" y="2438"/>
                  <a:pt x="15358" y="3747"/>
                </a:cubicBezTo>
                <a:cubicBezTo>
                  <a:pt x="15563" y="4402"/>
                  <a:pt x="15152" y="4620"/>
                  <a:pt x="14740" y="4838"/>
                </a:cubicBezTo>
                <a:cubicBezTo>
                  <a:pt x="13918" y="5275"/>
                  <a:pt x="13918" y="5275"/>
                  <a:pt x="13918" y="5275"/>
                </a:cubicBezTo>
                <a:cubicBezTo>
                  <a:pt x="11449" y="3966"/>
                  <a:pt x="8363" y="2438"/>
                  <a:pt x="7540" y="2002"/>
                </a:cubicBezTo>
                <a:cubicBezTo>
                  <a:pt x="7335" y="1784"/>
                  <a:pt x="7335" y="1784"/>
                  <a:pt x="7129" y="1784"/>
                </a:cubicBezTo>
                <a:cubicBezTo>
                  <a:pt x="6100" y="1784"/>
                  <a:pt x="5278" y="2875"/>
                  <a:pt x="5278" y="2875"/>
                </a:cubicBezTo>
                <a:cubicBezTo>
                  <a:pt x="14740" y="7675"/>
                  <a:pt x="14740" y="7675"/>
                  <a:pt x="14740" y="7675"/>
                </a:cubicBezTo>
                <a:cubicBezTo>
                  <a:pt x="15152" y="8111"/>
                  <a:pt x="15563" y="8111"/>
                  <a:pt x="15358" y="8984"/>
                </a:cubicBezTo>
                <a:cubicBezTo>
                  <a:pt x="15152" y="10293"/>
                  <a:pt x="15769" y="11602"/>
                  <a:pt x="17003" y="12257"/>
                </a:cubicBezTo>
                <a:close/>
              </a:path>
            </a:pathLst>
          </a:custGeom>
          <a:solidFill>
            <a:schemeClr val="accent4">
              <a:lumOff val="58054"/>
            </a:schemeClr>
          </a:solidFill>
          <a:ln w="12700">
            <a:miter lim="400000"/>
          </a:ln>
        </p:spPr>
        <p:txBody>
          <a:bodyPr lIns="109727" tIns="109727" rIns="109727" bIns="109727"/>
          <a:lstStyle/>
          <a:p>
            <a:endParaRPr/>
          </a:p>
        </p:txBody>
      </p:sp>
      <p:sp>
        <p:nvSpPr>
          <p:cNvPr id="643" name="Shape"/>
          <p:cNvSpPr/>
          <p:nvPr/>
        </p:nvSpPr>
        <p:spPr>
          <a:xfrm>
            <a:off x="21464122" y="6660646"/>
            <a:ext cx="401891" cy="321509"/>
          </a:xfrm>
          <a:custGeom>
            <a:avLst/>
            <a:gdLst/>
            <a:ahLst/>
            <a:cxnLst>
              <a:cxn ang="0">
                <a:pos x="wd2" y="hd2"/>
              </a:cxn>
              <a:cxn ang="5400000">
                <a:pos x="wd2" y="hd2"/>
              </a:cxn>
              <a:cxn ang="10800000">
                <a:pos x="wd2" y="hd2"/>
              </a:cxn>
              <a:cxn ang="16200000">
                <a:pos x="wd2" y="hd2"/>
              </a:cxn>
            </a:cxnLst>
            <a:rect l="0" t="0" r="r" b="b"/>
            <a:pathLst>
              <a:path w="21600" h="21600" extrusionOk="0">
                <a:moveTo>
                  <a:pt x="20132" y="4684"/>
                </a:moveTo>
                <a:cubicBezTo>
                  <a:pt x="20132" y="19778"/>
                  <a:pt x="20132" y="19778"/>
                  <a:pt x="20132" y="19778"/>
                </a:cubicBezTo>
                <a:cubicBezTo>
                  <a:pt x="1678" y="19778"/>
                  <a:pt x="1678" y="19778"/>
                  <a:pt x="1678" y="19778"/>
                </a:cubicBezTo>
                <a:cubicBezTo>
                  <a:pt x="1678" y="6506"/>
                  <a:pt x="1678" y="6506"/>
                  <a:pt x="1678" y="6506"/>
                </a:cubicBezTo>
                <a:cubicBezTo>
                  <a:pt x="14470" y="6506"/>
                  <a:pt x="14470" y="6506"/>
                  <a:pt x="14470" y="6506"/>
                </a:cubicBezTo>
                <a:cubicBezTo>
                  <a:pt x="14470" y="4684"/>
                  <a:pt x="14470" y="4684"/>
                  <a:pt x="14470" y="4684"/>
                </a:cubicBezTo>
                <a:cubicBezTo>
                  <a:pt x="0" y="4684"/>
                  <a:pt x="0" y="4684"/>
                  <a:pt x="0" y="4684"/>
                </a:cubicBezTo>
                <a:cubicBezTo>
                  <a:pt x="0" y="21600"/>
                  <a:pt x="0" y="21600"/>
                  <a:pt x="0" y="21600"/>
                </a:cubicBezTo>
                <a:cubicBezTo>
                  <a:pt x="21600" y="21600"/>
                  <a:pt x="21600" y="21600"/>
                  <a:pt x="21600" y="21600"/>
                </a:cubicBezTo>
                <a:cubicBezTo>
                  <a:pt x="21600" y="4684"/>
                  <a:pt x="21600" y="4684"/>
                  <a:pt x="21600" y="4684"/>
                </a:cubicBezTo>
                <a:lnTo>
                  <a:pt x="20132" y="4684"/>
                </a:lnTo>
                <a:close/>
                <a:moveTo>
                  <a:pt x="18664" y="12231"/>
                </a:moveTo>
                <a:cubicBezTo>
                  <a:pt x="17196" y="10410"/>
                  <a:pt x="17196" y="10410"/>
                  <a:pt x="17196" y="10410"/>
                </a:cubicBezTo>
                <a:cubicBezTo>
                  <a:pt x="15728" y="12231"/>
                  <a:pt x="15728" y="12231"/>
                  <a:pt x="15728" y="12231"/>
                </a:cubicBezTo>
                <a:cubicBezTo>
                  <a:pt x="15728" y="4684"/>
                  <a:pt x="15728" y="4684"/>
                  <a:pt x="15728" y="4684"/>
                </a:cubicBezTo>
                <a:cubicBezTo>
                  <a:pt x="18664" y="4684"/>
                  <a:pt x="18664" y="4684"/>
                  <a:pt x="18664" y="4684"/>
                </a:cubicBezTo>
                <a:lnTo>
                  <a:pt x="18664" y="12231"/>
                </a:lnTo>
                <a:close/>
                <a:moveTo>
                  <a:pt x="7969" y="3383"/>
                </a:moveTo>
                <a:cubicBezTo>
                  <a:pt x="7969" y="2082"/>
                  <a:pt x="7969" y="2082"/>
                  <a:pt x="7969" y="2082"/>
                </a:cubicBezTo>
                <a:cubicBezTo>
                  <a:pt x="7969" y="1822"/>
                  <a:pt x="8179" y="1822"/>
                  <a:pt x="8388" y="1822"/>
                </a:cubicBezTo>
                <a:cubicBezTo>
                  <a:pt x="13421" y="1822"/>
                  <a:pt x="13421" y="1822"/>
                  <a:pt x="13421" y="1822"/>
                </a:cubicBezTo>
                <a:cubicBezTo>
                  <a:pt x="13421" y="1822"/>
                  <a:pt x="13631" y="1822"/>
                  <a:pt x="13631" y="2082"/>
                </a:cubicBezTo>
                <a:cubicBezTo>
                  <a:pt x="13631" y="3383"/>
                  <a:pt x="13631" y="3383"/>
                  <a:pt x="13631" y="3383"/>
                </a:cubicBezTo>
                <a:cubicBezTo>
                  <a:pt x="15309" y="3383"/>
                  <a:pt x="15309" y="3383"/>
                  <a:pt x="15309" y="3383"/>
                </a:cubicBezTo>
                <a:cubicBezTo>
                  <a:pt x="15309" y="1301"/>
                  <a:pt x="15309" y="1301"/>
                  <a:pt x="15309" y="1301"/>
                </a:cubicBezTo>
                <a:cubicBezTo>
                  <a:pt x="15309" y="520"/>
                  <a:pt x="14680" y="0"/>
                  <a:pt x="14050" y="0"/>
                </a:cubicBezTo>
                <a:cubicBezTo>
                  <a:pt x="7550" y="0"/>
                  <a:pt x="7550" y="0"/>
                  <a:pt x="7550" y="0"/>
                </a:cubicBezTo>
                <a:cubicBezTo>
                  <a:pt x="6920" y="0"/>
                  <a:pt x="6501" y="520"/>
                  <a:pt x="6501" y="1301"/>
                </a:cubicBezTo>
                <a:cubicBezTo>
                  <a:pt x="6501" y="3383"/>
                  <a:pt x="6501" y="3383"/>
                  <a:pt x="6501" y="3383"/>
                </a:cubicBezTo>
                <a:lnTo>
                  <a:pt x="7969" y="3383"/>
                </a:lnTo>
                <a:close/>
              </a:path>
            </a:pathLst>
          </a:custGeom>
          <a:solidFill>
            <a:schemeClr val="accent4">
              <a:lumOff val="58054"/>
            </a:schemeClr>
          </a:solidFill>
          <a:ln w="12700">
            <a:miter lim="400000"/>
          </a:ln>
        </p:spPr>
        <p:txBody>
          <a:bodyPr lIns="109727" tIns="109727" rIns="109727" bIns="109727"/>
          <a:lstStyle/>
          <a:p>
            <a:endParaRPr/>
          </a:p>
        </p:txBody>
      </p:sp>
      <p:sp>
        <p:nvSpPr>
          <p:cNvPr id="644" name="Shape"/>
          <p:cNvSpPr/>
          <p:nvPr/>
        </p:nvSpPr>
        <p:spPr>
          <a:xfrm>
            <a:off x="2613990" y="12355865"/>
            <a:ext cx="353473" cy="386613"/>
          </a:xfrm>
          <a:custGeom>
            <a:avLst/>
            <a:gdLst/>
            <a:ahLst/>
            <a:cxnLst>
              <a:cxn ang="0">
                <a:pos x="wd2" y="hd2"/>
              </a:cxn>
              <a:cxn ang="5400000">
                <a:pos x="wd2" y="hd2"/>
              </a:cxn>
              <a:cxn ang="10800000">
                <a:pos x="wd2" y="hd2"/>
              </a:cxn>
              <a:cxn ang="16200000">
                <a:pos x="wd2" y="hd2"/>
              </a:cxn>
            </a:cxnLst>
            <a:rect l="0" t="0" r="r" b="b"/>
            <a:pathLst>
              <a:path w="21600" h="21600" extrusionOk="0">
                <a:moveTo>
                  <a:pt x="10800" y="2936"/>
                </a:moveTo>
                <a:cubicBezTo>
                  <a:pt x="10111" y="2936"/>
                  <a:pt x="9651" y="3355"/>
                  <a:pt x="9651" y="3984"/>
                </a:cubicBezTo>
                <a:cubicBezTo>
                  <a:pt x="9651" y="4404"/>
                  <a:pt x="10111" y="4823"/>
                  <a:pt x="10800" y="4823"/>
                </a:cubicBezTo>
                <a:cubicBezTo>
                  <a:pt x="11260" y="4823"/>
                  <a:pt x="11719" y="4404"/>
                  <a:pt x="11719" y="3984"/>
                </a:cubicBezTo>
                <a:cubicBezTo>
                  <a:pt x="11719" y="3355"/>
                  <a:pt x="11260" y="2936"/>
                  <a:pt x="10800" y="2936"/>
                </a:cubicBezTo>
                <a:close/>
                <a:moveTo>
                  <a:pt x="10800" y="5872"/>
                </a:moveTo>
                <a:cubicBezTo>
                  <a:pt x="9651" y="5872"/>
                  <a:pt x="8502" y="5033"/>
                  <a:pt x="8502" y="3984"/>
                </a:cubicBezTo>
                <a:cubicBezTo>
                  <a:pt x="8502" y="2726"/>
                  <a:pt x="9651" y="1887"/>
                  <a:pt x="10800" y="1887"/>
                </a:cubicBezTo>
                <a:cubicBezTo>
                  <a:pt x="11949" y="1887"/>
                  <a:pt x="12868" y="2726"/>
                  <a:pt x="12868" y="3984"/>
                </a:cubicBezTo>
                <a:cubicBezTo>
                  <a:pt x="12868" y="5033"/>
                  <a:pt x="11949" y="5872"/>
                  <a:pt x="10800" y="5872"/>
                </a:cubicBezTo>
                <a:close/>
                <a:moveTo>
                  <a:pt x="2298" y="15938"/>
                </a:moveTo>
                <a:cubicBezTo>
                  <a:pt x="4366" y="18664"/>
                  <a:pt x="7123" y="20551"/>
                  <a:pt x="10800" y="20551"/>
                </a:cubicBezTo>
                <a:cubicBezTo>
                  <a:pt x="14477" y="20551"/>
                  <a:pt x="17234" y="18664"/>
                  <a:pt x="19302" y="15938"/>
                </a:cubicBezTo>
                <a:cubicBezTo>
                  <a:pt x="20451" y="16357"/>
                  <a:pt x="20451" y="16357"/>
                  <a:pt x="20451" y="16357"/>
                </a:cubicBezTo>
                <a:cubicBezTo>
                  <a:pt x="20451" y="13002"/>
                  <a:pt x="20451" y="13002"/>
                  <a:pt x="20451" y="13002"/>
                </a:cubicBezTo>
                <a:cubicBezTo>
                  <a:pt x="17234" y="14680"/>
                  <a:pt x="17234" y="14680"/>
                  <a:pt x="17234" y="14680"/>
                </a:cubicBezTo>
                <a:cubicBezTo>
                  <a:pt x="18383" y="15309"/>
                  <a:pt x="18383" y="15309"/>
                  <a:pt x="18383" y="15309"/>
                </a:cubicBezTo>
                <a:cubicBezTo>
                  <a:pt x="16085" y="18245"/>
                  <a:pt x="14247" y="19083"/>
                  <a:pt x="11260" y="19503"/>
                </a:cubicBezTo>
                <a:cubicBezTo>
                  <a:pt x="11260" y="9437"/>
                  <a:pt x="11260" y="9437"/>
                  <a:pt x="11260" y="9437"/>
                </a:cubicBezTo>
                <a:cubicBezTo>
                  <a:pt x="11260" y="7969"/>
                  <a:pt x="12179" y="7130"/>
                  <a:pt x="12868" y="6291"/>
                </a:cubicBezTo>
                <a:cubicBezTo>
                  <a:pt x="13328" y="5662"/>
                  <a:pt x="14017" y="5033"/>
                  <a:pt x="14017" y="3984"/>
                </a:cubicBezTo>
                <a:cubicBezTo>
                  <a:pt x="14017" y="2307"/>
                  <a:pt x="12409" y="1049"/>
                  <a:pt x="10800" y="1049"/>
                </a:cubicBezTo>
                <a:cubicBezTo>
                  <a:pt x="8962" y="1049"/>
                  <a:pt x="7583" y="2307"/>
                  <a:pt x="7583" y="3984"/>
                </a:cubicBezTo>
                <a:cubicBezTo>
                  <a:pt x="7583" y="5033"/>
                  <a:pt x="8043" y="5662"/>
                  <a:pt x="8732" y="6291"/>
                </a:cubicBezTo>
                <a:cubicBezTo>
                  <a:pt x="9421" y="7130"/>
                  <a:pt x="10340" y="7969"/>
                  <a:pt x="10340" y="9437"/>
                </a:cubicBezTo>
                <a:cubicBezTo>
                  <a:pt x="10340" y="19503"/>
                  <a:pt x="10340" y="19503"/>
                  <a:pt x="10340" y="19503"/>
                </a:cubicBezTo>
                <a:cubicBezTo>
                  <a:pt x="7353" y="19083"/>
                  <a:pt x="5515" y="18245"/>
                  <a:pt x="3217" y="15309"/>
                </a:cubicBezTo>
                <a:cubicBezTo>
                  <a:pt x="4366" y="14680"/>
                  <a:pt x="4366" y="14680"/>
                  <a:pt x="4366" y="14680"/>
                </a:cubicBezTo>
                <a:cubicBezTo>
                  <a:pt x="1149" y="13002"/>
                  <a:pt x="1149" y="13002"/>
                  <a:pt x="1149" y="13002"/>
                </a:cubicBezTo>
                <a:cubicBezTo>
                  <a:pt x="1149" y="16357"/>
                  <a:pt x="1149" y="16357"/>
                  <a:pt x="1149" y="16357"/>
                </a:cubicBezTo>
                <a:lnTo>
                  <a:pt x="2298" y="15938"/>
                </a:lnTo>
                <a:close/>
                <a:moveTo>
                  <a:pt x="10800" y="21600"/>
                </a:moveTo>
                <a:cubicBezTo>
                  <a:pt x="7123" y="21600"/>
                  <a:pt x="4136" y="19922"/>
                  <a:pt x="1838" y="17196"/>
                </a:cubicBezTo>
                <a:cubicBezTo>
                  <a:pt x="0" y="18245"/>
                  <a:pt x="0" y="18245"/>
                  <a:pt x="0" y="18245"/>
                </a:cubicBezTo>
                <a:cubicBezTo>
                  <a:pt x="0" y="11115"/>
                  <a:pt x="0" y="11115"/>
                  <a:pt x="0" y="11115"/>
                </a:cubicBezTo>
                <a:cubicBezTo>
                  <a:pt x="6664" y="14680"/>
                  <a:pt x="6664" y="14680"/>
                  <a:pt x="6664" y="14680"/>
                </a:cubicBezTo>
                <a:cubicBezTo>
                  <a:pt x="4826" y="15728"/>
                  <a:pt x="4826" y="15728"/>
                  <a:pt x="4826" y="15728"/>
                </a:cubicBezTo>
                <a:cubicBezTo>
                  <a:pt x="5974" y="16986"/>
                  <a:pt x="7583" y="17825"/>
                  <a:pt x="9191" y="18245"/>
                </a:cubicBezTo>
                <a:cubicBezTo>
                  <a:pt x="9191" y="9437"/>
                  <a:pt x="9191" y="9437"/>
                  <a:pt x="9191" y="9437"/>
                </a:cubicBezTo>
                <a:cubicBezTo>
                  <a:pt x="9191" y="8388"/>
                  <a:pt x="8502" y="7759"/>
                  <a:pt x="7813" y="6920"/>
                </a:cubicBezTo>
                <a:cubicBezTo>
                  <a:pt x="7123" y="6291"/>
                  <a:pt x="6434" y="5452"/>
                  <a:pt x="6434" y="3984"/>
                </a:cubicBezTo>
                <a:cubicBezTo>
                  <a:pt x="6434" y="1678"/>
                  <a:pt x="8272" y="0"/>
                  <a:pt x="10800" y="0"/>
                </a:cubicBezTo>
                <a:cubicBezTo>
                  <a:pt x="13098" y="0"/>
                  <a:pt x="15166" y="1678"/>
                  <a:pt x="15166" y="3984"/>
                </a:cubicBezTo>
                <a:cubicBezTo>
                  <a:pt x="15166" y="5452"/>
                  <a:pt x="14247" y="6291"/>
                  <a:pt x="13557" y="6920"/>
                </a:cubicBezTo>
                <a:cubicBezTo>
                  <a:pt x="13098" y="7759"/>
                  <a:pt x="12409" y="8388"/>
                  <a:pt x="12409" y="9437"/>
                </a:cubicBezTo>
                <a:cubicBezTo>
                  <a:pt x="12409" y="18245"/>
                  <a:pt x="12409" y="18245"/>
                  <a:pt x="12409" y="18245"/>
                </a:cubicBezTo>
                <a:cubicBezTo>
                  <a:pt x="14017" y="17825"/>
                  <a:pt x="15396" y="16986"/>
                  <a:pt x="16774" y="15728"/>
                </a:cubicBezTo>
                <a:cubicBezTo>
                  <a:pt x="14936" y="14680"/>
                  <a:pt x="14936" y="14680"/>
                  <a:pt x="14936" y="14680"/>
                </a:cubicBezTo>
                <a:cubicBezTo>
                  <a:pt x="21600" y="11115"/>
                  <a:pt x="21600" y="11115"/>
                  <a:pt x="21600" y="11115"/>
                </a:cubicBezTo>
                <a:cubicBezTo>
                  <a:pt x="21600" y="18245"/>
                  <a:pt x="21600" y="18245"/>
                  <a:pt x="21600" y="18245"/>
                </a:cubicBezTo>
                <a:cubicBezTo>
                  <a:pt x="19532" y="17196"/>
                  <a:pt x="19532" y="17196"/>
                  <a:pt x="19532" y="17196"/>
                </a:cubicBezTo>
                <a:cubicBezTo>
                  <a:pt x="17464" y="19922"/>
                  <a:pt x="14247" y="21600"/>
                  <a:pt x="10800" y="21600"/>
                </a:cubicBezTo>
                <a:close/>
              </a:path>
            </a:pathLst>
          </a:custGeom>
          <a:solidFill>
            <a:schemeClr val="accent4">
              <a:lumOff val="58054"/>
            </a:schemeClr>
          </a:solidFill>
          <a:ln w="12700">
            <a:miter lim="400000"/>
          </a:ln>
        </p:spPr>
        <p:txBody>
          <a:bodyPr lIns="109727" tIns="109727" rIns="109727" bIns="109727"/>
          <a:lstStyle/>
          <a:p>
            <a:endParaRPr/>
          </a:p>
        </p:txBody>
      </p:sp>
      <p:sp>
        <p:nvSpPr>
          <p:cNvPr id="645" name="Shape"/>
          <p:cNvSpPr/>
          <p:nvPr/>
        </p:nvSpPr>
        <p:spPr>
          <a:xfrm>
            <a:off x="7572251" y="12355865"/>
            <a:ext cx="353473" cy="386613"/>
          </a:xfrm>
          <a:custGeom>
            <a:avLst/>
            <a:gdLst/>
            <a:ahLst/>
            <a:cxnLst>
              <a:cxn ang="0">
                <a:pos x="wd2" y="hd2"/>
              </a:cxn>
              <a:cxn ang="5400000">
                <a:pos x="wd2" y="hd2"/>
              </a:cxn>
              <a:cxn ang="10800000">
                <a:pos x="wd2" y="hd2"/>
              </a:cxn>
              <a:cxn ang="16200000">
                <a:pos x="wd2" y="hd2"/>
              </a:cxn>
            </a:cxnLst>
            <a:rect l="0" t="0" r="r" b="b"/>
            <a:pathLst>
              <a:path w="21600" h="21600" extrusionOk="0">
                <a:moveTo>
                  <a:pt x="17550" y="0"/>
                </a:moveTo>
                <a:lnTo>
                  <a:pt x="8775" y="8640"/>
                </a:lnTo>
                <a:lnTo>
                  <a:pt x="12150" y="11726"/>
                </a:lnTo>
                <a:lnTo>
                  <a:pt x="21600" y="3703"/>
                </a:lnTo>
                <a:lnTo>
                  <a:pt x="17550" y="0"/>
                </a:lnTo>
                <a:close/>
                <a:moveTo>
                  <a:pt x="6075" y="14194"/>
                </a:moveTo>
                <a:lnTo>
                  <a:pt x="11475" y="12960"/>
                </a:lnTo>
                <a:lnTo>
                  <a:pt x="7425" y="9257"/>
                </a:lnTo>
                <a:lnTo>
                  <a:pt x="6075" y="14194"/>
                </a:lnTo>
                <a:close/>
                <a:moveTo>
                  <a:pt x="18900" y="8640"/>
                </a:moveTo>
                <a:lnTo>
                  <a:pt x="18900" y="17897"/>
                </a:lnTo>
                <a:lnTo>
                  <a:pt x="14850" y="21600"/>
                </a:lnTo>
                <a:lnTo>
                  <a:pt x="0" y="21600"/>
                </a:lnTo>
                <a:lnTo>
                  <a:pt x="0" y="1234"/>
                </a:lnTo>
                <a:lnTo>
                  <a:pt x="12825" y="1234"/>
                </a:lnTo>
                <a:lnTo>
                  <a:pt x="10800" y="3703"/>
                </a:lnTo>
                <a:lnTo>
                  <a:pt x="2700" y="3703"/>
                </a:lnTo>
                <a:lnTo>
                  <a:pt x="2700" y="19749"/>
                </a:lnTo>
                <a:lnTo>
                  <a:pt x="13500" y="19749"/>
                </a:lnTo>
                <a:lnTo>
                  <a:pt x="13500" y="16663"/>
                </a:lnTo>
                <a:lnTo>
                  <a:pt x="16875" y="16663"/>
                </a:lnTo>
                <a:lnTo>
                  <a:pt x="16875" y="11109"/>
                </a:lnTo>
                <a:lnTo>
                  <a:pt x="18900" y="8640"/>
                </a:lnTo>
                <a:close/>
              </a:path>
            </a:pathLst>
          </a:custGeom>
          <a:solidFill>
            <a:schemeClr val="accent4">
              <a:lumOff val="58054"/>
            </a:schemeClr>
          </a:solidFill>
          <a:ln w="12700">
            <a:miter lim="400000"/>
          </a:ln>
        </p:spPr>
        <p:txBody>
          <a:bodyPr lIns="109727" tIns="109727" rIns="109727" bIns="109727"/>
          <a:lstStyle/>
          <a:p>
            <a:endParaRPr/>
          </a:p>
        </p:txBody>
      </p:sp>
      <p:sp>
        <p:nvSpPr>
          <p:cNvPr id="646" name="Shape"/>
          <p:cNvSpPr/>
          <p:nvPr/>
        </p:nvSpPr>
        <p:spPr>
          <a:xfrm>
            <a:off x="8511750" y="12355865"/>
            <a:ext cx="386612" cy="386613"/>
          </a:xfrm>
          <a:custGeom>
            <a:avLst/>
            <a:gdLst/>
            <a:ahLst/>
            <a:cxnLst>
              <a:cxn ang="0">
                <a:pos x="wd2" y="hd2"/>
              </a:cxn>
              <a:cxn ang="5400000">
                <a:pos x="wd2" y="hd2"/>
              </a:cxn>
              <a:cxn ang="10800000">
                <a:pos x="wd2" y="hd2"/>
              </a:cxn>
              <a:cxn ang="16200000">
                <a:pos x="wd2" y="hd2"/>
              </a:cxn>
            </a:cxnLst>
            <a:rect l="0" t="0" r="r" b="b"/>
            <a:pathLst>
              <a:path w="21600" h="21600" extrusionOk="0">
                <a:moveTo>
                  <a:pt x="4404" y="10066"/>
                </a:moveTo>
                <a:cubicBezTo>
                  <a:pt x="9437" y="7550"/>
                  <a:pt x="9437" y="7550"/>
                  <a:pt x="9437" y="7550"/>
                </a:cubicBezTo>
                <a:cubicBezTo>
                  <a:pt x="9437" y="9017"/>
                  <a:pt x="9437" y="9017"/>
                  <a:pt x="9437" y="9017"/>
                </a:cubicBezTo>
                <a:cubicBezTo>
                  <a:pt x="6291" y="10695"/>
                  <a:pt x="6291" y="10695"/>
                  <a:pt x="6291" y="10695"/>
                </a:cubicBezTo>
                <a:cubicBezTo>
                  <a:pt x="9437" y="12373"/>
                  <a:pt x="9437" y="12373"/>
                  <a:pt x="9437" y="12373"/>
                </a:cubicBezTo>
                <a:cubicBezTo>
                  <a:pt x="9437" y="14050"/>
                  <a:pt x="9437" y="14050"/>
                  <a:pt x="9437" y="14050"/>
                </a:cubicBezTo>
                <a:cubicBezTo>
                  <a:pt x="4404" y="11324"/>
                  <a:pt x="4404" y="11324"/>
                  <a:pt x="4404" y="11324"/>
                </a:cubicBezTo>
                <a:lnTo>
                  <a:pt x="4404" y="10066"/>
                </a:lnTo>
                <a:close/>
                <a:moveTo>
                  <a:pt x="17196" y="11324"/>
                </a:moveTo>
                <a:cubicBezTo>
                  <a:pt x="12163" y="14050"/>
                  <a:pt x="12163" y="14050"/>
                  <a:pt x="12163" y="14050"/>
                </a:cubicBezTo>
                <a:cubicBezTo>
                  <a:pt x="12163" y="12373"/>
                  <a:pt x="12163" y="12373"/>
                  <a:pt x="12163" y="12373"/>
                </a:cubicBezTo>
                <a:cubicBezTo>
                  <a:pt x="15518" y="10695"/>
                  <a:pt x="15518" y="10695"/>
                  <a:pt x="15518" y="10695"/>
                </a:cubicBezTo>
                <a:cubicBezTo>
                  <a:pt x="12163" y="9017"/>
                  <a:pt x="12163" y="9017"/>
                  <a:pt x="12163" y="9017"/>
                </a:cubicBezTo>
                <a:cubicBezTo>
                  <a:pt x="12163" y="7550"/>
                  <a:pt x="12163" y="7550"/>
                  <a:pt x="12163" y="7550"/>
                </a:cubicBezTo>
                <a:cubicBezTo>
                  <a:pt x="17196" y="10066"/>
                  <a:pt x="17196" y="10066"/>
                  <a:pt x="17196" y="10066"/>
                </a:cubicBezTo>
                <a:lnTo>
                  <a:pt x="17196" y="11324"/>
                </a:lnTo>
                <a:close/>
                <a:moveTo>
                  <a:pt x="10905" y="0"/>
                </a:moveTo>
                <a:cubicBezTo>
                  <a:pt x="4823" y="0"/>
                  <a:pt x="0" y="4823"/>
                  <a:pt x="0" y="10695"/>
                </a:cubicBezTo>
                <a:cubicBezTo>
                  <a:pt x="0" y="16777"/>
                  <a:pt x="4823" y="21600"/>
                  <a:pt x="10905" y="21600"/>
                </a:cubicBezTo>
                <a:cubicBezTo>
                  <a:pt x="16777" y="21600"/>
                  <a:pt x="21600" y="16777"/>
                  <a:pt x="21600" y="10695"/>
                </a:cubicBezTo>
                <a:cubicBezTo>
                  <a:pt x="21600" y="4823"/>
                  <a:pt x="16777" y="0"/>
                  <a:pt x="10905" y="0"/>
                </a:cubicBezTo>
                <a:close/>
                <a:moveTo>
                  <a:pt x="10905" y="2097"/>
                </a:moveTo>
                <a:cubicBezTo>
                  <a:pt x="13212" y="2097"/>
                  <a:pt x="15309" y="2936"/>
                  <a:pt x="16986" y="4614"/>
                </a:cubicBezTo>
                <a:cubicBezTo>
                  <a:pt x="18664" y="6291"/>
                  <a:pt x="19503" y="8388"/>
                  <a:pt x="19503" y="10695"/>
                </a:cubicBezTo>
                <a:cubicBezTo>
                  <a:pt x="19503" y="13002"/>
                  <a:pt x="18664" y="15309"/>
                  <a:pt x="16986" y="16986"/>
                </a:cubicBezTo>
                <a:cubicBezTo>
                  <a:pt x="15309" y="18454"/>
                  <a:pt x="13212" y="19503"/>
                  <a:pt x="10905" y="19503"/>
                </a:cubicBezTo>
                <a:cubicBezTo>
                  <a:pt x="8388" y="19503"/>
                  <a:pt x="6291" y="18454"/>
                  <a:pt x="4614" y="16986"/>
                </a:cubicBezTo>
                <a:cubicBezTo>
                  <a:pt x="2936" y="15309"/>
                  <a:pt x="2097" y="13002"/>
                  <a:pt x="2097" y="10695"/>
                </a:cubicBezTo>
                <a:cubicBezTo>
                  <a:pt x="2097" y="8388"/>
                  <a:pt x="2936" y="6291"/>
                  <a:pt x="4614" y="4614"/>
                </a:cubicBezTo>
                <a:cubicBezTo>
                  <a:pt x="6291" y="2936"/>
                  <a:pt x="8388" y="2097"/>
                  <a:pt x="10905" y="2097"/>
                </a:cubicBezTo>
                <a:close/>
              </a:path>
            </a:pathLst>
          </a:custGeom>
          <a:solidFill>
            <a:schemeClr val="accent4">
              <a:lumOff val="58054"/>
            </a:schemeClr>
          </a:solidFill>
          <a:ln w="12700">
            <a:miter lim="400000"/>
          </a:ln>
        </p:spPr>
        <p:txBody>
          <a:bodyPr lIns="109727" tIns="109727" rIns="109727" bIns="109727"/>
          <a:lstStyle/>
          <a:p>
            <a:endParaRPr/>
          </a:p>
        </p:txBody>
      </p:sp>
      <p:sp>
        <p:nvSpPr>
          <p:cNvPr id="647" name="Shape"/>
          <p:cNvSpPr/>
          <p:nvPr/>
        </p:nvSpPr>
        <p:spPr>
          <a:xfrm>
            <a:off x="17703299" y="10534284"/>
            <a:ext cx="386612" cy="165695"/>
          </a:xfrm>
          <a:custGeom>
            <a:avLst/>
            <a:gdLst/>
            <a:ahLst/>
            <a:cxnLst>
              <a:cxn ang="0">
                <a:pos x="wd2" y="hd2"/>
              </a:cxn>
              <a:cxn ang="5400000">
                <a:pos x="wd2" y="hd2"/>
              </a:cxn>
              <a:cxn ang="10800000">
                <a:pos x="wd2" y="hd2"/>
              </a:cxn>
              <a:cxn ang="16200000">
                <a:pos x="wd2" y="hd2"/>
              </a:cxn>
            </a:cxnLst>
            <a:rect l="0" t="0" r="r" b="b"/>
            <a:pathLst>
              <a:path w="21600" h="21600" extrusionOk="0">
                <a:moveTo>
                  <a:pt x="14194" y="11520"/>
                </a:moveTo>
                <a:lnTo>
                  <a:pt x="14194" y="10080"/>
                </a:lnTo>
                <a:lnTo>
                  <a:pt x="12960" y="10080"/>
                </a:lnTo>
                <a:lnTo>
                  <a:pt x="12960" y="8640"/>
                </a:lnTo>
                <a:lnTo>
                  <a:pt x="12343" y="8640"/>
                </a:lnTo>
                <a:lnTo>
                  <a:pt x="12343" y="10080"/>
                </a:lnTo>
                <a:lnTo>
                  <a:pt x="11726" y="10080"/>
                </a:lnTo>
                <a:lnTo>
                  <a:pt x="11109" y="11520"/>
                </a:lnTo>
                <a:lnTo>
                  <a:pt x="12343" y="11520"/>
                </a:lnTo>
                <a:lnTo>
                  <a:pt x="11726" y="12960"/>
                </a:lnTo>
                <a:lnTo>
                  <a:pt x="12343" y="14400"/>
                </a:lnTo>
                <a:lnTo>
                  <a:pt x="12960" y="12960"/>
                </a:lnTo>
                <a:lnTo>
                  <a:pt x="12960" y="14400"/>
                </a:lnTo>
                <a:lnTo>
                  <a:pt x="13577" y="12960"/>
                </a:lnTo>
                <a:lnTo>
                  <a:pt x="13577" y="11520"/>
                </a:lnTo>
                <a:lnTo>
                  <a:pt x="14194" y="11520"/>
                </a:lnTo>
                <a:close/>
                <a:moveTo>
                  <a:pt x="10491" y="11520"/>
                </a:moveTo>
                <a:lnTo>
                  <a:pt x="9874" y="10080"/>
                </a:lnTo>
                <a:lnTo>
                  <a:pt x="9257" y="10080"/>
                </a:lnTo>
                <a:lnTo>
                  <a:pt x="9257" y="8640"/>
                </a:lnTo>
                <a:lnTo>
                  <a:pt x="8023" y="8640"/>
                </a:lnTo>
                <a:lnTo>
                  <a:pt x="8023" y="10080"/>
                </a:lnTo>
                <a:lnTo>
                  <a:pt x="7406" y="10080"/>
                </a:lnTo>
                <a:lnTo>
                  <a:pt x="7406" y="11520"/>
                </a:lnTo>
                <a:lnTo>
                  <a:pt x="8023" y="11520"/>
                </a:lnTo>
                <a:lnTo>
                  <a:pt x="7406" y="12960"/>
                </a:lnTo>
                <a:lnTo>
                  <a:pt x="8023" y="14400"/>
                </a:lnTo>
                <a:lnTo>
                  <a:pt x="8640" y="12960"/>
                </a:lnTo>
                <a:lnTo>
                  <a:pt x="9257" y="14400"/>
                </a:lnTo>
                <a:lnTo>
                  <a:pt x="9874" y="12960"/>
                </a:lnTo>
                <a:lnTo>
                  <a:pt x="9257" y="11520"/>
                </a:lnTo>
                <a:lnTo>
                  <a:pt x="10491" y="11520"/>
                </a:lnTo>
                <a:close/>
                <a:moveTo>
                  <a:pt x="6171" y="11520"/>
                </a:moveTo>
                <a:lnTo>
                  <a:pt x="6171" y="10080"/>
                </a:lnTo>
                <a:lnTo>
                  <a:pt x="4937" y="10080"/>
                </a:lnTo>
                <a:lnTo>
                  <a:pt x="4937" y="8640"/>
                </a:lnTo>
                <a:lnTo>
                  <a:pt x="4320" y="8640"/>
                </a:lnTo>
                <a:lnTo>
                  <a:pt x="4320" y="10080"/>
                </a:lnTo>
                <a:lnTo>
                  <a:pt x="3703" y="10080"/>
                </a:lnTo>
                <a:lnTo>
                  <a:pt x="3703" y="11520"/>
                </a:lnTo>
                <a:lnTo>
                  <a:pt x="4320" y="11520"/>
                </a:lnTo>
                <a:lnTo>
                  <a:pt x="3703" y="12960"/>
                </a:lnTo>
                <a:lnTo>
                  <a:pt x="4320" y="14400"/>
                </a:lnTo>
                <a:lnTo>
                  <a:pt x="4937" y="12960"/>
                </a:lnTo>
                <a:lnTo>
                  <a:pt x="5554" y="14400"/>
                </a:lnTo>
                <a:lnTo>
                  <a:pt x="6171" y="12960"/>
                </a:lnTo>
                <a:lnTo>
                  <a:pt x="5554" y="11520"/>
                </a:lnTo>
                <a:lnTo>
                  <a:pt x="6171" y="11520"/>
                </a:lnTo>
                <a:close/>
                <a:moveTo>
                  <a:pt x="21600" y="0"/>
                </a:moveTo>
                <a:lnTo>
                  <a:pt x="0" y="0"/>
                </a:lnTo>
                <a:lnTo>
                  <a:pt x="0" y="21600"/>
                </a:lnTo>
                <a:lnTo>
                  <a:pt x="21600" y="21600"/>
                </a:lnTo>
                <a:lnTo>
                  <a:pt x="21600" y="0"/>
                </a:lnTo>
                <a:close/>
                <a:moveTo>
                  <a:pt x="19131" y="5760"/>
                </a:moveTo>
                <a:lnTo>
                  <a:pt x="19131" y="17280"/>
                </a:lnTo>
                <a:lnTo>
                  <a:pt x="1851" y="17280"/>
                </a:lnTo>
                <a:lnTo>
                  <a:pt x="1851" y="5760"/>
                </a:lnTo>
                <a:lnTo>
                  <a:pt x="19131" y="5760"/>
                </a:lnTo>
                <a:close/>
              </a:path>
            </a:pathLst>
          </a:custGeom>
          <a:solidFill>
            <a:schemeClr val="accent4">
              <a:lumOff val="58054"/>
            </a:schemeClr>
          </a:solidFill>
          <a:ln w="12700">
            <a:miter lim="400000"/>
          </a:ln>
        </p:spPr>
        <p:txBody>
          <a:bodyPr lIns="109727" tIns="109727" rIns="109727" bIns="109727"/>
          <a:lstStyle/>
          <a:p>
            <a:endParaRPr/>
          </a:p>
        </p:txBody>
      </p:sp>
      <p:sp>
        <p:nvSpPr>
          <p:cNvPr id="648" name="Shape"/>
          <p:cNvSpPr/>
          <p:nvPr/>
        </p:nvSpPr>
        <p:spPr>
          <a:xfrm>
            <a:off x="18689854" y="10423814"/>
            <a:ext cx="375563" cy="386613"/>
          </a:xfrm>
          <a:custGeom>
            <a:avLst/>
            <a:gdLst/>
            <a:ahLst/>
            <a:cxnLst>
              <a:cxn ang="0">
                <a:pos x="wd2" y="hd2"/>
              </a:cxn>
              <a:cxn ang="5400000">
                <a:pos x="wd2" y="hd2"/>
              </a:cxn>
              <a:cxn ang="10800000">
                <a:pos x="wd2" y="hd2"/>
              </a:cxn>
              <a:cxn ang="16200000">
                <a:pos x="wd2" y="hd2"/>
              </a:cxn>
            </a:cxnLst>
            <a:rect l="0" t="0" r="r" b="b"/>
            <a:pathLst>
              <a:path w="21600" h="21600" extrusionOk="0">
                <a:moveTo>
                  <a:pt x="19503" y="7130"/>
                </a:moveTo>
                <a:cubicBezTo>
                  <a:pt x="19503" y="5872"/>
                  <a:pt x="19503" y="5872"/>
                  <a:pt x="19503" y="5872"/>
                </a:cubicBezTo>
                <a:cubicBezTo>
                  <a:pt x="2097" y="5872"/>
                  <a:pt x="2097" y="5872"/>
                  <a:pt x="2097" y="5872"/>
                </a:cubicBezTo>
                <a:cubicBezTo>
                  <a:pt x="2097" y="7130"/>
                  <a:pt x="2097" y="7130"/>
                  <a:pt x="2097" y="7130"/>
                </a:cubicBezTo>
                <a:lnTo>
                  <a:pt x="19503" y="7130"/>
                </a:lnTo>
                <a:close/>
                <a:moveTo>
                  <a:pt x="3355" y="3775"/>
                </a:moveTo>
                <a:cubicBezTo>
                  <a:pt x="18245" y="3775"/>
                  <a:pt x="18245" y="3775"/>
                  <a:pt x="18245" y="3775"/>
                </a:cubicBezTo>
                <a:cubicBezTo>
                  <a:pt x="16777" y="2097"/>
                  <a:pt x="16777" y="2097"/>
                  <a:pt x="16777" y="2097"/>
                </a:cubicBezTo>
                <a:cubicBezTo>
                  <a:pt x="5033" y="2097"/>
                  <a:pt x="5033" y="2097"/>
                  <a:pt x="5033" y="2097"/>
                </a:cubicBezTo>
                <a:lnTo>
                  <a:pt x="3355" y="3775"/>
                </a:lnTo>
                <a:close/>
                <a:moveTo>
                  <a:pt x="21600" y="4194"/>
                </a:moveTo>
                <a:cubicBezTo>
                  <a:pt x="21600" y="9227"/>
                  <a:pt x="21600" y="9227"/>
                  <a:pt x="21600" y="9227"/>
                </a:cubicBezTo>
                <a:cubicBezTo>
                  <a:pt x="0" y="9227"/>
                  <a:pt x="0" y="9227"/>
                  <a:pt x="0" y="9227"/>
                </a:cubicBezTo>
                <a:cubicBezTo>
                  <a:pt x="0" y="4194"/>
                  <a:pt x="0" y="4194"/>
                  <a:pt x="0" y="4194"/>
                </a:cubicBezTo>
                <a:cubicBezTo>
                  <a:pt x="3984" y="0"/>
                  <a:pt x="3984" y="0"/>
                  <a:pt x="3984" y="0"/>
                </a:cubicBezTo>
                <a:cubicBezTo>
                  <a:pt x="17616" y="0"/>
                  <a:pt x="17616" y="0"/>
                  <a:pt x="17616" y="0"/>
                </a:cubicBezTo>
                <a:lnTo>
                  <a:pt x="21600" y="4194"/>
                </a:lnTo>
                <a:close/>
                <a:moveTo>
                  <a:pt x="13002" y="14050"/>
                </a:moveTo>
                <a:cubicBezTo>
                  <a:pt x="8598" y="14050"/>
                  <a:pt x="8598" y="14050"/>
                  <a:pt x="8598" y="14050"/>
                </a:cubicBezTo>
                <a:cubicBezTo>
                  <a:pt x="8179" y="14050"/>
                  <a:pt x="7759" y="13631"/>
                  <a:pt x="7759" y="13212"/>
                </a:cubicBezTo>
                <a:cubicBezTo>
                  <a:pt x="7759" y="12583"/>
                  <a:pt x="8179" y="12163"/>
                  <a:pt x="8598" y="12163"/>
                </a:cubicBezTo>
                <a:cubicBezTo>
                  <a:pt x="13002" y="12163"/>
                  <a:pt x="13002" y="12163"/>
                  <a:pt x="13002" y="12163"/>
                </a:cubicBezTo>
                <a:cubicBezTo>
                  <a:pt x="13421" y="12163"/>
                  <a:pt x="13841" y="12583"/>
                  <a:pt x="13841" y="13212"/>
                </a:cubicBezTo>
                <a:cubicBezTo>
                  <a:pt x="13841" y="13631"/>
                  <a:pt x="13421" y="14050"/>
                  <a:pt x="13002" y="14050"/>
                </a:cubicBezTo>
                <a:close/>
                <a:moveTo>
                  <a:pt x="20761" y="10905"/>
                </a:moveTo>
                <a:cubicBezTo>
                  <a:pt x="20761" y="21600"/>
                  <a:pt x="20761" y="21600"/>
                  <a:pt x="20761" y="21600"/>
                </a:cubicBezTo>
                <a:cubicBezTo>
                  <a:pt x="839" y="21600"/>
                  <a:pt x="839" y="21600"/>
                  <a:pt x="839" y="21600"/>
                </a:cubicBezTo>
                <a:cubicBezTo>
                  <a:pt x="839" y="10905"/>
                  <a:pt x="839" y="10905"/>
                  <a:pt x="839" y="10905"/>
                </a:cubicBezTo>
                <a:cubicBezTo>
                  <a:pt x="2936" y="10905"/>
                  <a:pt x="2936" y="10905"/>
                  <a:pt x="2936" y="10905"/>
                </a:cubicBezTo>
                <a:cubicBezTo>
                  <a:pt x="2936" y="19503"/>
                  <a:pt x="2936" y="19503"/>
                  <a:pt x="2936" y="19503"/>
                </a:cubicBezTo>
                <a:cubicBezTo>
                  <a:pt x="18664" y="19503"/>
                  <a:pt x="18664" y="19503"/>
                  <a:pt x="18664" y="19503"/>
                </a:cubicBezTo>
                <a:cubicBezTo>
                  <a:pt x="18664" y="10905"/>
                  <a:pt x="18664" y="10905"/>
                  <a:pt x="18664" y="10905"/>
                </a:cubicBezTo>
                <a:lnTo>
                  <a:pt x="20761" y="10905"/>
                </a:lnTo>
                <a:close/>
              </a:path>
            </a:pathLst>
          </a:custGeom>
          <a:solidFill>
            <a:schemeClr val="accent4">
              <a:lumOff val="58054"/>
            </a:schemeClr>
          </a:solidFill>
          <a:ln w="12700">
            <a:miter lim="400000"/>
          </a:ln>
        </p:spPr>
        <p:txBody>
          <a:bodyPr lIns="109727" tIns="109727" rIns="109727" bIns="109727"/>
          <a:lstStyle/>
          <a:p>
            <a:endParaRPr/>
          </a:p>
        </p:txBody>
      </p:sp>
      <p:sp>
        <p:nvSpPr>
          <p:cNvPr id="649" name="Shape"/>
          <p:cNvSpPr/>
          <p:nvPr/>
        </p:nvSpPr>
        <p:spPr>
          <a:xfrm>
            <a:off x="19631953" y="10423807"/>
            <a:ext cx="364525" cy="386613"/>
          </a:xfrm>
          <a:custGeom>
            <a:avLst/>
            <a:gdLst/>
            <a:ahLst/>
            <a:cxnLst>
              <a:cxn ang="0">
                <a:pos x="wd2" y="hd2"/>
              </a:cxn>
              <a:cxn ang="5400000">
                <a:pos x="wd2" y="hd2"/>
              </a:cxn>
              <a:cxn ang="10800000">
                <a:pos x="wd2" y="hd2"/>
              </a:cxn>
              <a:cxn ang="16200000">
                <a:pos x="wd2" y="hd2"/>
              </a:cxn>
            </a:cxnLst>
            <a:rect l="0" t="0" r="r" b="b"/>
            <a:pathLst>
              <a:path w="21600" h="21600" extrusionOk="0">
                <a:moveTo>
                  <a:pt x="18327" y="11726"/>
                </a:moveTo>
                <a:lnTo>
                  <a:pt x="2618" y="11726"/>
                </a:lnTo>
                <a:lnTo>
                  <a:pt x="2618" y="19749"/>
                </a:lnTo>
                <a:lnTo>
                  <a:pt x="18327" y="19749"/>
                </a:lnTo>
                <a:lnTo>
                  <a:pt x="18327" y="11726"/>
                </a:lnTo>
                <a:close/>
                <a:moveTo>
                  <a:pt x="4582" y="8023"/>
                </a:moveTo>
                <a:lnTo>
                  <a:pt x="15709" y="8023"/>
                </a:lnTo>
                <a:lnTo>
                  <a:pt x="15709" y="1851"/>
                </a:lnTo>
                <a:lnTo>
                  <a:pt x="4582" y="1851"/>
                </a:lnTo>
                <a:lnTo>
                  <a:pt x="4582" y="8023"/>
                </a:lnTo>
                <a:close/>
                <a:moveTo>
                  <a:pt x="21600" y="3703"/>
                </a:moveTo>
                <a:lnTo>
                  <a:pt x="21600" y="21600"/>
                </a:lnTo>
                <a:lnTo>
                  <a:pt x="0" y="21600"/>
                </a:lnTo>
                <a:lnTo>
                  <a:pt x="0" y="0"/>
                </a:lnTo>
                <a:lnTo>
                  <a:pt x="17673" y="0"/>
                </a:lnTo>
                <a:lnTo>
                  <a:pt x="21600" y="3703"/>
                </a:lnTo>
                <a:close/>
                <a:moveTo>
                  <a:pt x="12436" y="3086"/>
                </a:moveTo>
                <a:lnTo>
                  <a:pt x="14400" y="3086"/>
                </a:lnTo>
                <a:lnTo>
                  <a:pt x="14400" y="6789"/>
                </a:lnTo>
                <a:lnTo>
                  <a:pt x="12436" y="6789"/>
                </a:lnTo>
                <a:lnTo>
                  <a:pt x="12436" y="3086"/>
                </a:lnTo>
                <a:close/>
              </a:path>
            </a:pathLst>
          </a:custGeom>
          <a:solidFill>
            <a:schemeClr val="accent4">
              <a:lumOff val="58054"/>
            </a:schemeClr>
          </a:solidFill>
          <a:ln w="12700">
            <a:miter lim="400000"/>
          </a:ln>
        </p:spPr>
        <p:txBody>
          <a:bodyPr lIns="109727" tIns="109727" rIns="109727" bIns="109727"/>
          <a:lstStyle/>
          <a:p>
            <a:endParaRPr/>
          </a:p>
        </p:txBody>
      </p:sp>
      <p:sp>
        <p:nvSpPr>
          <p:cNvPr id="650" name="Shape"/>
          <p:cNvSpPr/>
          <p:nvPr/>
        </p:nvSpPr>
        <p:spPr>
          <a:xfrm>
            <a:off x="20511041" y="10512180"/>
            <a:ext cx="386612" cy="20987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7897" y="4547"/>
                </a:lnTo>
                <a:lnTo>
                  <a:pt x="17897" y="21600"/>
                </a:lnTo>
                <a:lnTo>
                  <a:pt x="21600" y="21600"/>
                </a:lnTo>
                <a:lnTo>
                  <a:pt x="21600" y="0"/>
                </a:lnTo>
                <a:close/>
                <a:moveTo>
                  <a:pt x="20366" y="4547"/>
                </a:moveTo>
                <a:lnTo>
                  <a:pt x="20366" y="19326"/>
                </a:lnTo>
                <a:lnTo>
                  <a:pt x="19131" y="19326"/>
                </a:lnTo>
                <a:lnTo>
                  <a:pt x="19131" y="5684"/>
                </a:lnTo>
                <a:lnTo>
                  <a:pt x="20366" y="4547"/>
                </a:lnTo>
                <a:close/>
                <a:moveTo>
                  <a:pt x="6789" y="21600"/>
                </a:moveTo>
                <a:lnTo>
                  <a:pt x="0" y="21600"/>
                </a:lnTo>
                <a:lnTo>
                  <a:pt x="6789" y="14779"/>
                </a:lnTo>
                <a:lnTo>
                  <a:pt x="6789" y="21600"/>
                </a:lnTo>
                <a:close/>
                <a:moveTo>
                  <a:pt x="8023" y="13642"/>
                </a:moveTo>
                <a:lnTo>
                  <a:pt x="11726" y="10232"/>
                </a:lnTo>
                <a:lnTo>
                  <a:pt x="11726" y="21600"/>
                </a:lnTo>
                <a:lnTo>
                  <a:pt x="8023" y="21600"/>
                </a:lnTo>
                <a:lnTo>
                  <a:pt x="8023" y="13642"/>
                </a:lnTo>
                <a:close/>
                <a:moveTo>
                  <a:pt x="16663" y="5684"/>
                </a:moveTo>
                <a:lnTo>
                  <a:pt x="12960" y="9095"/>
                </a:lnTo>
                <a:lnTo>
                  <a:pt x="12960" y="21600"/>
                </a:lnTo>
                <a:lnTo>
                  <a:pt x="16663" y="21600"/>
                </a:lnTo>
                <a:lnTo>
                  <a:pt x="16663" y="5684"/>
                </a:lnTo>
                <a:close/>
              </a:path>
            </a:pathLst>
          </a:custGeom>
          <a:solidFill>
            <a:schemeClr val="accent4">
              <a:lumOff val="58054"/>
            </a:schemeClr>
          </a:solidFill>
          <a:ln w="12700">
            <a:miter lim="400000"/>
          </a:ln>
        </p:spPr>
        <p:txBody>
          <a:bodyPr lIns="109727" tIns="109727" rIns="109727" bIns="109727"/>
          <a:lstStyle/>
          <a:p>
            <a:endParaRPr/>
          </a:p>
        </p:txBody>
      </p:sp>
      <p:sp>
        <p:nvSpPr>
          <p:cNvPr id="651" name="Shape"/>
          <p:cNvSpPr/>
          <p:nvPr/>
        </p:nvSpPr>
        <p:spPr>
          <a:xfrm>
            <a:off x="21477275" y="10462486"/>
            <a:ext cx="375562" cy="309289"/>
          </a:xfrm>
          <a:custGeom>
            <a:avLst/>
            <a:gdLst/>
            <a:ahLst/>
            <a:cxnLst>
              <a:cxn ang="0">
                <a:pos x="wd2" y="hd2"/>
              </a:cxn>
              <a:cxn ang="5400000">
                <a:pos x="wd2" y="hd2"/>
              </a:cxn>
              <a:cxn ang="10800000">
                <a:pos x="wd2" y="hd2"/>
              </a:cxn>
              <a:cxn ang="16200000">
                <a:pos x="wd2" y="hd2"/>
              </a:cxn>
            </a:cxnLst>
            <a:rect l="0" t="0" r="r" b="b"/>
            <a:pathLst>
              <a:path w="21600" h="21600" extrusionOk="0">
                <a:moveTo>
                  <a:pt x="8388" y="4424"/>
                </a:moveTo>
                <a:cubicBezTo>
                  <a:pt x="8388" y="5986"/>
                  <a:pt x="8598" y="7027"/>
                  <a:pt x="8808" y="7807"/>
                </a:cubicBezTo>
                <a:cubicBezTo>
                  <a:pt x="7759" y="7807"/>
                  <a:pt x="7759" y="7807"/>
                  <a:pt x="7759" y="7807"/>
                </a:cubicBezTo>
                <a:cubicBezTo>
                  <a:pt x="7759" y="9108"/>
                  <a:pt x="7759" y="9108"/>
                  <a:pt x="7759" y="9108"/>
                </a:cubicBezTo>
                <a:cubicBezTo>
                  <a:pt x="6711" y="8848"/>
                  <a:pt x="5243" y="6766"/>
                  <a:pt x="5662" y="4424"/>
                </a:cubicBezTo>
                <a:cubicBezTo>
                  <a:pt x="8388" y="4424"/>
                  <a:pt x="8388" y="4424"/>
                  <a:pt x="8388" y="4424"/>
                </a:cubicBezTo>
                <a:close/>
                <a:moveTo>
                  <a:pt x="9856" y="10410"/>
                </a:moveTo>
                <a:cubicBezTo>
                  <a:pt x="9437" y="10670"/>
                  <a:pt x="8808" y="10670"/>
                  <a:pt x="8808" y="9889"/>
                </a:cubicBezTo>
                <a:cubicBezTo>
                  <a:pt x="9017" y="9889"/>
                  <a:pt x="9437" y="9369"/>
                  <a:pt x="9437" y="8848"/>
                </a:cubicBezTo>
                <a:cubicBezTo>
                  <a:pt x="10066" y="9108"/>
                  <a:pt x="10066" y="9889"/>
                  <a:pt x="9856" y="10410"/>
                </a:cubicBezTo>
                <a:close/>
                <a:moveTo>
                  <a:pt x="21600" y="4424"/>
                </a:moveTo>
                <a:cubicBezTo>
                  <a:pt x="21600" y="21600"/>
                  <a:pt x="21600" y="21600"/>
                  <a:pt x="21600" y="21600"/>
                </a:cubicBezTo>
                <a:cubicBezTo>
                  <a:pt x="0" y="21600"/>
                  <a:pt x="0" y="21600"/>
                  <a:pt x="0" y="21600"/>
                </a:cubicBezTo>
                <a:cubicBezTo>
                  <a:pt x="0" y="4424"/>
                  <a:pt x="0" y="4424"/>
                  <a:pt x="0" y="4424"/>
                </a:cubicBezTo>
                <a:cubicBezTo>
                  <a:pt x="5033" y="4424"/>
                  <a:pt x="5033" y="4424"/>
                  <a:pt x="5033" y="4424"/>
                </a:cubicBezTo>
                <a:cubicBezTo>
                  <a:pt x="4614" y="7027"/>
                  <a:pt x="6291" y="9629"/>
                  <a:pt x="7759" y="9889"/>
                </a:cubicBezTo>
                <a:cubicBezTo>
                  <a:pt x="7759" y="11711"/>
                  <a:pt x="7759" y="11711"/>
                  <a:pt x="7759" y="11711"/>
                </a:cubicBezTo>
                <a:cubicBezTo>
                  <a:pt x="11953" y="16916"/>
                  <a:pt x="11953" y="16916"/>
                  <a:pt x="11953" y="16916"/>
                </a:cubicBezTo>
                <a:cubicBezTo>
                  <a:pt x="15099" y="13012"/>
                  <a:pt x="15099" y="13012"/>
                  <a:pt x="15099" y="13012"/>
                </a:cubicBezTo>
                <a:cubicBezTo>
                  <a:pt x="10905" y="7807"/>
                  <a:pt x="10905" y="7807"/>
                  <a:pt x="10905" y="7807"/>
                </a:cubicBezTo>
                <a:cubicBezTo>
                  <a:pt x="9437" y="7807"/>
                  <a:pt x="9437" y="7807"/>
                  <a:pt x="9437" y="7807"/>
                </a:cubicBezTo>
                <a:cubicBezTo>
                  <a:pt x="9227" y="7027"/>
                  <a:pt x="9017" y="5725"/>
                  <a:pt x="9227" y="4424"/>
                </a:cubicBezTo>
                <a:cubicBezTo>
                  <a:pt x="21600" y="4424"/>
                  <a:pt x="21600" y="4424"/>
                  <a:pt x="21600" y="4424"/>
                </a:cubicBezTo>
                <a:close/>
                <a:moveTo>
                  <a:pt x="10695" y="10930"/>
                </a:moveTo>
                <a:cubicBezTo>
                  <a:pt x="13002" y="14053"/>
                  <a:pt x="13002" y="14053"/>
                  <a:pt x="13002" y="14053"/>
                </a:cubicBezTo>
                <a:cubicBezTo>
                  <a:pt x="12583" y="14313"/>
                  <a:pt x="12583" y="14313"/>
                  <a:pt x="12583" y="14313"/>
                </a:cubicBezTo>
                <a:cubicBezTo>
                  <a:pt x="10276" y="11451"/>
                  <a:pt x="10276" y="11451"/>
                  <a:pt x="10276" y="11451"/>
                </a:cubicBezTo>
                <a:lnTo>
                  <a:pt x="10695" y="10930"/>
                </a:lnTo>
                <a:close/>
                <a:moveTo>
                  <a:pt x="10066" y="11711"/>
                </a:moveTo>
                <a:cubicBezTo>
                  <a:pt x="11744" y="13793"/>
                  <a:pt x="11744" y="13793"/>
                  <a:pt x="11744" y="13793"/>
                </a:cubicBezTo>
                <a:cubicBezTo>
                  <a:pt x="11324" y="14053"/>
                  <a:pt x="11324" y="14053"/>
                  <a:pt x="11324" y="14053"/>
                </a:cubicBezTo>
                <a:cubicBezTo>
                  <a:pt x="9647" y="11971"/>
                  <a:pt x="9647" y="11971"/>
                  <a:pt x="9647" y="11971"/>
                </a:cubicBezTo>
                <a:lnTo>
                  <a:pt x="10066" y="11711"/>
                </a:lnTo>
                <a:close/>
                <a:moveTo>
                  <a:pt x="13212" y="13533"/>
                </a:moveTo>
                <a:cubicBezTo>
                  <a:pt x="10905" y="10670"/>
                  <a:pt x="10905" y="10670"/>
                  <a:pt x="10905" y="10670"/>
                </a:cubicBezTo>
                <a:cubicBezTo>
                  <a:pt x="11115" y="10410"/>
                  <a:pt x="11115" y="10410"/>
                  <a:pt x="11115" y="10410"/>
                </a:cubicBezTo>
                <a:cubicBezTo>
                  <a:pt x="13631" y="13272"/>
                  <a:pt x="13631" y="13272"/>
                  <a:pt x="13631" y="13272"/>
                </a:cubicBezTo>
                <a:lnTo>
                  <a:pt x="13212" y="13533"/>
                </a:lnTo>
                <a:close/>
                <a:moveTo>
                  <a:pt x="7969" y="3123"/>
                </a:moveTo>
                <a:cubicBezTo>
                  <a:pt x="7969" y="2082"/>
                  <a:pt x="7969" y="2082"/>
                  <a:pt x="7969" y="2082"/>
                </a:cubicBezTo>
                <a:cubicBezTo>
                  <a:pt x="7969" y="1822"/>
                  <a:pt x="7969" y="1822"/>
                  <a:pt x="8179" y="1822"/>
                </a:cubicBezTo>
                <a:cubicBezTo>
                  <a:pt x="13212" y="1822"/>
                  <a:pt x="13212" y="1822"/>
                  <a:pt x="13212" y="1822"/>
                </a:cubicBezTo>
                <a:cubicBezTo>
                  <a:pt x="13421" y="1822"/>
                  <a:pt x="13631" y="1822"/>
                  <a:pt x="13631" y="2082"/>
                </a:cubicBezTo>
                <a:cubicBezTo>
                  <a:pt x="13631" y="3123"/>
                  <a:pt x="13631" y="3123"/>
                  <a:pt x="13631" y="3123"/>
                </a:cubicBezTo>
                <a:cubicBezTo>
                  <a:pt x="15099" y="3123"/>
                  <a:pt x="15099" y="3123"/>
                  <a:pt x="15099" y="3123"/>
                </a:cubicBezTo>
                <a:cubicBezTo>
                  <a:pt x="15099" y="1301"/>
                  <a:pt x="15099" y="1301"/>
                  <a:pt x="15099" y="1301"/>
                </a:cubicBezTo>
                <a:cubicBezTo>
                  <a:pt x="15099" y="520"/>
                  <a:pt x="14680" y="0"/>
                  <a:pt x="14050" y="0"/>
                </a:cubicBezTo>
                <a:cubicBezTo>
                  <a:pt x="7340" y="0"/>
                  <a:pt x="7340" y="0"/>
                  <a:pt x="7340" y="0"/>
                </a:cubicBezTo>
                <a:cubicBezTo>
                  <a:pt x="6711" y="0"/>
                  <a:pt x="6291" y="520"/>
                  <a:pt x="6291" y="1301"/>
                </a:cubicBezTo>
                <a:cubicBezTo>
                  <a:pt x="6291" y="3123"/>
                  <a:pt x="6291" y="3123"/>
                  <a:pt x="6291" y="3123"/>
                </a:cubicBezTo>
                <a:lnTo>
                  <a:pt x="7969" y="3123"/>
                </a:lnTo>
                <a:close/>
              </a:path>
            </a:pathLst>
          </a:custGeom>
          <a:solidFill>
            <a:schemeClr val="accent4">
              <a:lumOff val="58054"/>
            </a:schemeClr>
          </a:solidFill>
          <a:ln w="12700">
            <a:miter lim="400000"/>
          </a:ln>
        </p:spPr>
        <p:txBody>
          <a:bodyPr lIns="109727" tIns="109727" rIns="109727" bIns="109727"/>
          <a:lstStyle/>
          <a:p>
            <a:endParaRPr/>
          </a:p>
        </p:txBody>
      </p:sp>
      <p:sp>
        <p:nvSpPr>
          <p:cNvPr id="652" name="Shape"/>
          <p:cNvSpPr/>
          <p:nvPr/>
        </p:nvSpPr>
        <p:spPr>
          <a:xfrm>
            <a:off x="1895440" y="1104005"/>
            <a:ext cx="532913" cy="380653"/>
          </a:xfrm>
          <a:custGeom>
            <a:avLst/>
            <a:gdLst/>
            <a:ahLst/>
            <a:cxnLst>
              <a:cxn ang="0">
                <a:pos x="wd2" y="hd2"/>
              </a:cxn>
              <a:cxn ang="5400000">
                <a:pos x="wd2" y="hd2"/>
              </a:cxn>
              <a:cxn ang="10800000">
                <a:pos x="wd2" y="hd2"/>
              </a:cxn>
              <a:cxn ang="16200000">
                <a:pos x="wd2" y="hd2"/>
              </a:cxn>
            </a:cxnLst>
            <a:rect l="0" t="0" r="r" b="b"/>
            <a:pathLst>
              <a:path w="21600" h="21600" extrusionOk="0">
                <a:moveTo>
                  <a:pt x="21600" y="10368"/>
                </a:moveTo>
                <a:lnTo>
                  <a:pt x="10491" y="0"/>
                </a:lnTo>
                <a:lnTo>
                  <a:pt x="10491" y="5184"/>
                </a:lnTo>
                <a:lnTo>
                  <a:pt x="0" y="5184"/>
                </a:lnTo>
                <a:lnTo>
                  <a:pt x="0" y="16416"/>
                </a:lnTo>
                <a:lnTo>
                  <a:pt x="10491" y="16416"/>
                </a:lnTo>
                <a:lnTo>
                  <a:pt x="10491" y="21600"/>
                </a:lnTo>
                <a:lnTo>
                  <a:pt x="21600" y="10368"/>
                </a:lnTo>
                <a:close/>
              </a:path>
            </a:pathLst>
          </a:custGeom>
          <a:solidFill>
            <a:schemeClr val="accent4">
              <a:lumOff val="58054"/>
            </a:schemeClr>
          </a:solidFill>
          <a:ln w="12700">
            <a:miter lim="400000"/>
          </a:ln>
        </p:spPr>
        <p:txBody>
          <a:bodyPr lIns="109727" tIns="109727" rIns="109727" bIns="109727"/>
          <a:lstStyle/>
          <a:p>
            <a:endParaRPr/>
          </a:p>
        </p:txBody>
      </p:sp>
      <p:sp>
        <p:nvSpPr>
          <p:cNvPr id="653" name="Shape"/>
          <p:cNvSpPr/>
          <p:nvPr/>
        </p:nvSpPr>
        <p:spPr>
          <a:xfrm>
            <a:off x="1925892" y="2291628"/>
            <a:ext cx="456779" cy="517681"/>
          </a:xfrm>
          <a:custGeom>
            <a:avLst/>
            <a:gdLst/>
            <a:ahLst/>
            <a:cxnLst>
              <a:cxn ang="0">
                <a:pos x="wd2" y="hd2"/>
              </a:cxn>
              <a:cxn ang="5400000">
                <a:pos x="wd2" y="hd2"/>
              </a:cxn>
              <a:cxn ang="10800000">
                <a:pos x="wd2" y="hd2"/>
              </a:cxn>
              <a:cxn ang="16200000">
                <a:pos x="wd2" y="hd2"/>
              </a:cxn>
            </a:cxnLst>
            <a:rect l="0" t="0" r="r" b="b"/>
            <a:pathLst>
              <a:path w="21600" h="21600" extrusionOk="0">
                <a:moveTo>
                  <a:pt x="15120" y="11115"/>
                </a:moveTo>
                <a:cubicBezTo>
                  <a:pt x="4560" y="11115"/>
                  <a:pt x="4560" y="11115"/>
                  <a:pt x="4560" y="11115"/>
                </a:cubicBezTo>
                <a:cubicBezTo>
                  <a:pt x="4560" y="9647"/>
                  <a:pt x="4560" y="9647"/>
                  <a:pt x="4560" y="9647"/>
                </a:cubicBezTo>
                <a:cubicBezTo>
                  <a:pt x="15120" y="9647"/>
                  <a:pt x="15120" y="9647"/>
                  <a:pt x="15120" y="9647"/>
                </a:cubicBezTo>
                <a:lnTo>
                  <a:pt x="15120" y="11115"/>
                </a:lnTo>
                <a:close/>
                <a:moveTo>
                  <a:pt x="15120" y="14050"/>
                </a:moveTo>
                <a:cubicBezTo>
                  <a:pt x="4560" y="14050"/>
                  <a:pt x="4560" y="14050"/>
                  <a:pt x="4560" y="14050"/>
                </a:cubicBezTo>
                <a:cubicBezTo>
                  <a:pt x="4560" y="12792"/>
                  <a:pt x="4560" y="12792"/>
                  <a:pt x="4560" y="12792"/>
                </a:cubicBezTo>
                <a:cubicBezTo>
                  <a:pt x="15120" y="12792"/>
                  <a:pt x="15120" y="12792"/>
                  <a:pt x="15120" y="12792"/>
                </a:cubicBezTo>
                <a:lnTo>
                  <a:pt x="15120" y="14050"/>
                </a:lnTo>
                <a:close/>
                <a:moveTo>
                  <a:pt x="17280" y="9647"/>
                </a:moveTo>
                <a:cubicBezTo>
                  <a:pt x="17280" y="11744"/>
                  <a:pt x="17280" y="13841"/>
                  <a:pt x="17280" y="14470"/>
                </a:cubicBezTo>
                <a:cubicBezTo>
                  <a:pt x="17280" y="17406"/>
                  <a:pt x="13200" y="16148"/>
                  <a:pt x="13200" y="16148"/>
                </a:cubicBezTo>
                <a:cubicBezTo>
                  <a:pt x="13200" y="16148"/>
                  <a:pt x="14400" y="19713"/>
                  <a:pt x="11280" y="19713"/>
                </a:cubicBezTo>
                <a:cubicBezTo>
                  <a:pt x="9600" y="19713"/>
                  <a:pt x="8640" y="19713"/>
                  <a:pt x="2160" y="19713"/>
                </a:cubicBezTo>
                <a:cubicBezTo>
                  <a:pt x="2160" y="4194"/>
                  <a:pt x="2160" y="4194"/>
                  <a:pt x="2160" y="4194"/>
                </a:cubicBezTo>
                <a:cubicBezTo>
                  <a:pt x="9120" y="4194"/>
                  <a:pt x="9120" y="4194"/>
                  <a:pt x="9120" y="4194"/>
                </a:cubicBezTo>
                <a:cubicBezTo>
                  <a:pt x="9840" y="3355"/>
                  <a:pt x="10800" y="2726"/>
                  <a:pt x="11760" y="2307"/>
                </a:cubicBezTo>
                <a:cubicBezTo>
                  <a:pt x="0" y="2307"/>
                  <a:pt x="0" y="2307"/>
                  <a:pt x="0" y="2307"/>
                </a:cubicBezTo>
                <a:cubicBezTo>
                  <a:pt x="0" y="21600"/>
                  <a:pt x="0" y="21600"/>
                  <a:pt x="0" y="21600"/>
                </a:cubicBezTo>
                <a:cubicBezTo>
                  <a:pt x="11280" y="21600"/>
                  <a:pt x="11280" y="21600"/>
                  <a:pt x="11280" y="21600"/>
                </a:cubicBezTo>
                <a:cubicBezTo>
                  <a:pt x="14880" y="21600"/>
                  <a:pt x="19440" y="17406"/>
                  <a:pt x="19440" y="14470"/>
                </a:cubicBezTo>
                <a:cubicBezTo>
                  <a:pt x="19440" y="7759"/>
                  <a:pt x="19440" y="7759"/>
                  <a:pt x="19440" y="7759"/>
                </a:cubicBezTo>
                <a:cubicBezTo>
                  <a:pt x="18480" y="8598"/>
                  <a:pt x="19200" y="8179"/>
                  <a:pt x="17280" y="9647"/>
                </a:cubicBezTo>
                <a:close/>
                <a:moveTo>
                  <a:pt x="8640" y="8598"/>
                </a:moveTo>
                <a:cubicBezTo>
                  <a:pt x="10080" y="3146"/>
                  <a:pt x="17280" y="1887"/>
                  <a:pt x="17280" y="1887"/>
                </a:cubicBezTo>
                <a:cubicBezTo>
                  <a:pt x="17280" y="0"/>
                  <a:pt x="17280" y="0"/>
                  <a:pt x="17280" y="0"/>
                </a:cubicBezTo>
                <a:cubicBezTo>
                  <a:pt x="21600" y="3775"/>
                  <a:pt x="21600" y="3775"/>
                  <a:pt x="21600" y="3775"/>
                </a:cubicBezTo>
                <a:cubicBezTo>
                  <a:pt x="17280" y="7550"/>
                  <a:pt x="17280" y="7550"/>
                  <a:pt x="17280" y="7550"/>
                </a:cubicBezTo>
                <a:cubicBezTo>
                  <a:pt x="17280" y="5662"/>
                  <a:pt x="17280" y="5662"/>
                  <a:pt x="17280" y="5662"/>
                </a:cubicBezTo>
                <a:cubicBezTo>
                  <a:pt x="17280" y="5662"/>
                  <a:pt x="11520" y="5662"/>
                  <a:pt x="8640" y="8598"/>
                </a:cubicBezTo>
                <a:close/>
              </a:path>
            </a:pathLst>
          </a:custGeom>
          <a:solidFill>
            <a:schemeClr val="accent4">
              <a:lumOff val="58054"/>
            </a:schemeClr>
          </a:solidFill>
          <a:ln w="12700">
            <a:miter lim="400000"/>
          </a:ln>
        </p:spPr>
        <p:txBody>
          <a:bodyPr lIns="109727" tIns="109727" rIns="109727" bIns="109727"/>
          <a:lstStyle/>
          <a:p>
            <a:endParaRPr/>
          </a:p>
        </p:txBody>
      </p:sp>
      <p:sp>
        <p:nvSpPr>
          <p:cNvPr id="654" name="Shape"/>
          <p:cNvSpPr/>
          <p:nvPr/>
        </p:nvSpPr>
        <p:spPr>
          <a:xfrm>
            <a:off x="1895440" y="4803898"/>
            <a:ext cx="517681" cy="532914"/>
          </a:xfrm>
          <a:custGeom>
            <a:avLst/>
            <a:gdLst/>
            <a:ahLst/>
            <a:cxnLst>
              <a:cxn ang="0">
                <a:pos x="wd2" y="hd2"/>
              </a:cxn>
              <a:cxn ang="5400000">
                <a:pos x="wd2" y="hd2"/>
              </a:cxn>
              <a:cxn ang="10800000">
                <a:pos x="wd2" y="hd2"/>
              </a:cxn>
              <a:cxn ang="16200000">
                <a:pos x="wd2" y="hd2"/>
              </a:cxn>
            </a:cxnLst>
            <a:rect l="0" t="0" r="r" b="b"/>
            <a:pathLst>
              <a:path w="21600" h="21600" extrusionOk="0">
                <a:moveTo>
                  <a:pt x="0" y="4194"/>
                </a:moveTo>
                <a:cubicBezTo>
                  <a:pt x="4447" y="4194"/>
                  <a:pt x="8894" y="6082"/>
                  <a:pt x="12282" y="9227"/>
                </a:cubicBezTo>
                <a:cubicBezTo>
                  <a:pt x="15459" y="12583"/>
                  <a:pt x="17365" y="16986"/>
                  <a:pt x="17365" y="21600"/>
                </a:cubicBezTo>
                <a:cubicBezTo>
                  <a:pt x="21600" y="21600"/>
                  <a:pt x="21600" y="21600"/>
                  <a:pt x="21600" y="21600"/>
                </a:cubicBezTo>
                <a:cubicBezTo>
                  <a:pt x="21600" y="9647"/>
                  <a:pt x="11859" y="0"/>
                  <a:pt x="0" y="0"/>
                </a:cubicBezTo>
                <a:lnTo>
                  <a:pt x="0" y="4194"/>
                </a:lnTo>
                <a:close/>
                <a:moveTo>
                  <a:pt x="0" y="7340"/>
                </a:moveTo>
                <a:cubicBezTo>
                  <a:pt x="0" y="11534"/>
                  <a:pt x="0" y="11534"/>
                  <a:pt x="0" y="11534"/>
                </a:cubicBezTo>
                <a:cubicBezTo>
                  <a:pt x="5506" y="11744"/>
                  <a:pt x="9953" y="16148"/>
                  <a:pt x="9953" y="21600"/>
                </a:cubicBezTo>
                <a:cubicBezTo>
                  <a:pt x="14188" y="21600"/>
                  <a:pt x="14188" y="21600"/>
                  <a:pt x="14188" y="21600"/>
                </a:cubicBezTo>
                <a:cubicBezTo>
                  <a:pt x="14188" y="13631"/>
                  <a:pt x="7835" y="7340"/>
                  <a:pt x="0" y="7340"/>
                </a:cubicBezTo>
                <a:close/>
                <a:moveTo>
                  <a:pt x="5718" y="18664"/>
                </a:moveTo>
                <a:cubicBezTo>
                  <a:pt x="5718" y="20132"/>
                  <a:pt x="4447" y="21600"/>
                  <a:pt x="2965" y="21600"/>
                </a:cubicBezTo>
                <a:cubicBezTo>
                  <a:pt x="1271" y="21600"/>
                  <a:pt x="0" y="20132"/>
                  <a:pt x="0" y="18664"/>
                </a:cubicBezTo>
                <a:cubicBezTo>
                  <a:pt x="0" y="16986"/>
                  <a:pt x="1271" y="15728"/>
                  <a:pt x="2965" y="15728"/>
                </a:cubicBezTo>
                <a:cubicBezTo>
                  <a:pt x="4447" y="15728"/>
                  <a:pt x="5718" y="16986"/>
                  <a:pt x="5718" y="18664"/>
                </a:cubicBezTo>
                <a:close/>
              </a:path>
            </a:pathLst>
          </a:custGeom>
          <a:solidFill>
            <a:schemeClr val="accent4">
              <a:lumOff val="58054"/>
            </a:schemeClr>
          </a:solidFill>
          <a:ln w="12700">
            <a:miter lim="400000"/>
          </a:ln>
        </p:spPr>
        <p:txBody>
          <a:bodyPr lIns="109727" tIns="109727" rIns="109727" bIns="109727"/>
          <a:lstStyle/>
          <a:p>
            <a:endParaRPr/>
          </a:p>
        </p:txBody>
      </p:sp>
      <p:sp>
        <p:nvSpPr>
          <p:cNvPr id="655" name="Shape"/>
          <p:cNvSpPr/>
          <p:nvPr/>
        </p:nvSpPr>
        <p:spPr>
          <a:xfrm>
            <a:off x="3235324" y="1027870"/>
            <a:ext cx="472011" cy="532914"/>
          </a:xfrm>
          <a:custGeom>
            <a:avLst/>
            <a:gdLst/>
            <a:ahLst/>
            <a:cxnLst>
              <a:cxn ang="0">
                <a:pos x="wd2" y="hd2"/>
              </a:cxn>
              <a:cxn ang="5400000">
                <a:pos x="wd2" y="hd2"/>
              </a:cxn>
              <a:cxn ang="10800000">
                <a:pos x="wd2" y="hd2"/>
              </a:cxn>
              <a:cxn ang="16200000">
                <a:pos x="wd2" y="hd2"/>
              </a:cxn>
            </a:cxnLst>
            <a:rect l="0" t="0" r="r" b="b"/>
            <a:pathLst>
              <a:path w="21600" h="21600" extrusionOk="0">
                <a:moveTo>
                  <a:pt x="0" y="3703"/>
                </a:moveTo>
                <a:lnTo>
                  <a:pt x="2090" y="3703"/>
                </a:lnTo>
                <a:lnTo>
                  <a:pt x="2090" y="1234"/>
                </a:lnTo>
                <a:lnTo>
                  <a:pt x="4181" y="1234"/>
                </a:lnTo>
                <a:lnTo>
                  <a:pt x="4181" y="0"/>
                </a:lnTo>
                <a:lnTo>
                  <a:pt x="0" y="0"/>
                </a:lnTo>
                <a:lnTo>
                  <a:pt x="0" y="3703"/>
                </a:lnTo>
                <a:close/>
                <a:moveTo>
                  <a:pt x="9755" y="12960"/>
                </a:moveTo>
                <a:lnTo>
                  <a:pt x="6271" y="12960"/>
                </a:lnTo>
                <a:lnTo>
                  <a:pt x="6271" y="14811"/>
                </a:lnTo>
                <a:lnTo>
                  <a:pt x="9755" y="14811"/>
                </a:lnTo>
                <a:lnTo>
                  <a:pt x="9755" y="12960"/>
                </a:lnTo>
                <a:close/>
                <a:moveTo>
                  <a:pt x="2090" y="11109"/>
                </a:moveTo>
                <a:lnTo>
                  <a:pt x="0" y="11109"/>
                </a:lnTo>
                <a:lnTo>
                  <a:pt x="0" y="14811"/>
                </a:lnTo>
                <a:lnTo>
                  <a:pt x="4181" y="14811"/>
                </a:lnTo>
                <a:lnTo>
                  <a:pt x="4181" y="12960"/>
                </a:lnTo>
                <a:lnTo>
                  <a:pt x="2090" y="12960"/>
                </a:lnTo>
                <a:lnTo>
                  <a:pt x="2090" y="11109"/>
                </a:lnTo>
                <a:close/>
                <a:moveTo>
                  <a:pt x="14632" y="5554"/>
                </a:moveTo>
                <a:lnTo>
                  <a:pt x="14632" y="7406"/>
                </a:lnTo>
                <a:lnTo>
                  <a:pt x="16723" y="8640"/>
                </a:lnTo>
                <a:lnTo>
                  <a:pt x="16723" y="5554"/>
                </a:lnTo>
                <a:lnTo>
                  <a:pt x="14632" y="5554"/>
                </a:lnTo>
                <a:close/>
                <a:moveTo>
                  <a:pt x="14632" y="3703"/>
                </a:moveTo>
                <a:lnTo>
                  <a:pt x="16723" y="3703"/>
                </a:lnTo>
                <a:lnTo>
                  <a:pt x="16723" y="0"/>
                </a:lnTo>
                <a:lnTo>
                  <a:pt x="11845" y="0"/>
                </a:lnTo>
                <a:lnTo>
                  <a:pt x="11845" y="1234"/>
                </a:lnTo>
                <a:lnTo>
                  <a:pt x="14632" y="1234"/>
                </a:lnTo>
                <a:lnTo>
                  <a:pt x="14632" y="3703"/>
                </a:lnTo>
                <a:close/>
                <a:moveTo>
                  <a:pt x="2090" y="5554"/>
                </a:moveTo>
                <a:lnTo>
                  <a:pt x="0" y="5554"/>
                </a:lnTo>
                <a:lnTo>
                  <a:pt x="0" y="9257"/>
                </a:lnTo>
                <a:lnTo>
                  <a:pt x="2090" y="9257"/>
                </a:lnTo>
                <a:lnTo>
                  <a:pt x="2090" y="5554"/>
                </a:lnTo>
                <a:close/>
                <a:moveTo>
                  <a:pt x="10452" y="0"/>
                </a:moveTo>
                <a:lnTo>
                  <a:pt x="6271" y="0"/>
                </a:lnTo>
                <a:lnTo>
                  <a:pt x="6271" y="1234"/>
                </a:lnTo>
                <a:lnTo>
                  <a:pt x="10452" y="1234"/>
                </a:lnTo>
                <a:lnTo>
                  <a:pt x="10452" y="0"/>
                </a:lnTo>
                <a:close/>
                <a:moveTo>
                  <a:pt x="17419" y="14811"/>
                </a:moveTo>
                <a:lnTo>
                  <a:pt x="20206" y="20366"/>
                </a:lnTo>
                <a:lnTo>
                  <a:pt x="17419" y="21600"/>
                </a:lnTo>
                <a:lnTo>
                  <a:pt x="14632" y="16046"/>
                </a:lnTo>
                <a:lnTo>
                  <a:pt x="11148" y="19131"/>
                </a:lnTo>
                <a:lnTo>
                  <a:pt x="11148" y="6789"/>
                </a:lnTo>
                <a:lnTo>
                  <a:pt x="21600" y="14194"/>
                </a:lnTo>
                <a:lnTo>
                  <a:pt x="17419" y="14811"/>
                </a:lnTo>
                <a:close/>
              </a:path>
            </a:pathLst>
          </a:custGeom>
          <a:solidFill>
            <a:schemeClr val="accent4">
              <a:lumOff val="58054"/>
            </a:schemeClr>
          </a:solidFill>
          <a:ln w="12700">
            <a:miter lim="400000"/>
          </a:ln>
        </p:spPr>
        <p:txBody>
          <a:bodyPr lIns="109727" tIns="109727" rIns="109727" bIns="109727"/>
          <a:lstStyle/>
          <a:p>
            <a:endParaRPr/>
          </a:p>
        </p:txBody>
      </p:sp>
      <p:sp>
        <p:nvSpPr>
          <p:cNvPr id="656" name="Shape"/>
          <p:cNvSpPr/>
          <p:nvPr/>
        </p:nvSpPr>
        <p:spPr>
          <a:xfrm>
            <a:off x="3204867" y="3570604"/>
            <a:ext cx="532913" cy="472011"/>
          </a:xfrm>
          <a:custGeom>
            <a:avLst/>
            <a:gdLst/>
            <a:ahLst/>
            <a:cxnLst>
              <a:cxn ang="0">
                <a:pos x="wd2" y="hd2"/>
              </a:cxn>
              <a:cxn ang="5400000">
                <a:pos x="wd2" y="hd2"/>
              </a:cxn>
              <a:cxn ang="10800000">
                <a:pos x="wd2" y="hd2"/>
              </a:cxn>
              <a:cxn ang="16200000">
                <a:pos x="wd2" y="hd2"/>
              </a:cxn>
            </a:cxnLst>
            <a:rect l="0" t="0" r="r" b="b"/>
            <a:pathLst>
              <a:path w="21600" h="21600" extrusionOk="0">
                <a:moveTo>
                  <a:pt x="19131" y="18813"/>
                </a:moveTo>
                <a:lnTo>
                  <a:pt x="11726" y="18813"/>
                </a:lnTo>
                <a:lnTo>
                  <a:pt x="11726" y="5574"/>
                </a:lnTo>
                <a:lnTo>
                  <a:pt x="19131" y="5574"/>
                </a:lnTo>
                <a:lnTo>
                  <a:pt x="19131" y="18813"/>
                </a:lnTo>
                <a:close/>
                <a:moveTo>
                  <a:pt x="2469" y="5574"/>
                </a:moveTo>
                <a:lnTo>
                  <a:pt x="9874" y="5574"/>
                </a:lnTo>
                <a:lnTo>
                  <a:pt x="9874" y="18813"/>
                </a:lnTo>
                <a:lnTo>
                  <a:pt x="2469" y="18813"/>
                </a:lnTo>
                <a:lnTo>
                  <a:pt x="2469" y="5574"/>
                </a:lnTo>
                <a:close/>
                <a:moveTo>
                  <a:pt x="0" y="0"/>
                </a:moveTo>
                <a:lnTo>
                  <a:pt x="0" y="21600"/>
                </a:lnTo>
                <a:lnTo>
                  <a:pt x="21600" y="21600"/>
                </a:lnTo>
                <a:lnTo>
                  <a:pt x="21600" y="0"/>
                </a:ln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57" name="Shape"/>
          <p:cNvSpPr/>
          <p:nvPr/>
        </p:nvSpPr>
        <p:spPr>
          <a:xfrm>
            <a:off x="3204867" y="4803898"/>
            <a:ext cx="532913" cy="532914"/>
          </a:xfrm>
          <a:custGeom>
            <a:avLst/>
            <a:gdLst/>
            <a:ahLst/>
            <a:cxnLst>
              <a:cxn ang="0">
                <a:pos x="wd2" y="hd2"/>
              </a:cxn>
              <a:cxn ang="5400000">
                <a:pos x="wd2" y="hd2"/>
              </a:cxn>
              <a:cxn ang="10800000">
                <a:pos x="wd2" y="hd2"/>
              </a:cxn>
              <a:cxn ang="16200000">
                <a:pos x="wd2" y="hd2"/>
              </a:cxn>
            </a:cxnLst>
            <a:rect l="0" t="0" r="r" b="b"/>
            <a:pathLst>
              <a:path w="21600" h="21600" extrusionOk="0">
                <a:moveTo>
                  <a:pt x="15728" y="18245"/>
                </a:moveTo>
                <a:cubicBezTo>
                  <a:pt x="18245" y="18245"/>
                  <a:pt x="18245" y="18245"/>
                  <a:pt x="18245" y="18245"/>
                </a:cubicBezTo>
                <a:cubicBezTo>
                  <a:pt x="19083" y="19922"/>
                  <a:pt x="19083" y="19922"/>
                  <a:pt x="19083" y="19922"/>
                </a:cubicBezTo>
                <a:cubicBezTo>
                  <a:pt x="16357" y="19922"/>
                  <a:pt x="16357" y="19922"/>
                  <a:pt x="16357" y="19922"/>
                </a:cubicBezTo>
                <a:lnTo>
                  <a:pt x="15728" y="18245"/>
                </a:lnTo>
                <a:close/>
                <a:moveTo>
                  <a:pt x="5872" y="19922"/>
                </a:moveTo>
                <a:cubicBezTo>
                  <a:pt x="2517" y="19922"/>
                  <a:pt x="2517" y="19922"/>
                  <a:pt x="2517" y="19922"/>
                </a:cubicBezTo>
                <a:cubicBezTo>
                  <a:pt x="4404" y="16357"/>
                  <a:pt x="4404" y="16357"/>
                  <a:pt x="4404" y="16357"/>
                </a:cubicBezTo>
                <a:cubicBezTo>
                  <a:pt x="5033" y="18245"/>
                  <a:pt x="5033" y="18245"/>
                  <a:pt x="5033" y="18245"/>
                </a:cubicBezTo>
                <a:cubicBezTo>
                  <a:pt x="6711" y="18245"/>
                  <a:pt x="6711" y="18245"/>
                  <a:pt x="6711" y="18245"/>
                </a:cubicBezTo>
                <a:lnTo>
                  <a:pt x="5872" y="19922"/>
                </a:lnTo>
                <a:close/>
                <a:moveTo>
                  <a:pt x="18035" y="14470"/>
                </a:moveTo>
                <a:cubicBezTo>
                  <a:pt x="15938" y="14470"/>
                  <a:pt x="15938" y="14470"/>
                  <a:pt x="15938" y="14470"/>
                </a:cubicBezTo>
                <a:cubicBezTo>
                  <a:pt x="15518" y="14889"/>
                  <a:pt x="14889" y="15518"/>
                  <a:pt x="14470" y="15938"/>
                </a:cubicBezTo>
                <a:cubicBezTo>
                  <a:pt x="17196" y="15938"/>
                  <a:pt x="17196" y="15938"/>
                  <a:pt x="17196" y="15938"/>
                </a:cubicBezTo>
                <a:cubicBezTo>
                  <a:pt x="17825" y="17406"/>
                  <a:pt x="17825" y="17406"/>
                  <a:pt x="17825" y="17406"/>
                </a:cubicBezTo>
                <a:cubicBezTo>
                  <a:pt x="13002" y="17406"/>
                  <a:pt x="13002" y="17406"/>
                  <a:pt x="13002" y="17406"/>
                </a:cubicBezTo>
                <a:cubicBezTo>
                  <a:pt x="12792" y="17616"/>
                  <a:pt x="12583" y="18035"/>
                  <a:pt x="12163" y="18245"/>
                </a:cubicBezTo>
                <a:cubicBezTo>
                  <a:pt x="14680" y="18245"/>
                  <a:pt x="14680" y="18245"/>
                  <a:pt x="14680" y="18245"/>
                </a:cubicBezTo>
                <a:cubicBezTo>
                  <a:pt x="15518" y="19922"/>
                  <a:pt x="15518" y="19922"/>
                  <a:pt x="15518" y="19922"/>
                </a:cubicBezTo>
                <a:cubicBezTo>
                  <a:pt x="6711" y="19922"/>
                  <a:pt x="6711" y="19922"/>
                  <a:pt x="6711" y="19922"/>
                </a:cubicBezTo>
                <a:cubicBezTo>
                  <a:pt x="7550" y="18245"/>
                  <a:pt x="7550" y="18245"/>
                  <a:pt x="7550" y="18245"/>
                </a:cubicBezTo>
                <a:cubicBezTo>
                  <a:pt x="9437" y="18245"/>
                  <a:pt x="9437" y="18245"/>
                  <a:pt x="9437" y="18245"/>
                </a:cubicBezTo>
                <a:cubicBezTo>
                  <a:pt x="9227" y="18035"/>
                  <a:pt x="9017" y="17616"/>
                  <a:pt x="8598" y="17406"/>
                </a:cubicBezTo>
                <a:cubicBezTo>
                  <a:pt x="5662" y="17406"/>
                  <a:pt x="5662" y="17406"/>
                  <a:pt x="5662" y="17406"/>
                </a:cubicBezTo>
                <a:cubicBezTo>
                  <a:pt x="5033" y="15938"/>
                  <a:pt x="5033" y="15938"/>
                  <a:pt x="5033" y="15938"/>
                </a:cubicBezTo>
                <a:cubicBezTo>
                  <a:pt x="7340" y="15938"/>
                  <a:pt x="7340" y="15938"/>
                  <a:pt x="7340" y="15938"/>
                </a:cubicBezTo>
                <a:cubicBezTo>
                  <a:pt x="6711" y="15518"/>
                  <a:pt x="6291" y="14889"/>
                  <a:pt x="5662" y="14470"/>
                </a:cubicBezTo>
                <a:cubicBezTo>
                  <a:pt x="3565" y="14470"/>
                  <a:pt x="3565" y="14470"/>
                  <a:pt x="3565" y="14470"/>
                </a:cubicBezTo>
                <a:cubicBezTo>
                  <a:pt x="0" y="21600"/>
                  <a:pt x="0" y="21600"/>
                  <a:pt x="0" y="21600"/>
                </a:cubicBezTo>
                <a:cubicBezTo>
                  <a:pt x="21600" y="21600"/>
                  <a:pt x="21600" y="21600"/>
                  <a:pt x="21600" y="21600"/>
                </a:cubicBezTo>
                <a:lnTo>
                  <a:pt x="18035" y="14470"/>
                </a:lnTo>
                <a:close/>
                <a:moveTo>
                  <a:pt x="16148" y="6920"/>
                </a:moveTo>
                <a:cubicBezTo>
                  <a:pt x="16148" y="3984"/>
                  <a:pt x="13841" y="1678"/>
                  <a:pt x="10905" y="1678"/>
                </a:cubicBezTo>
                <a:cubicBezTo>
                  <a:pt x="7969" y="1678"/>
                  <a:pt x="5662" y="3984"/>
                  <a:pt x="5662" y="6920"/>
                </a:cubicBezTo>
                <a:cubicBezTo>
                  <a:pt x="5662" y="9647"/>
                  <a:pt x="7969" y="11953"/>
                  <a:pt x="10905" y="11953"/>
                </a:cubicBezTo>
                <a:cubicBezTo>
                  <a:pt x="13841" y="11953"/>
                  <a:pt x="16148" y="9647"/>
                  <a:pt x="16148" y="6920"/>
                </a:cubicBezTo>
                <a:close/>
                <a:moveTo>
                  <a:pt x="18035" y="7130"/>
                </a:moveTo>
                <a:cubicBezTo>
                  <a:pt x="18035" y="11115"/>
                  <a:pt x="14470" y="13631"/>
                  <a:pt x="10905" y="17406"/>
                </a:cubicBezTo>
                <a:cubicBezTo>
                  <a:pt x="7130" y="13631"/>
                  <a:pt x="3775" y="11115"/>
                  <a:pt x="3775" y="7130"/>
                </a:cubicBezTo>
                <a:cubicBezTo>
                  <a:pt x="3775" y="3146"/>
                  <a:pt x="6920" y="0"/>
                  <a:pt x="10905" y="0"/>
                </a:cubicBezTo>
                <a:cubicBezTo>
                  <a:pt x="14889" y="0"/>
                  <a:pt x="18035" y="3146"/>
                  <a:pt x="18035" y="7130"/>
                </a:cubicBezTo>
                <a:close/>
                <a:moveTo>
                  <a:pt x="7130" y="6501"/>
                </a:moveTo>
                <a:cubicBezTo>
                  <a:pt x="13631" y="4194"/>
                  <a:pt x="13631" y="4194"/>
                  <a:pt x="13631" y="4194"/>
                </a:cubicBezTo>
                <a:cubicBezTo>
                  <a:pt x="11115" y="10695"/>
                  <a:pt x="11115" y="10695"/>
                  <a:pt x="11115" y="10695"/>
                </a:cubicBezTo>
                <a:cubicBezTo>
                  <a:pt x="10485" y="7340"/>
                  <a:pt x="10485" y="7340"/>
                  <a:pt x="10485" y="7340"/>
                </a:cubicBezTo>
                <a:lnTo>
                  <a:pt x="7130" y="6501"/>
                </a:lnTo>
                <a:close/>
              </a:path>
            </a:pathLst>
          </a:custGeom>
          <a:solidFill>
            <a:schemeClr val="accent4">
              <a:lumOff val="58054"/>
            </a:schemeClr>
          </a:solidFill>
          <a:ln w="12700">
            <a:miter lim="400000"/>
          </a:ln>
        </p:spPr>
        <p:txBody>
          <a:bodyPr lIns="109727" tIns="109727" rIns="109727" bIns="109727"/>
          <a:lstStyle/>
          <a:p>
            <a:endParaRPr/>
          </a:p>
        </p:txBody>
      </p:sp>
      <p:sp>
        <p:nvSpPr>
          <p:cNvPr id="658" name="Shape"/>
          <p:cNvSpPr/>
          <p:nvPr/>
        </p:nvSpPr>
        <p:spPr>
          <a:xfrm>
            <a:off x="3280992" y="6067655"/>
            <a:ext cx="380653" cy="517681"/>
          </a:xfrm>
          <a:custGeom>
            <a:avLst/>
            <a:gdLst/>
            <a:ahLst/>
            <a:cxnLst>
              <a:cxn ang="0">
                <a:pos x="wd2" y="hd2"/>
              </a:cxn>
              <a:cxn ang="5400000">
                <a:pos x="wd2" y="hd2"/>
              </a:cxn>
              <a:cxn ang="10800000">
                <a:pos x="wd2" y="hd2"/>
              </a:cxn>
              <a:cxn ang="16200000">
                <a:pos x="wd2" y="hd2"/>
              </a:cxn>
            </a:cxnLst>
            <a:rect l="0" t="0" r="r" b="b"/>
            <a:pathLst>
              <a:path w="21600" h="21600" extrusionOk="0">
                <a:moveTo>
                  <a:pt x="10940" y="2307"/>
                </a:moveTo>
                <a:cubicBezTo>
                  <a:pt x="10379" y="2307"/>
                  <a:pt x="9818" y="1887"/>
                  <a:pt x="9818" y="1468"/>
                </a:cubicBezTo>
                <a:cubicBezTo>
                  <a:pt x="9818" y="1049"/>
                  <a:pt x="10379" y="629"/>
                  <a:pt x="10940" y="629"/>
                </a:cubicBezTo>
                <a:cubicBezTo>
                  <a:pt x="11501" y="629"/>
                  <a:pt x="12062" y="1049"/>
                  <a:pt x="12062" y="1468"/>
                </a:cubicBezTo>
                <a:cubicBezTo>
                  <a:pt x="12062" y="1887"/>
                  <a:pt x="11501" y="2307"/>
                  <a:pt x="10940" y="2307"/>
                </a:cubicBezTo>
                <a:close/>
                <a:moveTo>
                  <a:pt x="13745" y="2307"/>
                </a:moveTo>
                <a:cubicBezTo>
                  <a:pt x="13184" y="2307"/>
                  <a:pt x="12623" y="2097"/>
                  <a:pt x="12623" y="1468"/>
                </a:cubicBezTo>
                <a:cubicBezTo>
                  <a:pt x="12623" y="629"/>
                  <a:pt x="11782" y="0"/>
                  <a:pt x="10940" y="0"/>
                </a:cubicBezTo>
                <a:cubicBezTo>
                  <a:pt x="9818" y="0"/>
                  <a:pt x="8977" y="629"/>
                  <a:pt x="8977" y="1468"/>
                </a:cubicBezTo>
                <a:cubicBezTo>
                  <a:pt x="8977" y="2097"/>
                  <a:pt x="8696" y="2307"/>
                  <a:pt x="8135" y="2307"/>
                </a:cubicBezTo>
                <a:cubicBezTo>
                  <a:pt x="8135" y="2307"/>
                  <a:pt x="8135" y="2307"/>
                  <a:pt x="8135" y="2307"/>
                </a:cubicBezTo>
                <a:cubicBezTo>
                  <a:pt x="8135" y="3565"/>
                  <a:pt x="8135" y="3565"/>
                  <a:pt x="8135" y="3565"/>
                </a:cubicBezTo>
                <a:cubicBezTo>
                  <a:pt x="13745" y="3565"/>
                  <a:pt x="13745" y="3565"/>
                  <a:pt x="13745" y="3565"/>
                </a:cubicBezTo>
                <a:lnTo>
                  <a:pt x="13745" y="2307"/>
                </a:lnTo>
                <a:close/>
                <a:moveTo>
                  <a:pt x="17673" y="17406"/>
                </a:moveTo>
                <a:cubicBezTo>
                  <a:pt x="15429" y="14260"/>
                  <a:pt x="4208" y="14050"/>
                  <a:pt x="3086" y="10695"/>
                </a:cubicBezTo>
                <a:cubicBezTo>
                  <a:pt x="3366" y="10276"/>
                  <a:pt x="3647" y="9856"/>
                  <a:pt x="4208" y="9437"/>
                </a:cubicBezTo>
                <a:cubicBezTo>
                  <a:pt x="6171" y="13002"/>
                  <a:pt x="16831" y="13212"/>
                  <a:pt x="18795" y="16148"/>
                </a:cubicBezTo>
                <a:cubicBezTo>
                  <a:pt x="18514" y="16567"/>
                  <a:pt x="18234" y="16986"/>
                  <a:pt x="17673" y="17406"/>
                </a:cubicBezTo>
                <a:close/>
                <a:moveTo>
                  <a:pt x="2244" y="13631"/>
                </a:moveTo>
                <a:cubicBezTo>
                  <a:pt x="2244" y="13212"/>
                  <a:pt x="2244" y="12792"/>
                  <a:pt x="2244" y="12373"/>
                </a:cubicBezTo>
                <a:cubicBezTo>
                  <a:pt x="4769" y="15938"/>
                  <a:pt x="14026" y="15938"/>
                  <a:pt x="16551" y="18454"/>
                </a:cubicBezTo>
                <a:cubicBezTo>
                  <a:pt x="15148" y="19503"/>
                  <a:pt x="12904" y="20132"/>
                  <a:pt x="10940" y="20132"/>
                </a:cubicBezTo>
                <a:cubicBezTo>
                  <a:pt x="6171" y="20132"/>
                  <a:pt x="2244" y="17196"/>
                  <a:pt x="2244" y="13631"/>
                </a:cubicBezTo>
                <a:close/>
                <a:moveTo>
                  <a:pt x="10940" y="7130"/>
                </a:moveTo>
                <a:cubicBezTo>
                  <a:pt x="15709" y="7130"/>
                  <a:pt x="19636" y="10066"/>
                  <a:pt x="19636" y="13631"/>
                </a:cubicBezTo>
                <a:cubicBezTo>
                  <a:pt x="19636" y="13841"/>
                  <a:pt x="19636" y="14260"/>
                  <a:pt x="19356" y="14470"/>
                </a:cubicBezTo>
                <a:cubicBezTo>
                  <a:pt x="16270" y="11534"/>
                  <a:pt x="7574" y="11115"/>
                  <a:pt x="5610" y="8388"/>
                </a:cubicBezTo>
                <a:cubicBezTo>
                  <a:pt x="7013" y="7550"/>
                  <a:pt x="8977" y="7130"/>
                  <a:pt x="10940" y="7130"/>
                </a:cubicBezTo>
                <a:close/>
                <a:moveTo>
                  <a:pt x="18514" y="7969"/>
                </a:moveTo>
                <a:cubicBezTo>
                  <a:pt x="16551" y="6291"/>
                  <a:pt x="14306" y="6291"/>
                  <a:pt x="13745" y="4614"/>
                </a:cubicBezTo>
                <a:cubicBezTo>
                  <a:pt x="8135" y="4614"/>
                  <a:pt x="8135" y="4614"/>
                  <a:pt x="8135" y="4614"/>
                </a:cubicBezTo>
                <a:cubicBezTo>
                  <a:pt x="7574" y="6291"/>
                  <a:pt x="5330" y="6291"/>
                  <a:pt x="3366" y="7969"/>
                </a:cubicBezTo>
                <a:cubicBezTo>
                  <a:pt x="1403" y="9437"/>
                  <a:pt x="0" y="11324"/>
                  <a:pt x="0" y="13631"/>
                </a:cubicBezTo>
                <a:cubicBezTo>
                  <a:pt x="0" y="18035"/>
                  <a:pt x="5049" y="21600"/>
                  <a:pt x="10940" y="21600"/>
                </a:cubicBezTo>
                <a:cubicBezTo>
                  <a:pt x="16831" y="21600"/>
                  <a:pt x="21600" y="18035"/>
                  <a:pt x="21600" y="13631"/>
                </a:cubicBezTo>
                <a:cubicBezTo>
                  <a:pt x="21600" y="11324"/>
                  <a:pt x="20478" y="9437"/>
                  <a:pt x="18514" y="7969"/>
                </a:cubicBezTo>
                <a:close/>
              </a:path>
            </a:pathLst>
          </a:custGeom>
          <a:solidFill>
            <a:schemeClr val="accent4">
              <a:lumOff val="58054"/>
            </a:schemeClr>
          </a:solidFill>
          <a:ln w="12700">
            <a:miter lim="400000"/>
          </a:ln>
        </p:spPr>
        <p:txBody>
          <a:bodyPr lIns="109727" tIns="109727" rIns="109727" bIns="109727"/>
          <a:lstStyle/>
          <a:p>
            <a:endParaRPr/>
          </a:p>
        </p:txBody>
      </p:sp>
      <p:sp>
        <p:nvSpPr>
          <p:cNvPr id="659" name="Shape"/>
          <p:cNvSpPr/>
          <p:nvPr/>
        </p:nvSpPr>
        <p:spPr>
          <a:xfrm>
            <a:off x="4422940" y="1027870"/>
            <a:ext cx="472011" cy="532914"/>
          </a:xfrm>
          <a:custGeom>
            <a:avLst/>
            <a:gdLst/>
            <a:ahLst/>
            <a:cxnLst>
              <a:cxn ang="0">
                <a:pos x="wd2" y="hd2"/>
              </a:cxn>
              <a:cxn ang="5400000">
                <a:pos x="wd2" y="hd2"/>
              </a:cxn>
              <a:cxn ang="10800000">
                <a:pos x="wd2" y="hd2"/>
              </a:cxn>
              <a:cxn ang="16200000">
                <a:pos x="wd2" y="hd2"/>
              </a:cxn>
            </a:cxnLst>
            <a:rect l="0" t="0" r="r" b="b"/>
            <a:pathLst>
              <a:path w="21600" h="21600" extrusionOk="0">
                <a:moveTo>
                  <a:pt x="17760" y="9017"/>
                </a:moveTo>
                <a:cubicBezTo>
                  <a:pt x="3840" y="9017"/>
                  <a:pt x="3840" y="9017"/>
                  <a:pt x="3840" y="9017"/>
                </a:cubicBezTo>
                <a:cubicBezTo>
                  <a:pt x="3840" y="10695"/>
                  <a:pt x="3840" y="10695"/>
                  <a:pt x="3840" y="10695"/>
                </a:cubicBezTo>
                <a:cubicBezTo>
                  <a:pt x="17760" y="10695"/>
                  <a:pt x="17760" y="10695"/>
                  <a:pt x="17760" y="10695"/>
                </a:cubicBezTo>
                <a:lnTo>
                  <a:pt x="17760" y="9017"/>
                </a:lnTo>
                <a:close/>
                <a:moveTo>
                  <a:pt x="17760" y="12583"/>
                </a:moveTo>
                <a:cubicBezTo>
                  <a:pt x="3840" y="12583"/>
                  <a:pt x="3840" y="12583"/>
                  <a:pt x="3840" y="12583"/>
                </a:cubicBezTo>
                <a:cubicBezTo>
                  <a:pt x="3840" y="14050"/>
                  <a:pt x="3840" y="14050"/>
                  <a:pt x="3840" y="14050"/>
                </a:cubicBezTo>
                <a:cubicBezTo>
                  <a:pt x="17760" y="14050"/>
                  <a:pt x="17760" y="14050"/>
                  <a:pt x="17760" y="14050"/>
                </a:cubicBezTo>
                <a:lnTo>
                  <a:pt x="17760" y="12583"/>
                </a:lnTo>
                <a:close/>
                <a:moveTo>
                  <a:pt x="10080" y="15938"/>
                </a:moveTo>
                <a:cubicBezTo>
                  <a:pt x="3840" y="15938"/>
                  <a:pt x="3840" y="15938"/>
                  <a:pt x="3840" y="15938"/>
                </a:cubicBezTo>
                <a:cubicBezTo>
                  <a:pt x="3840" y="17406"/>
                  <a:pt x="3840" y="17406"/>
                  <a:pt x="3840" y="17406"/>
                </a:cubicBezTo>
                <a:cubicBezTo>
                  <a:pt x="10080" y="17406"/>
                  <a:pt x="10080" y="17406"/>
                  <a:pt x="10080" y="17406"/>
                </a:cubicBezTo>
                <a:lnTo>
                  <a:pt x="10080" y="15938"/>
                </a:lnTo>
                <a:close/>
                <a:moveTo>
                  <a:pt x="21600" y="6501"/>
                </a:moveTo>
                <a:cubicBezTo>
                  <a:pt x="21600" y="12583"/>
                  <a:pt x="21600" y="12583"/>
                  <a:pt x="21600" y="12583"/>
                </a:cubicBezTo>
                <a:cubicBezTo>
                  <a:pt x="21600" y="15728"/>
                  <a:pt x="17760" y="15938"/>
                  <a:pt x="14640" y="15309"/>
                </a:cubicBezTo>
                <a:cubicBezTo>
                  <a:pt x="14640" y="15309"/>
                  <a:pt x="16080" y="21600"/>
                  <a:pt x="11040" y="21600"/>
                </a:cubicBezTo>
                <a:cubicBezTo>
                  <a:pt x="0" y="21600"/>
                  <a:pt x="0" y="21600"/>
                  <a:pt x="0" y="21600"/>
                </a:cubicBezTo>
                <a:cubicBezTo>
                  <a:pt x="0" y="6501"/>
                  <a:pt x="0" y="6501"/>
                  <a:pt x="0" y="6501"/>
                </a:cubicBezTo>
                <a:lnTo>
                  <a:pt x="21600" y="6501"/>
                </a:lnTo>
                <a:close/>
                <a:moveTo>
                  <a:pt x="21600" y="16148"/>
                </a:moveTo>
                <a:cubicBezTo>
                  <a:pt x="20640" y="18454"/>
                  <a:pt x="18240" y="20761"/>
                  <a:pt x="15360" y="21390"/>
                </a:cubicBezTo>
                <a:cubicBezTo>
                  <a:pt x="16560" y="20342"/>
                  <a:pt x="17040" y="18664"/>
                  <a:pt x="16800" y="17406"/>
                </a:cubicBezTo>
                <a:cubicBezTo>
                  <a:pt x="18960" y="17825"/>
                  <a:pt x="20160" y="17196"/>
                  <a:pt x="21600" y="16148"/>
                </a:cubicBezTo>
                <a:close/>
                <a:moveTo>
                  <a:pt x="21600" y="5033"/>
                </a:moveTo>
                <a:cubicBezTo>
                  <a:pt x="0" y="5033"/>
                  <a:pt x="0" y="5033"/>
                  <a:pt x="0" y="5033"/>
                </a:cubicBezTo>
                <a:cubicBezTo>
                  <a:pt x="0" y="0"/>
                  <a:pt x="0" y="0"/>
                  <a:pt x="0" y="0"/>
                </a:cubicBezTo>
                <a:cubicBezTo>
                  <a:pt x="21600" y="0"/>
                  <a:pt x="21600" y="0"/>
                  <a:pt x="21600" y="0"/>
                </a:cubicBezTo>
                <a:lnTo>
                  <a:pt x="21600" y="5033"/>
                </a:lnTo>
                <a:close/>
              </a:path>
            </a:pathLst>
          </a:custGeom>
          <a:solidFill>
            <a:schemeClr val="accent4">
              <a:lumOff val="58054"/>
            </a:schemeClr>
          </a:solidFill>
          <a:ln w="12700">
            <a:miter lim="400000"/>
          </a:ln>
        </p:spPr>
        <p:txBody>
          <a:bodyPr lIns="109727" tIns="109727" rIns="109727" bIns="109727"/>
          <a:lstStyle/>
          <a:p>
            <a:endParaRPr/>
          </a:p>
        </p:txBody>
      </p:sp>
      <p:sp>
        <p:nvSpPr>
          <p:cNvPr id="660" name="Shape"/>
          <p:cNvSpPr/>
          <p:nvPr/>
        </p:nvSpPr>
        <p:spPr>
          <a:xfrm>
            <a:off x="4392490" y="4895252"/>
            <a:ext cx="532914" cy="350202"/>
          </a:xfrm>
          <a:custGeom>
            <a:avLst/>
            <a:gdLst/>
            <a:ahLst/>
            <a:cxnLst>
              <a:cxn ang="0">
                <a:pos x="wd2" y="hd2"/>
              </a:cxn>
              <a:cxn ang="5400000">
                <a:pos x="wd2" y="hd2"/>
              </a:cxn>
              <a:cxn ang="10800000">
                <a:pos x="wd2" y="hd2"/>
              </a:cxn>
              <a:cxn ang="16200000">
                <a:pos x="wd2" y="hd2"/>
              </a:cxn>
            </a:cxnLst>
            <a:rect l="0" t="0" r="r" b="b"/>
            <a:pathLst>
              <a:path w="21600" h="21600" extrusionOk="0">
                <a:moveTo>
                  <a:pt x="19713" y="17788"/>
                </a:moveTo>
                <a:cubicBezTo>
                  <a:pt x="1887" y="17788"/>
                  <a:pt x="1887" y="17788"/>
                  <a:pt x="1887" y="17788"/>
                </a:cubicBezTo>
                <a:cubicBezTo>
                  <a:pt x="1887" y="1588"/>
                  <a:pt x="1887" y="1588"/>
                  <a:pt x="1887" y="1588"/>
                </a:cubicBezTo>
                <a:cubicBezTo>
                  <a:pt x="1887" y="635"/>
                  <a:pt x="2307" y="0"/>
                  <a:pt x="2936" y="0"/>
                </a:cubicBezTo>
                <a:cubicBezTo>
                  <a:pt x="18664" y="0"/>
                  <a:pt x="18664" y="0"/>
                  <a:pt x="18664" y="0"/>
                </a:cubicBezTo>
                <a:cubicBezTo>
                  <a:pt x="19293" y="0"/>
                  <a:pt x="19713" y="635"/>
                  <a:pt x="19713" y="1588"/>
                </a:cubicBezTo>
                <a:lnTo>
                  <a:pt x="19713" y="17788"/>
                </a:lnTo>
                <a:close/>
                <a:moveTo>
                  <a:pt x="18245" y="2224"/>
                </a:moveTo>
                <a:cubicBezTo>
                  <a:pt x="3146" y="2224"/>
                  <a:pt x="3146" y="2224"/>
                  <a:pt x="3146" y="2224"/>
                </a:cubicBezTo>
                <a:cubicBezTo>
                  <a:pt x="3146" y="15882"/>
                  <a:pt x="3146" y="15882"/>
                  <a:pt x="3146" y="15882"/>
                </a:cubicBezTo>
                <a:cubicBezTo>
                  <a:pt x="18245" y="15882"/>
                  <a:pt x="18245" y="15882"/>
                  <a:pt x="18245" y="15882"/>
                </a:cubicBezTo>
                <a:lnTo>
                  <a:pt x="18245" y="2224"/>
                </a:lnTo>
                <a:close/>
                <a:moveTo>
                  <a:pt x="21600" y="19059"/>
                </a:moveTo>
                <a:cubicBezTo>
                  <a:pt x="21600" y="20012"/>
                  <a:pt x="21600" y="20012"/>
                  <a:pt x="21600" y="20012"/>
                </a:cubicBezTo>
                <a:cubicBezTo>
                  <a:pt x="21600" y="20965"/>
                  <a:pt x="21181" y="21600"/>
                  <a:pt x="20551" y="21600"/>
                </a:cubicBezTo>
                <a:cubicBezTo>
                  <a:pt x="1049" y="21600"/>
                  <a:pt x="1049" y="21600"/>
                  <a:pt x="1049" y="21600"/>
                </a:cubicBezTo>
                <a:cubicBezTo>
                  <a:pt x="419" y="21600"/>
                  <a:pt x="0" y="20965"/>
                  <a:pt x="0" y="20012"/>
                </a:cubicBezTo>
                <a:cubicBezTo>
                  <a:pt x="0" y="19059"/>
                  <a:pt x="0" y="19059"/>
                  <a:pt x="0" y="19059"/>
                </a:cubicBezTo>
                <a:cubicBezTo>
                  <a:pt x="8808" y="19059"/>
                  <a:pt x="8808" y="19059"/>
                  <a:pt x="8808" y="19059"/>
                </a:cubicBezTo>
                <a:cubicBezTo>
                  <a:pt x="8808" y="19694"/>
                  <a:pt x="9017" y="19694"/>
                  <a:pt x="9437" y="19694"/>
                </a:cubicBezTo>
                <a:cubicBezTo>
                  <a:pt x="12163" y="19694"/>
                  <a:pt x="12163" y="19694"/>
                  <a:pt x="12163" y="19694"/>
                </a:cubicBezTo>
                <a:cubicBezTo>
                  <a:pt x="12373" y="19694"/>
                  <a:pt x="12792" y="19694"/>
                  <a:pt x="12792" y="19059"/>
                </a:cubicBezTo>
                <a:lnTo>
                  <a:pt x="21600" y="19059"/>
                </a:lnTo>
                <a:close/>
              </a:path>
            </a:pathLst>
          </a:custGeom>
          <a:solidFill>
            <a:schemeClr val="accent4">
              <a:lumOff val="58054"/>
            </a:schemeClr>
          </a:solidFill>
          <a:ln w="12700">
            <a:miter lim="400000"/>
          </a:ln>
        </p:spPr>
        <p:txBody>
          <a:bodyPr lIns="109727" tIns="109727" rIns="109727" bIns="109727"/>
          <a:lstStyle/>
          <a:p>
            <a:endParaRPr/>
          </a:p>
        </p:txBody>
      </p:sp>
      <p:sp>
        <p:nvSpPr>
          <p:cNvPr id="661" name="Shape"/>
          <p:cNvSpPr/>
          <p:nvPr/>
        </p:nvSpPr>
        <p:spPr>
          <a:xfrm>
            <a:off x="4392490" y="6098104"/>
            <a:ext cx="532914" cy="456778"/>
          </a:xfrm>
          <a:custGeom>
            <a:avLst/>
            <a:gdLst/>
            <a:ahLst/>
            <a:cxnLst>
              <a:cxn ang="0">
                <a:pos x="wd2" y="hd2"/>
              </a:cxn>
              <a:cxn ang="5400000">
                <a:pos x="wd2" y="hd2"/>
              </a:cxn>
              <a:cxn ang="10800000">
                <a:pos x="wd2" y="hd2"/>
              </a:cxn>
              <a:cxn ang="16200000">
                <a:pos x="wd2" y="hd2"/>
              </a:cxn>
            </a:cxnLst>
            <a:rect l="0" t="0" r="r" b="b"/>
            <a:pathLst>
              <a:path w="21600" h="21600" extrusionOk="0">
                <a:moveTo>
                  <a:pt x="20983" y="13680"/>
                </a:moveTo>
                <a:lnTo>
                  <a:pt x="20983" y="12240"/>
                </a:lnTo>
                <a:lnTo>
                  <a:pt x="14194" y="12240"/>
                </a:lnTo>
                <a:lnTo>
                  <a:pt x="14194" y="13680"/>
                </a:lnTo>
                <a:lnTo>
                  <a:pt x="18514" y="13680"/>
                </a:lnTo>
                <a:lnTo>
                  <a:pt x="14194" y="20160"/>
                </a:lnTo>
                <a:lnTo>
                  <a:pt x="14194" y="21600"/>
                </a:lnTo>
                <a:lnTo>
                  <a:pt x="20983" y="21600"/>
                </a:lnTo>
                <a:lnTo>
                  <a:pt x="20983" y="20160"/>
                </a:lnTo>
                <a:lnTo>
                  <a:pt x="16663" y="20160"/>
                </a:lnTo>
                <a:lnTo>
                  <a:pt x="20983" y="13680"/>
                </a:lnTo>
                <a:close/>
                <a:moveTo>
                  <a:pt x="16663" y="5760"/>
                </a:moveTo>
                <a:lnTo>
                  <a:pt x="18514" y="5760"/>
                </a:lnTo>
                <a:lnTo>
                  <a:pt x="17897" y="2160"/>
                </a:lnTo>
                <a:lnTo>
                  <a:pt x="16663" y="5760"/>
                </a:lnTo>
                <a:close/>
                <a:moveTo>
                  <a:pt x="15429" y="9360"/>
                </a:moveTo>
                <a:lnTo>
                  <a:pt x="13577" y="9360"/>
                </a:lnTo>
                <a:lnTo>
                  <a:pt x="16663" y="0"/>
                </a:lnTo>
                <a:lnTo>
                  <a:pt x="18514" y="0"/>
                </a:lnTo>
                <a:lnTo>
                  <a:pt x="21600" y="9360"/>
                </a:lnTo>
                <a:lnTo>
                  <a:pt x="19749" y="9360"/>
                </a:lnTo>
                <a:lnTo>
                  <a:pt x="19131" y="7200"/>
                </a:lnTo>
                <a:lnTo>
                  <a:pt x="16046" y="7200"/>
                </a:lnTo>
                <a:lnTo>
                  <a:pt x="15429" y="9360"/>
                </a:lnTo>
                <a:close/>
                <a:moveTo>
                  <a:pt x="6789" y="7920"/>
                </a:moveTo>
                <a:lnTo>
                  <a:pt x="6789" y="13680"/>
                </a:lnTo>
                <a:lnTo>
                  <a:pt x="10491" y="13680"/>
                </a:lnTo>
                <a:lnTo>
                  <a:pt x="4937" y="21600"/>
                </a:lnTo>
                <a:lnTo>
                  <a:pt x="0" y="13680"/>
                </a:lnTo>
                <a:lnTo>
                  <a:pt x="3703" y="13680"/>
                </a:lnTo>
                <a:lnTo>
                  <a:pt x="3703" y="7920"/>
                </a:lnTo>
                <a:lnTo>
                  <a:pt x="0" y="7920"/>
                </a:lnTo>
                <a:lnTo>
                  <a:pt x="4937" y="0"/>
                </a:lnTo>
                <a:lnTo>
                  <a:pt x="10491" y="7920"/>
                </a:lnTo>
                <a:lnTo>
                  <a:pt x="6789" y="7920"/>
                </a:lnTo>
                <a:close/>
              </a:path>
            </a:pathLst>
          </a:custGeom>
          <a:solidFill>
            <a:schemeClr val="accent4">
              <a:lumOff val="58054"/>
            </a:schemeClr>
          </a:solidFill>
          <a:ln w="12700">
            <a:miter lim="400000"/>
          </a:ln>
        </p:spPr>
        <p:txBody>
          <a:bodyPr lIns="109727" tIns="109727" rIns="109727" bIns="109727"/>
          <a:lstStyle/>
          <a:p>
            <a:endParaRPr/>
          </a:p>
        </p:txBody>
      </p:sp>
      <p:sp>
        <p:nvSpPr>
          <p:cNvPr id="662" name="Shape"/>
          <p:cNvSpPr/>
          <p:nvPr/>
        </p:nvSpPr>
        <p:spPr>
          <a:xfrm>
            <a:off x="5717143" y="2291628"/>
            <a:ext cx="456778" cy="517681"/>
          </a:xfrm>
          <a:custGeom>
            <a:avLst/>
            <a:gdLst/>
            <a:ahLst/>
            <a:cxnLst>
              <a:cxn ang="0">
                <a:pos x="wd2" y="hd2"/>
              </a:cxn>
              <a:cxn ang="5400000">
                <a:pos x="wd2" y="hd2"/>
              </a:cxn>
              <a:cxn ang="10800000">
                <a:pos x="wd2" y="hd2"/>
              </a:cxn>
              <a:cxn ang="16200000">
                <a:pos x="wd2" y="hd2"/>
              </a:cxn>
            </a:cxnLst>
            <a:rect l="0" t="0" r="r" b="b"/>
            <a:pathLst>
              <a:path w="21600" h="21600" extrusionOk="0">
                <a:moveTo>
                  <a:pt x="19440" y="19694"/>
                </a:moveTo>
                <a:lnTo>
                  <a:pt x="2880" y="19694"/>
                </a:lnTo>
                <a:lnTo>
                  <a:pt x="2880" y="1906"/>
                </a:lnTo>
                <a:lnTo>
                  <a:pt x="5040" y="1906"/>
                </a:lnTo>
                <a:lnTo>
                  <a:pt x="7200" y="4447"/>
                </a:lnTo>
                <a:lnTo>
                  <a:pt x="14400" y="4447"/>
                </a:lnTo>
                <a:lnTo>
                  <a:pt x="17280" y="1906"/>
                </a:lnTo>
                <a:lnTo>
                  <a:pt x="19440" y="1906"/>
                </a:lnTo>
                <a:lnTo>
                  <a:pt x="19440" y="19694"/>
                </a:lnTo>
                <a:close/>
                <a:moveTo>
                  <a:pt x="0" y="0"/>
                </a:moveTo>
                <a:lnTo>
                  <a:pt x="0" y="21600"/>
                </a:lnTo>
                <a:lnTo>
                  <a:pt x="21600" y="21600"/>
                </a:lnTo>
                <a:lnTo>
                  <a:pt x="21600" y="0"/>
                </a:lnTo>
                <a:lnTo>
                  <a:pt x="0" y="0"/>
                </a:lnTo>
                <a:close/>
                <a:moveTo>
                  <a:pt x="16560" y="10165"/>
                </a:moveTo>
                <a:lnTo>
                  <a:pt x="5760" y="10165"/>
                </a:lnTo>
                <a:lnTo>
                  <a:pt x="5760" y="8259"/>
                </a:lnTo>
                <a:lnTo>
                  <a:pt x="16560" y="8259"/>
                </a:lnTo>
                <a:lnTo>
                  <a:pt x="16560" y="10165"/>
                </a:lnTo>
                <a:close/>
                <a:moveTo>
                  <a:pt x="16560" y="12706"/>
                </a:moveTo>
                <a:lnTo>
                  <a:pt x="5760" y="12706"/>
                </a:lnTo>
                <a:lnTo>
                  <a:pt x="5760" y="11435"/>
                </a:lnTo>
                <a:lnTo>
                  <a:pt x="16560" y="11435"/>
                </a:lnTo>
                <a:lnTo>
                  <a:pt x="16560" y="12706"/>
                </a:lnTo>
                <a:close/>
                <a:moveTo>
                  <a:pt x="16560" y="15882"/>
                </a:moveTo>
                <a:lnTo>
                  <a:pt x="5760" y="15882"/>
                </a:lnTo>
                <a:lnTo>
                  <a:pt x="5760" y="13976"/>
                </a:lnTo>
                <a:lnTo>
                  <a:pt x="16560" y="13976"/>
                </a:lnTo>
                <a:lnTo>
                  <a:pt x="16560" y="15882"/>
                </a:lnTo>
                <a:close/>
              </a:path>
            </a:pathLst>
          </a:custGeom>
          <a:solidFill>
            <a:schemeClr val="accent4">
              <a:lumOff val="58054"/>
            </a:schemeClr>
          </a:solidFill>
          <a:ln w="12700">
            <a:miter lim="400000"/>
          </a:ln>
        </p:spPr>
        <p:txBody>
          <a:bodyPr lIns="109727" tIns="109727" rIns="109727" bIns="109727"/>
          <a:lstStyle/>
          <a:p>
            <a:endParaRPr/>
          </a:p>
        </p:txBody>
      </p:sp>
      <p:sp>
        <p:nvSpPr>
          <p:cNvPr id="663" name="Shape"/>
          <p:cNvSpPr/>
          <p:nvPr/>
        </p:nvSpPr>
        <p:spPr>
          <a:xfrm>
            <a:off x="7057019" y="1027870"/>
            <a:ext cx="517681" cy="532914"/>
          </a:xfrm>
          <a:custGeom>
            <a:avLst/>
            <a:gdLst/>
            <a:ahLst/>
            <a:cxnLst>
              <a:cxn ang="0">
                <a:pos x="wd2" y="hd2"/>
              </a:cxn>
              <a:cxn ang="5400000">
                <a:pos x="wd2" y="hd2"/>
              </a:cxn>
              <a:cxn ang="10800000">
                <a:pos x="wd2" y="hd2"/>
              </a:cxn>
              <a:cxn ang="16200000">
                <a:pos x="wd2" y="hd2"/>
              </a:cxn>
            </a:cxnLst>
            <a:rect l="0" t="0" r="r" b="b"/>
            <a:pathLst>
              <a:path w="21600" h="21600" extrusionOk="0">
                <a:moveTo>
                  <a:pt x="19008" y="8598"/>
                </a:moveTo>
                <a:cubicBezTo>
                  <a:pt x="19224" y="9017"/>
                  <a:pt x="19224" y="9437"/>
                  <a:pt x="19440" y="10066"/>
                </a:cubicBezTo>
                <a:cubicBezTo>
                  <a:pt x="21600" y="10066"/>
                  <a:pt x="21600" y="10066"/>
                  <a:pt x="21600" y="10066"/>
                </a:cubicBezTo>
                <a:cubicBezTo>
                  <a:pt x="21384" y="9227"/>
                  <a:pt x="21168" y="8388"/>
                  <a:pt x="20952" y="7759"/>
                </a:cubicBezTo>
                <a:lnTo>
                  <a:pt x="19008" y="8598"/>
                </a:lnTo>
                <a:close/>
                <a:moveTo>
                  <a:pt x="17928" y="3355"/>
                </a:moveTo>
                <a:cubicBezTo>
                  <a:pt x="17280" y="2726"/>
                  <a:pt x="16416" y="2097"/>
                  <a:pt x="15552" y="1678"/>
                </a:cubicBezTo>
                <a:cubicBezTo>
                  <a:pt x="15552" y="4194"/>
                  <a:pt x="15552" y="4194"/>
                  <a:pt x="15552" y="4194"/>
                </a:cubicBezTo>
                <a:cubicBezTo>
                  <a:pt x="15984" y="4404"/>
                  <a:pt x="16200" y="4614"/>
                  <a:pt x="16416" y="4823"/>
                </a:cubicBezTo>
                <a:lnTo>
                  <a:pt x="17928" y="3355"/>
                </a:lnTo>
                <a:close/>
                <a:moveTo>
                  <a:pt x="16848" y="16986"/>
                </a:moveTo>
                <a:cubicBezTo>
                  <a:pt x="15120" y="18664"/>
                  <a:pt x="13176" y="19503"/>
                  <a:pt x="10800" y="19503"/>
                </a:cubicBezTo>
                <a:cubicBezTo>
                  <a:pt x="8424" y="19503"/>
                  <a:pt x="6480" y="18664"/>
                  <a:pt x="4752" y="16986"/>
                </a:cubicBezTo>
                <a:cubicBezTo>
                  <a:pt x="3240" y="15518"/>
                  <a:pt x="2160" y="13421"/>
                  <a:pt x="2160" y="11115"/>
                </a:cubicBezTo>
                <a:cubicBezTo>
                  <a:pt x="2160" y="8179"/>
                  <a:pt x="3672" y="5662"/>
                  <a:pt x="6048" y="4194"/>
                </a:cubicBezTo>
                <a:cubicBezTo>
                  <a:pt x="6048" y="1678"/>
                  <a:pt x="6048" y="1678"/>
                  <a:pt x="6048" y="1678"/>
                </a:cubicBezTo>
                <a:cubicBezTo>
                  <a:pt x="2592" y="3565"/>
                  <a:pt x="0" y="6920"/>
                  <a:pt x="0" y="11115"/>
                </a:cubicBezTo>
                <a:cubicBezTo>
                  <a:pt x="0" y="16777"/>
                  <a:pt x="4968" y="21600"/>
                  <a:pt x="10800" y="21600"/>
                </a:cubicBezTo>
                <a:cubicBezTo>
                  <a:pt x="13824" y="21600"/>
                  <a:pt x="16416" y="20342"/>
                  <a:pt x="18360" y="18664"/>
                </a:cubicBezTo>
                <a:lnTo>
                  <a:pt x="16848" y="16986"/>
                </a:lnTo>
                <a:close/>
                <a:moveTo>
                  <a:pt x="10800" y="15938"/>
                </a:moveTo>
                <a:cubicBezTo>
                  <a:pt x="16848" y="10066"/>
                  <a:pt x="16848" y="10066"/>
                  <a:pt x="16848" y="10066"/>
                </a:cubicBezTo>
                <a:cubicBezTo>
                  <a:pt x="14040" y="10066"/>
                  <a:pt x="14040" y="10066"/>
                  <a:pt x="14040" y="10066"/>
                </a:cubicBezTo>
                <a:cubicBezTo>
                  <a:pt x="14040" y="0"/>
                  <a:pt x="14040" y="0"/>
                  <a:pt x="14040" y="0"/>
                </a:cubicBezTo>
                <a:cubicBezTo>
                  <a:pt x="7560" y="0"/>
                  <a:pt x="7560" y="0"/>
                  <a:pt x="7560" y="0"/>
                </a:cubicBezTo>
                <a:cubicBezTo>
                  <a:pt x="7560" y="10066"/>
                  <a:pt x="7560" y="10066"/>
                  <a:pt x="7560" y="10066"/>
                </a:cubicBezTo>
                <a:cubicBezTo>
                  <a:pt x="4968" y="10066"/>
                  <a:pt x="4968" y="10066"/>
                  <a:pt x="4968" y="10066"/>
                </a:cubicBezTo>
                <a:lnTo>
                  <a:pt x="10800" y="15938"/>
                </a:lnTo>
                <a:close/>
                <a:moveTo>
                  <a:pt x="19440" y="11534"/>
                </a:moveTo>
                <a:cubicBezTo>
                  <a:pt x="19440" y="12163"/>
                  <a:pt x="19224" y="12583"/>
                  <a:pt x="19224" y="13212"/>
                </a:cubicBezTo>
                <a:cubicBezTo>
                  <a:pt x="21168" y="13841"/>
                  <a:pt x="21168" y="13841"/>
                  <a:pt x="21168" y="13841"/>
                </a:cubicBezTo>
                <a:cubicBezTo>
                  <a:pt x="21384" y="13212"/>
                  <a:pt x="21600" y="12373"/>
                  <a:pt x="21600" y="11534"/>
                </a:cubicBezTo>
                <a:lnTo>
                  <a:pt x="19440" y="11534"/>
                </a:lnTo>
                <a:close/>
                <a:moveTo>
                  <a:pt x="18576" y="14680"/>
                </a:moveTo>
                <a:cubicBezTo>
                  <a:pt x="18360" y="15099"/>
                  <a:pt x="18144" y="15518"/>
                  <a:pt x="17928" y="15938"/>
                </a:cubicBezTo>
                <a:cubicBezTo>
                  <a:pt x="19440" y="17406"/>
                  <a:pt x="19440" y="17406"/>
                  <a:pt x="19440" y="17406"/>
                </a:cubicBezTo>
                <a:cubicBezTo>
                  <a:pt x="19872" y="16777"/>
                  <a:pt x="20304" y="16148"/>
                  <a:pt x="20736" y="15309"/>
                </a:cubicBezTo>
                <a:lnTo>
                  <a:pt x="18576" y="14680"/>
                </a:lnTo>
                <a:close/>
                <a:moveTo>
                  <a:pt x="17496" y="5872"/>
                </a:moveTo>
                <a:cubicBezTo>
                  <a:pt x="19008" y="4404"/>
                  <a:pt x="19008" y="4404"/>
                  <a:pt x="19008" y="4404"/>
                </a:cubicBezTo>
                <a:cubicBezTo>
                  <a:pt x="19656" y="5033"/>
                  <a:pt x="20088" y="5662"/>
                  <a:pt x="20304" y="6291"/>
                </a:cubicBezTo>
                <a:cubicBezTo>
                  <a:pt x="18360" y="7130"/>
                  <a:pt x="18360" y="7130"/>
                  <a:pt x="18360" y="7130"/>
                </a:cubicBezTo>
                <a:cubicBezTo>
                  <a:pt x="18144" y="6711"/>
                  <a:pt x="17928" y="6291"/>
                  <a:pt x="17496" y="5872"/>
                </a:cubicBezTo>
                <a:close/>
              </a:path>
            </a:pathLst>
          </a:custGeom>
          <a:solidFill>
            <a:schemeClr val="accent4">
              <a:lumOff val="58054"/>
            </a:schemeClr>
          </a:solidFill>
          <a:ln w="12700">
            <a:miter lim="400000"/>
          </a:ln>
        </p:spPr>
        <p:txBody>
          <a:bodyPr lIns="109727" tIns="109727" rIns="109727" bIns="109727"/>
          <a:lstStyle/>
          <a:p>
            <a:endParaRPr/>
          </a:p>
        </p:txBody>
      </p:sp>
      <p:sp>
        <p:nvSpPr>
          <p:cNvPr id="664" name="Shape"/>
          <p:cNvSpPr/>
          <p:nvPr/>
        </p:nvSpPr>
        <p:spPr>
          <a:xfrm>
            <a:off x="7117927" y="2291616"/>
            <a:ext cx="395874" cy="517681"/>
          </a:xfrm>
          <a:custGeom>
            <a:avLst/>
            <a:gdLst/>
            <a:ahLst/>
            <a:cxnLst>
              <a:cxn ang="0">
                <a:pos x="wd2" y="hd2"/>
              </a:cxn>
              <a:cxn ang="5400000">
                <a:pos x="wd2" y="hd2"/>
              </a:cxn>
              <a:cxn ang="10800000">
                <a:pos x="wd2" y="hd2"/>
              </a:cxn>
              <a:cxn ang="16200000">
                <a:pos x="wd2" y="hd2"/>
              </a:cxn>
            </a:cxnLst>
            <a:rect l="0" t="0" r="r" b="b"/>
            <a:pathLst>
              <a:path w="21600" h="21600" extrusionOk="0">
                <a:moveTo>
                  <a:pt x="9138" y="3355"/>
                </a:moveTo>
                <a:cubicBezTo>
                  <a:pt x="6369" y="3355"/>
                  <a:pt x="4431" y="5033"/>
                  <a:pt x="4431" y="6920"/>
                </a:cubicBezTo>
                <a:cubicBezTo>
                  <a:pt x="4431" y="8388"/>
                  <a:pt x="5538" y="9856"/>
                  <a:pt x="7200" y="10276"/>
                </a:cubicBezTo>
                <a:cubicBezTo>
                  <a:pt x="7200" y="9227"/>
                  <a:pt x="7200" y="9227"/>
                  <a:pt x="7200" y="9227"/>
                </a:cubicBezTo>
                <a:cubicBezTo>
                  <a:pt x="6369" y="8598"/>
                  <a:pt x="5815" y="7969"/>
                  <a:pt x="5815" y="6920"/>
                </a:cubicBezTo>
                <a:cubicBezTo>
                  <a:pt x="5815" y="5662"/>
                  <a:pt x="7200" y="4404"/>
                  <a:pt x="9138" y="4404"/>
                </a:cubicBezTo>
                <a:cubicBezTo>
                  <a:pt x="10800" y="4404"/>
                  <a:pt x="12462" y="5662"/>
                  <a:pt x="12462" y="6920"/>
                </a:cubicBezTo>
                <a:cubicBezTo>
                  <a:pt x="12462" y="7130"/>
                  <a:pt x="12462" y="7130"/>
                  <a:pt x="12462" y="7340"/>
                </a:cubicBezTo>
                <a:cubicBezTo>
                  <a:pt x="13569" y="7969"/>
                  <a:pt x="13569" y="7969"/>
                  <a:pt x="13569" y="7969"/>
                </a:cubicBezTo>
                <a:cubicBezTo>
                  <a:pt x="13846" y="7759"/>
                  <a:pt x="13846" y="7340"/>
                  <a:pt x="13846" y="6920"/>
                </a:cubicBezTo>
                <a:cubicBezTo>
                  <a:pt x="13846" y="5033"/>
                  <a:pt x="11631" y="3355"/>
                  <a:pt x="9138" y="3355"/>
                </a:cubicBezTo>
                <a:close/>
                <a:moveTo>
                  <a:pt x="7200" y="12163"/>
                </a:moveTo>
                <a:cubicBezTo>
                  <a:pt x="4154" y="11534"/>
                  <a:pt x="1938" y="9437"/>
                  <a:pt x="1938" y="6920"/>
                </a:cubicBezTo>
                <a:cubicBezTo>
                  <a:pt x="1938" y="3984"/>
                  <a:pt x="5262" y="1678"/>
                  <a:pt x="9138" y="1678"/>
                </a:cubicBezTo>
                <a:cubicBezTo>
                  <a:pt x="13015" y="1678"/>
                  <a:pt x="16062" y="3984"/>
                  <a:pt x="16062" y="6920"/>
                </a:cubicBezTo>
                <a:cubicBezTo>
                  <a:pt x="16062" y="7759"/>
                  <a:pt x="15785" y="8388"/>
                  <a:pt x="15508" y="9017"/>
                </a:cubicBezTo>
                <a:cubicBezTo>
                  <a:pt x="17169" y="10066"/>
                  <a:pt x="17169" y="10066"/>
                  <a:pt x="17169" y="10066"/>
                </a:cubicBezTo>
                <a:cubicBezTo>
                  <a:pt x="17723" y="9227"/>
                  <a:pt x="18277" y="8179"/>
                  <a:pt x="18277" y="6920"/>
                </a:cubicBezTo>
                <a:cubicBezTo>
                  <a:pt x="18277" y="3146"/>
                  <a:pt x="14123" y="0"/>
                  <a:pt x="9138" y="0"/>
                </a:cubicBezTo>
                <a:cubicBezTo>
                  <a:pt x="3877" y="0"/>
                  <a:pt x="0" y="3146"/>
                  <a:pt x="0" y="6920"/>
                </a:cubicBezTo>
                <a:cubicBezTo>
                  <a:pt x="0" y="10276"/>
                  <a:pt x="3046" y="13212"/>
                  <a:pt x="7200" y="13841"/>
                </a:cubicBezTo>
                <a:lnTo>
                  <a:pt x="7200" y="12163"/>
                </a:lnTo>
                <a:close/>
                <a:moveTo>
                  <a:pt x="9138" y="6920"/>
                </a:moveTo>
                <a:cubicBezTo>
                  <a:pt x="21600" y="14470"/>
                  <a:pt x="21600" y="14470"/>
                  <a:pt x="21600" y="14470"/>
                </a:cubicBezTo>
                <a:cubicBezTo>
                  <a:pt x="16338" y="15099"/>
                  <a:pt x="16338" y="15099"/>
                  <a:pt x="16338" y="15099"/>
                </a:cubicBezTo>
                <a:cubicBezTo>
                  <a:pt x="19662" y="20551"/>
                  <a:pt x="19662" y="20551"/>
                  <a:pt x="19662" y="20551"/>
                </a:cubicBezTo>
                <a:cubicBezTo>
                  <a:pt x="16615" y="21600"/>
                  <a:pt x="16615" y="21600"/>
                  <a:pt x="16615" y="21600"/>
                </a:cubicBezTo>
                <a:cubicBezTo>
                  <a:pt x="13015" y="16357"/>
                  <a:pt x="13015" y="16357"/>
                  <a:pt x="13015" y="16357"/>
                </a:cubicBezTo>
                <a:cubicBezTo>
                  <a:pt x="9138" y="19083"/>
                  <a:pt x="9138" y="19083"/>
                  <a:pt x="9138" y="19083"/>
                </a:cubicBezTo>
                <a:lnTo>
                  <a:pt x="9138" y="6920"/>
                </a:lnTo>
                <a:close/>
              </a:path>
            </a:pathLst>
          </a:custGeom>
          <a:solidFill>
            <a:schemeClr val="accent4">
              <a:lumOff val="58054"/>
            </a:schemeClr>
          </a:solidFill>
          <a:ln w="12700">
            <a:miter lim="400000"/>
          </a:ln>
        </p:spPr>
        <p:txBody>
          <a:bodyPr lIns="109727" tIns="109727" rIns="109727" bIns="109727"/>
          <a:lstStyle/>
          <a:p>
            <a:endParaRPr/>
          </a:p>
        </p:txBody>
      </p:sp>
      <p:sp>
        <p:nvSpPr>
          <p:cNvPr id="665" name="Shape"/>
          <p:cNvSpPr/>
          <p:nvPr/>
        </p:nvSpPr>
        <p:spPr>
          <a:xfrm>
            <a:off x="7057019" y="3707632"/>
            <a:ext cx="517681" cy="197941"/>
          </a:xfrm>
          <a:custGeom>
            <a:avLst/>
            <a:gdLst/>
            <a:ahLst/>
            <a:cxnLst>
              <a:cxn ang="0">
                <a:pos x="wd2" y="hd2"/>
              </a:cxn>
              <a:cxn ang="5400000">
                <a:pos x="wd2" y="hd2"/>
              </a:cxn>
              <a:cxn ang="10800000">
                <a:pos x="wd2" y="hd2"/>
              </a:cxn>
              <a:cxn ang="16200000">
                <a:pos x="wd2" y="hd2"/>
              </a:cxn>
            </a:cxnLst>
            <a:rect l="0" t="0" r="r" b="b"/>
            <a:pathLst>
              <a:path w="21600" h="21600" extrusionOk="0">
                <a:moveTo>
                  <a:pt x="19694" y="14954"/>
                </a:moveTo>
                <a:lnTo>
                  <a:pt x="19694" y="6646"/>
                </a:lnTo>
                <a:lnTo>
                  <a:pt x="1906" y="6646"/>
                </a:lnTo>
                <a:lnTo>
                  <a:pt x="1906" y="14954"/>
                </a:lnTo>
                <a:lnTo>
                  <a:pt x="19694" y="14954"/>
                </a:lnTo>
                <a:close/>
                <a:moveTo>
                  <a:pt x="0" y="21600"/>
                </a:moveTo>
                <a:lnTo>
                  <a:pt x="0" y="0"/>
                </a:lnTo>
                <a:lnTo>
                  <a:pt x="21600" y="0"/>
                </a:lnTo>
                <a:lnTo>
                  <a:pt x="21600" y="21600"/>
                </a:lnTo>
                <a:lnTo>
                  <a:pt x="0" y="21600"/>
                </a:lnTo>
                <a:close/>
              </a:path>
            </a:pathLst>
          </a:custGeom>
          <a:solidFill>
            <a:schemeClr val="accent4">
              <a:lumOff val="58054"/>
            </a:schemeClr>
          </a:solidFill>
          <a:ln w="12700">
            <a:miter lim="400000"/>
          </a:ln>
        </p:spPr>
        <p:txBody>
          <a:bodyPr lIns="109727" tIns="109727" rIns="109727" bIns="109727"/>
          <a:lstStyle/>
          <a:p>
            <a:endParaRPr/>
          </a:p>
        </p:txBody>
      </p:sp>
      <p:sp>
        <p:nvSpPr>
          <p:cNvPr id="666" name="Shape"/>
          <p:cNvSpPr/>
          <p:nvPr/>
        </p:nvSpPr>
        <p:spPr>
          <a:xfrm>
            <a:off x="7087475" y="4803898"/>
            <a:ext cx="456778" cy="532914"/>
          </a:xfrm>
          <a:custGeom>
            <a:avLst/>
            <a:gdLst/>
            <a:ahLst/>
            <a:cxnLst>
              <a:cxn ang="0">
                <a:pos x="wd2" y="hd2"/>
              </a:cxn>
              <a:cxn ang="5400000">
                <a:pos x="wd2" y="hd2"/>
              </a:cxn>
              <a:cxn ang="10800000">
                <a:pos x="wd2" y="hd2"/>
              </a:cxn>
              <a:cxn ang="16200000">
                <a:pos x="wd2" y="hd2"/>
              </a:cxn>
            </a:cxnLst>
            <a:rect l="0" t="0" r="r" b="b"/>
            <a:pathLst>
              <a:path w="21600" h="21600" extrusionOk="0">
                <a:moveTo>
                  <a:pt x="17565" y="2936"/>
                </a:moveTo>
                <a:cubicBezTo>
                  <a:pt x="14004" y="2936"/>
                  <a:pt x="13767" y="210"/>
                  <a:pt x="9732" y="210"/>
                </a:cubicBezTo>
                <a:cubicBezTo>
                  <a:pt x="7358" y="210"/>
                  <a:pt x="5459" y="1049"/>
                  <a:pt x="4510" y="1678"/>
                </a:cubicBezTo>
                <a:cubicBezTo>
                  <a:pt x="4510" y="1887"/>
                  <a:pt x="4510" y="5452"/>
                  <a:pt x="4510" y="6920"/>
                </a:cubicBezTo>
                <a:cubicBezTo>
                  <a:pt x="6171" y="5662"/>
                  <a:pt x="9732" y="4823"/>
                  <a:pt x="12580" y="6501"/>
                </a:cubicBezTo>
                <a:cubicBezTo>
                  <a:pt x="12580" y="2726"/>
                  <a:pt x="12580" y="2726"/>
                  <a:pt x="12580" y="2726"/>
                </a:cubicBezTo>
                <a:cubicBezTo>
                  <a:pt x="13530" y="3355"/>
                  <a:pt x="15666" y="5243"/>
                  <a:pt x="19701" y="4194"/>
                </a:cubicBezTo>
                <a:cubicBezTo>
                  <a:pt x="19701" y="7550"/>
                  <a:pt x="19701" y="7550"/>
                  <a:pt x="19701" y="7550"/>
                </a:cubicBezTo>
                <a:cubicBezTo>
                  <a:pt x="17802" y="9227"/>
                  <a:pt x="13767" y="7759"/>
                  <a:pt x="12580" y="6501"/>
                </a:cubicBezTo>
                <a:cubicBezTo>
                  <a:pt x="12580" y="10276"/>
                  <a:pt x="12580" y="10276"/>
                  <a:pt x="12580" y="10276"/>
                </a:cubicBezTo>
                <a:cubicBezTo>
                  <a:pt x="10207" y="9437"/>
                  <a:pt x="6646" y="9856"/>
                  <a:pt x="4510" y="11324"/>
                </a:cubicBezTo>
                <a:cubicBezTo>
                  <a:pt x="4510" y="12373"/>
                  <a:pt x="4510" y="13002"/>
                  <a:pt x="4510" y="13002"/>
                </a:cubicBezTo>
                <a:cubicBezTo>
                  <a:pt x="5697" y="12373"/>
                  <a:pt x="7596" y="11534"/>
                  <a:pt x="9732" y="11534"/>
                </a:cubicBezTo>
                <a:cubicBezTo>
                  <a:pt x="13530" y="11534"/>
                  <a:pt x="14242" y="14050"/>
                  <a:pt x="17565" y="14050"/>
                </a:cubicBezTo>
                <a:cubicBezTo>
                  <a:pt x="19938" y="14050"/>
                  <a:pt x="21600" y="12792"/>
                  <a:pt x="21600" y="12792"/>
                </a:cubicBezTo>
                <a:cubicBezTo>
                  <a:pt x="21600" y="1468"/>
                  <a:pt x="21600" y="1468"/>
                  <a:pt x="21600" y="1468"/>
                </a:cubicBezTo>
                <a:cubicBezTo>
                  <a:pt x="21600" y="1468"/>
                  <a:pt x="19701" y="2936"/>
                  <a:pt x="17565" y="2936"/>
                </a:cubicBezTo>
                <a:close/>
                <a:moveTo>
                  <a:pt x="2611" y="21600"/>
                </a:moveTo>
                <a:cubicBezTo>
                  <a:pt x="0" y="21600"/>
                  <a:pt x="0" y="21600"/>
                  <a:pt x="0" y="21600"/>
                </a:cubicBezTo>
                <a:cubicBezTo>
                  <a:pt x="0" y="0"/>
                  <a:pt x="0" y="0"/>
                  <a:pt x="0" y="0"/>
                </a:cubicBezTo>
                <a:cubicBezTo>
                  <a:pt x="2611" y="0"/>
                  <a:pt x="2611" y="0"/>
                  <a:pt x="2611" y="0"/>
                </a:cubicBezTo>
                <a:lnTo>
                  <a:pt x="2611" y="21600"/>
                </a:lnTo>
                <a:close/>
              </a:path>
            </a:pathLst>
          </a:custGeom>
          <a:solidFill>
            <a:schemeClr val="accent4">
              <a:lumOff val="58054"/>
            </a:schemeClr>
          </a:solidFill>
          <a:ln w="12700">
            <a:miter lim="400000"/>
          </a:ln>
        </p:spPr>
        <p:txBody>
          <a:bodyPr lIns="109727" tIns="109727" rIns="109727" bIns="109727"/>
          <a:lstStyle/>
          <a:p>
            <a:endParaRPr/>
          </a:p>
        </p:txBody>
      </p:sp>
      <p:sp>
        <p:nvSpPr>
          <p:cNvPr id="667" name="Shape"/>
          <p:cNvSpPr/>
          <p:nvPr/>
        </p:nvSpPr>
        <p:spPr>
          <a:xfrm>
            <a:off x="8533938" y="1027870"/>
            <a:ext cx="334972" cy="532914"/>
          </a:xfrm>
          <a:custGeom>
            <a:avLst/>
            <a:gdLst/>
            <a:ahLst/>
            <a:cxnLst>
              <a:cxn ang="0">
                <a:pos x="wd2" y="hd2"/>
              </a:cxn>
              <a:cxn ang="5400000">
                <a:pos x="wd2" y="hd2"/>
              </a:cxn>
              <a:cxn ang="10800000">
                <a:pos x="wd2" y="hd2"/>
              </a:cxn>
              <a:cxn ang="16200000">
                <a:pos x="wd2" y="hd2"/>
              </a:cxn>
            </a:cxnLst>
            <a:rect l="0" t="0" r="r" b="b"/>
            <a:pathLst>
              <a:path w="21600" h="21600" extrusionOk="0">
                <a:moveTo>
                  <a:pt x="21600" y="12343"/>
                </a:moveTo>
                <a:lnTo>
                  <a:pt x="0" y="12343"/>
                </a:lnTo>
                <a:lnTo>
                  <a:pt x="10800" y="21600"/>
                </a:lnTo>
                <a:lnTo>
                  <a:pt x="21600" y="12343"/>
                </a:lnTo>
                <a:close/>
                <a:moveTo>
                  <a:pt x="14727" y="14194"/>
                </a:moveTo>
                <a:lnTo>
                  <a:pt x="10800" y="17897"/>
                </a:lnTo>
                <a:lnTo>
                  <a:pt x="5891" y="14194"/>
                </a:lnTo>
                <a:lnTo>
                  <a:pt x="14727" y="14194"/>
                </a:lnTo>
                <a:close/>
                <a:moveTo>
                  <a:pt x="10800" y="0"/>
                </a:moveTo>
                <a:lnTo>
                  <a:pt x="0" y="9257"/>
                </a:lnTo>
                <a:lnTo>
                  <a:pt x="21600" y="9257"/>
                </a:lnTo>
                <a:lnTo>
                  <a:pt x="10800" y="0"/>
                </a:lnTo>
                <a:close/>
                <a:moveTo>
                  <a:pt x="10800" y="3086"/>
                </a:moveTo>
                <a:lnTo>
                  <a:pt x="14727" y="6789"/>
                </a:lnTo>
                <a:lnTo>
                  <a:pt x="5891" y="6789"/>
                </a:lnTo>
                <a:lnTo>
                  <a:pt x="10800" y="3086"/>
                </a:lnTo>
                <a:close/>
              </a:path>
            </a:pathLst>
          </a:custGeom>
          <a:solidFill>
            <a:schemeClr val="accent4">
              <a:lumOff val="58054"/>
            </a:schemeClr>
          </a:solidFill>
          <a:ln w="12700">
            <a:miter lim="400000"/>
          </a:ln>
        </p:spPr>
        <p:txBody>
          <a:bodyPr lIns="109727" tIns="109727" rIns="109727" bIns="109727"/>
          <a:lstStyle/>
          <a:p>
            <a:endParaRPr/>
          </a:p>
        </p:txBody>
      </p:sp>
      <p:sp>
        <p:nvSpPr>
          <p:cNvPr id="668" name="Shape"/>
          <p:cNvSpPr/>
          <p:nvPr/>
        </p:nvSpPr>
        <p:spPr>
          <a:xfrm>
            <a:off x="8427354" y="2322067"/>
            <a:ext cx="532914" cy="456779"/>
          </a:xfrm>
          <a:custGeom>
            <a:avLst/>
            <a:gdLst/>
            <a:ahLst/>
            <a:cxnLst>
              <a:cxn ang="0">
                <a:pos x="wd2" y="hd2"/>
              </a:cxn>
              <a:cxn ang="5400000">
                <a:pos x="wd2" y="hd2"/>
              </a:cxn>
              <a:cxn ang="10800000">
                <a:pos x="wd2" y="hd2"/>
              </a:cxn>
              <a:cxn ang="16200000">
                <a:pos x="wd2" y="hd2"/>
              </a:cxn>
            </a:cxnLst>
            <a:rect l="0" t="0" r="r" b="b"/>
            <a:pathLst>
              <a:path w="21600" h="21600" extrusionOk="0">
                <a:moveTo>
                  <a:pt x="21600" y="15120"/>
                </a:moveTo>
                <a:lnTo>
                  <a:pt x="17897" y="15120"/>
                </a:lnTo>
                <a:lnTo>
                  <a:pt x="17897" y="10800"/>
                </a:lnTo>
                <a:lnTo>
                  <a:pt x="15429" y="10800"/>
                </a:lnTo>
                <a:lnTo>
                  <a:pt x="15429" y="15120"/>
                </a:lnTo>
                <a:lnTo>
                  <a:pt x="12343" y="15120"/>
                </a:lnTo>
                <a:lnTo>
                  <a:pt x="12343" y="18000"/>
                </a:lnTo>
                <a:lnTo>
                  <a:pt x="15429" y="18000"/>
                </a:lnTo>
                <a:lnTo>
                  <a:pt x="15429" y="21600"/>
                </a:lnTo>
                <a:lnTo>
                  <a:pt x="17897" y="21600"/>
                </a:lnTo>
                <a:lnTo>
                  <a:pt x="17897" y="18000"/>
                </a:lnTo>
                <a:lnTo>
                  <a:pt x="21600" y="18000"/>
                </a:lnTo>
                <a:lnTo>
                  <a:pt x="21600" y="15120"/>
                </a:lnTo>
                <a:close/>
                <a:moveTo>
                  <a:pt x="10491" y="21600"/>
                </a:moveTo>
                <a:lnTo>
                  <a:pt x="0" y="21600"/>
                </a:lnTo>
                <a:lnTo>
                  <a:pt x="0" y="0"/>
                </a:lnTo>
                <a:lnTo>
                  <a:pt x="21600" y="0"/>
                </a:lnTo>
                <a:lnTo>
                  <a:pt x="21600" y="8640"/>
                </a:lnTo>
                <a:lnTo>
                  <a:pt x="19131" y="8640"/>
                </a:lnTo>
                <a:lnTo>
                  <a:pt x="19131" y="5760"/>
                </a:lnTo>
                <a:lnTo>
                  <a:pt x="3086" y="5760"/>
                </a:lnTo>
                <a:lnTo>
                  <a:pt x="3086" y="18720"/>
                </a:lnTo>
                <a:lnTo>
                  <a:pt x="10491" y="18720"/>
                </a:lnTo>
                <a:lnTo>
                  <a:pt x="10491" y="21600"/>
                </a:lnTo>
                <a:close/>
              </a:path>
            </a:pathLst>
          </a:custGeom>
          <a:solidFill>
            <a:schemeClr val="accent4">
              <a:lumOff val="58054"/>
            </a:schemeClr>
          </a:solidFill>
          <a:ln w="12700">
            <a:miter lim="400000"/>
          </a:ln>
        </p:spPr>
        <p:txBody>
          <a:bodyPr lIns="109727" tIns="109727" rIns="109727" bIns="109727"/>
          <a:lstStyle/>
          <a:p>
            <a:endParaRPr/>
          </a:p>
        </p:txBody>
      </p:sp>
      <p:sp>
        <p:nvSpPr>
          <p:cNvPr id="669" name="Shape"/>
          <p:cNvSpPr/>
          <p:nvPr/>
        </p:nvSpPr>
        <p:spPr>
          <a:xfrm>
            <a:off x="9843365" y="1038485"/>
            <a:ext cx="456779" cy="532914"/>
          </a:xfrm>
          <a:custGeom>
            <a:avLst/>
            <a:gdLst/>
            <a:ahLst/>
            <a:cxnLst>
              <a:cxn ang="0">
                <a:pos x="wd2" y="hd2"/>
              </a:cxn>
              <a:cxn ang="5400000">
                <a:pos x="wd2" y="hd2"/>
              </a:cxn>
              <a:cxn ang="10800000">
                <a:pos x="wd2" y="hd2"/>
              </a:cxn>
              <a:cxn ang="16200000">
                <a:pos x="wd2" y="hd2"/>
              </a:cxn>
            </a:cxnLst>
            <a:rect l="0" t="0" r="r" b="b"/>
            <a:pathLst>
              <a:path w="21600" h="21600" extrusionOk="0">
                <a:moveTo>
                  <a:pt x="5891" y="6082"/>
                </a:moveTo>
                <a:cubicBezTo>
                  <a:pt x="9082" y="3565"/>
                  <a:pt x="5155" y="3355"/>
                  <a:pt x="5891" y="1678"/>
                </a:cubicBezTo>
                <a:cubicBezTo>
                  <a:pt x="3436" y="3984"/>
                  <a:pt x="6873" y="4194"/>
                  <a:pt x="5891" y="6082"/>
                </a:cubicBezTo>
                <a:close/>
                <a:moveTo>
                  <a:pt x="8591" y="6082"/>
                </a:moveTo>
                <a:cubicBezTo>
                  <a:pt x="13500" y="2307"/>
                  <a:pt x="7609" y="2517"/>
                  <a:pt x="8836" y="0"/>
                </a:cubicBezTo>
                <a:cubicBezTo>
                  <a:pt x="4909" y="3355"/>
                  <a:pt x="10309" y="3355"/>
                  <a:pt x="8591" y="6082"/>
                </a:cubicBezTo>
                <a:close/>
                <a:moveTo>
                  <a:pt x="17182" y="8808"/>
                </a:moveTo>
                <a:cubicBezTo>
                  <a:pt x="17182" y="9227"/>
                  <a:pt x="16936" y="9647"/>
                  <a:pt x="16936" y="10276"/>
                </a:cubicBezTo>
                <a:cubicBezTo>
                  <a:pt x="19391" y="10276"/>
                  <a:pt x="19391" y="10276"/>
                  <a:pt x="19391" y="10276"/>
                </a:cubicBezTo>
                <a:cubicBezTo>
                  <a:pt x="18900" y="11953"/>
                  <a:pt x="17673" y="13631"/>
                  <a:pt x="16200" y="14889"/>
                </a:cubicBezTo>
                <a:cubicBezTo>
                  <a:pt x="15955" y="15728"/>
                  <a:pt x="15709" y="16357"/>
                  <a:pt x="15464" y="17196"/>
                </a:cubicBezTo>
                <a:cubicBezTo>
                  <a:pt x="18900" y="15309"/>
                  <a:pt x="21109" y="11953"/>
                  <a:pt x="21600" y="8808"/>
                </a:cubicBezTo>
                <a:lnTo>
                  <a:pt x="17182" y="8808"/>
                </a:lnTo>
                <a:close/>
                <a:moveTo>
                  <a:pt x="11782" y="21600"/>
                </a:moveTo>
                <a:cubicBezTo>
                  <a:pt x="3927" y="21600"/>
                  <a:pt x="3927" y="21600"/>
                  <a:pt x="3927" y="21600"/>
                </a:cubicBezTo>
                <a:cubicBezTo>
                  <a:pt x="1964" y="17616"/>
                  <a:pt x="245" y="13631"/>
                  <a:pt x="0" y="6711"/>
                </a:cubicBezTo>
                <a:cubicBezTo>
                  <a:pt x="15464" y="6711"/>
                  <a:pt x="15464" y="6711"/>
                  <a:pt x="15464" y="6711"/>
                </a:cubicBezTo>
                <a:cubicBezTo>
                  <a:pt x="15218" y="13631"/>
                  <a:pt x="13500" y="17825"/>
                  <a:pt x="11782" y="21600"/>
                </a:cubicBezTo>
                <a:close/>
              </a:path>
            </a:pathLst>
          </a:custGeom>
          <a:solidFill>
            <a:schemeClr val="accent4">
              <a:lumOff val="58054"/>
            </a:schemeClr>
          </a:solidFill>
          <a:ln w="12700">
            <a:miter lim="400000"/>
          </a:ln>
        </p:spPr>
        <p:txBody>
          <a:bodyPr lIns="109727" tIns="109727" rIns="109727" bIns="109727"/>
          <a:lstStyle/>
          <a:p>
            <a:endParaRPr/>
          </a:p>
        </p:txBody>
      </p:sp>
      <p:sp>
        <p:nvSpPr>
          <p:cNvPr id="670" name="Shape"/>
          <p:cNvSpPr/>
          <p:nvPr/>
        </p:nvSpPr>
        <p:spPr>
          <a:xfrm>
            <a:off x="9782464" y="3453392"/>
            <a:ext cx="517681" cy="532914"/>
          </a:xfrm>
          <a:custGeom>
            <a:avLst/>
            <a:gdLst/>
            <a:ahLst/>
            <a:cxnLst>
              <a:cxn ang="0">
                <a:pos x="wd2" y="hd2"/>
              </a:cxn>
              <a:cxn ang="5400000">
                <a:pos x="wd2" y="hd2"/>
              </a:cxn>
              <a:cxn ang="10800000">
                <a:pos x="wd2" y="hd2"/>
              </a:cxn>
              <a:cxn ang="16200000">
                <a:pos x="wd2" y="hd2"/>
              </a:cxn>
            </a:cxnLst>
            <a:rect l="0" t="0" r="r" b="b"/>
            <a:pathLst>
              <a:path w="21600" h="21600" extrusionOk="0">
                <a:moveTo>
                  <a:pt x="1049" y="10905"/>
                </a:moveTo>
                <a:cubicBezTo>
                  <a:pt x="1049" y="8388"/>
                  <a:pt x="2097" y="5872"/>
                  <a:pt x="3984" y="3984"/>
                </a:cubicBezTo>
                <a:cubicBezTo>
                  <a:pt x="5872" y="2097"/>
                  <a:pt x="8179" y="1049"/>
                  <a:pt x="10905" y="1049"/>
                </a:cubicBezTo>
                <a:cubicBezTo>
                  <a:pt x="10905" y="2936"/>
                  <a:pt x="10905" y="2936"/>
                  <a:pt x="10905" y="2936"/>
                </a:cubicBezTo>
                <a:cubicBezTo>
                  <a:pt x="6501" y="2936"/>
                  <a:pt x="2936" y="6501"/>
                  <a:pt x="2936" y="10905"/>
                </a:cubicBezTo>
                <a:cubicBezTo>
                  <a:pt x="2936" y="13002"/>
                  <a:pt x="3775" y="15099"/>
                  <a:pt x="5243" y="16567"/>
                </a:cubicBezTo>
                <a:cubicBezTo>
                  <a:pt x="3984" y="17825"/>
                  <a:pt x="3984" y="17825"/>
                  <a:pt x="3984" y="17825"/>
                </a:cubicBezTo>
                <a:cubicBezTo>
                  <a:pt x="3984" y="17825"/>
                  <a:pt x="3984" y="17825"/>
                  <a:pt x="3984" y="17825"/>
                </a:cubicBezTo>
                <a:cubicBezTo>
                  <a:pt x="2097" y="15938"/>
                  <a:pt x="1049" y="13421"/>
                  <a:pt x="1049" y="10905"/>
                </a:cubicBezTo>
                <a:close/>
                <a:moveTo>
                  <a:pt x="10905" y="3984"/>
                </a:moveTo>
                <a:cubicBezTo>
                  <a:pt x="14680" y="3984"/>
                  <a:pt x="17825" y="7130"/>
                  <a:pt x="17825" y="10905"/>
                </a:cubicBezTo>
                <a:cubicBezTo>
                  <a:pt x="17825" y="14680"/>
                  <a:pt x="14680" y="17825"/>
                  <a:pt x="10905" y="17825"/>
                </a:cubicBezTo>
                <a:cubicBezTo>
                  <a:pt x="7130" y="17825"/>
                  <a:pt x="3984" y="14680"/>
                  <a:pt x="3984" y="10905"/>
                </a:cubicBezTo>
                <a:cubicBezTo>
                  <a:pt x="3984" y="7130"/>
                  <a:pt x="7130" y="3984"/>
                  <a:pt x="10905" y="3984"/>
                </a:cubicBezTo>
                <a:close/>
                <a:moveTo>
                  <a:pt x="10905" y="0"/>
                </a:moveTo>
                <a:cubicBezTo>
                  <a:pt x="4823" y="0"/>
                  <a:pt x="0" y="5033"/>
                  <a:pt x="0" y="10905"/>
                </a:cubicBezTo>
                <a:cubicBezTo>
                  <a:pt x="0" y="16777"/>
                  <a:pt x="4823" y="21600"/>
                  <a:pt x="10905" y="21600"/>
                </a:cubicBezTo>
                <a:cubicBezTo>
                  <a:pt x="16777" y="21600"/>
                  <a:pt x="21600" y="16777"/>
                  <a:pt x="21600" y="10905"/>
                </a:cubicBezTo>
                <a:cubicBezTo>
                  <a:pt x="21600" y="5033"/>
                  <a:pt x="16777" y="0"/>
                  <a:pt x="1090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671" name="Shape"/>
          <p:cNvSpPr/>
          <p:nvPr/>
        </p:nvSpPr>
        <p:spPr>
          <a:xfrm>
            <a:off x="5854192" y="1029980"/>
            <a:ext cx="365422" cy="532913"/>
          </a:xfrm>
          <a:custGeom>
            <a:avLst/>
            <a:gdLst/>
            <a:ahLst/>
            <a:cxnLst>
              <a:cxn ang="0">
                <a:pos x="wd2" y="hd2"/>
              </a:cxn>
              <a:cxn ang="5400000">
                <a:pos x="wd2" y="hd2"/>
              </a:cxn>
              <a:cxn ang="10800000">
                <a:pos x="wd2" y="hd2"/>
              </a:cxn>
              <a:cxn ang="16200000">
                <a:pos x="wd2" y="hd2"/>
              </a:cxn>
            </a:cxnLst>
            <a:rect l="0" t="0" r="r" b="b"/>
            <a:pathLst>
              <a:path w="21600" h="21600" extrusionOk="0">
                <a:moveTo>
                  <a:pt x="12960" y="1258"/>
                </a:moveTo>
                <a:cubicBezTo>
                  <a:pt x="14811" y="1258"/>
                  <a:pt x="16663" y="1678"/>
                  <a:pt x="17897" y="2517"/>
                </a:cubicBezTo>
                <a:cubicBezTo>
                  <a:pt x="19131" y="3565"/>
                  <a:pt x="20057" y="4823"/>
                  <a:pt x="20057" y="5872"/>
                </a:cubicBezTo>
                <a:cubicBezTo>
                  <a:pt x="21600" y="5872"/>
                  <a:pt x="21600" y="5872"/>
                  <a:pt x="21600" y="5872"/>
                </a:cubicBezTo>
                <a:cubicBezTo>
                  <a:pt x="21600" y="4404"/>
                  <a:pt x="20983" y="2936"/>
                  <a:pt x="19131" y="1678"/>
                </a:cubicBezTo>
                <a:cubicBezTo>
                  <a:pt x="17280" y="629"/>
                  <a:pt x="15120" y="0"/>
                  <a:pt x="12960" y="0"/>
                </a:cubicBezTo>
                <a:cubicBezTo>
                  <a:pt x="12960" y="1258"/>
                  <a:pt x="12960" y="1258"/>
                  <a:pt x="12960" y="1258"/>
                </a:cubicBezTo>
                <a:close/>
                <a:moveTo>
                  <a:pt x="12960" y="3146"/>
                </a:moveTo>
                <a:cubicBezTo>
                  <a:pt x="13886" y="3146"/>
                  <a:pt x="15120" y="3355"/>
                  <a:pt x="15737" y="3984"/>
                </a:cubicBezTo>
                <a:cubicBezTo>
                  <a:pt x="16663" y="4614"/>
                  <a:pt x="16971" y="5243"/>
                  <a:pt x="16971" y="5872"/>
                </a:cubicBezTo>
                <a:cubicBezTo>
                  <a:pt x="18823" y="5872"/>
                  <a:pt x="18823" y="5872"/>
                  <a:pt x="18823" y="5872"/>
                </a:cubicBezTo>
                <a:cubicBezTo>
                  <a:pt x="18514" y="5033"/>
                  <a:pt x="18206" y="3984"/>
                  <a:pt x="16971" y="3146"/>
                </a:cubicBezTo>
                <a:cubicBezTo>
                  <a:pt x="15737" y="2307"/>
                  <a:pt x="14503" y="2097"/>
                  <a:pt x="12960" y="2097"/>
                </a:cubicBezTo>
                <a:lnTo>
                  <a:pt x="12960" y="3146"/>
                </a:lnTo>
                <a:close/>
                <a:moveTo>
                  <a:pt x="12651" y="13841"/>
                </a:moveTo>
                <a:cubicBezTo>
                  <a:pt x="2469" y="13841"/>
                  <a:pt x="2469" y="13841"/>
                  <a:pt x="2469" y="13841"/>
                </a:cubicBezTo>
                <a:cubicBezTo>
                  <a:pt x="2469" y="6920"/>
                  <a:pt x="2469" y="6920"/>
                  <a:pt x="2469" y="6920"/>
                </a:cubicBezTo>
                <a:cubicBezTo>
                  <a:pt x="12651" y="6920"/>
                  <a:pt x="12651" y="6920"/>
                  <a:pt x="12651" y="6920"/>
                </a:cubicBezTo>
                <a:lnTo>
                  <a:pt x="12651" y="13841"/>
                </a:lnTo>
                <a:close/>
                <a:moveTo>
                  <a:pt x="12651" y="16777"/>
                </a:moveTo>
                <a:cubicBezTo>
                  <a:pt x="10183" y="16777"/>
                  <a:pt x="10183" y="16777"/>
                  <a:pt x="10183" y="16777"/>
                </a:cubicBezTo>
                <a:cubicBezTo>
                  <a:pt x="10183" y="15518"/>
                  <a:pt x="10183" y="15518"/>
                  <a:pt x="10183" y="15518"/>
                </a:cubicBezTo>
                <a:cubicBezTo>
                  <a:pt x="12651" y="15518"/>
                  <a:pt x="12651" y="15518"/>
                  <a:pt x="12651" y="15518"/>
                </a:cubicBezTo>
                <a:lnTo>
                  <a:pt x="12651" y="16777"/>
                </a:lnTo>
                <a:close/>
                <a:moveTo>
                  <a:pt x="12651" y="19083"/>
                </a:moveTo>
                <a:cubicBezTo>
                  <a:pt x="10183" y="19083"/>
                  <a:pt x="10183" y="19083"/>
                  <a:pt x="10183" y="19083"/>
                </a:cubicBezTo>
                <a:cubicBezTo>
                  <a:pt x="10183" y="17825"/>
                  <a:pt x="10183" y="17825"/>
                  <a:pt x="10183" y="17825"/>
                </a:cubicBezTo>
                <a:cubicBezTo>
                  <a:pt x="12651" y="17825"/>
                  <a:pt x="12651" y="17825"/>
                  <a:pt x="12651" y="17825"/>
                </a:cubicBezTo>
                <a:lnTo>
                  <a:pt x="12651" y="19083"/>
                </a:lnTo>
                <a:close/>
                <a:moveTo>
                  <a:pt x="8949" y="16777"/>
                </a:moveTo>
                <a:cubicBezTo>
                  <a:pt x="6480" y="16777"/>
                  <a:pt x="6480" y="16777"/>
                  <a:pt x="6480" y="16777"/>
                </a:cubicBezTo>
                <a:cubicBezTo>
                  <a:pt x="6480" y="15518"/>
                  <a:pt x="6480" y="15518"/>
                  <a:pt x="6480" y="15518"/>
                </a:cubicBezTo>
                <a:cubicBezTo>
                  <a:pt x="8949" y="15518"/>
                  <a:pt x="8949" y="15518"/>
                  <a:pt x="8949" y="15518"/>
                </a:cubicBezTo>
                <a:lnTo>
                  <a:pt x="8949" y="16777"/>
                </a:lnTo>
                <a:close/>
                <a:moveTo>
                  <a:pt x="8949" y="19083"/>
                </a:moveTo>
                <a:cubicBezTo>
                  <a:pt x="6480" y="19083"/>
                  <a:pt x="6480" y="19083"/>
                  <a:pt x="6480" y="19083"/>
                </a:cubicBezTo>
                <a:cubicBezTo>
                  <a:pt x="6480" y="17825"/>
                  <a:pt x="6480" y="17825"/>
                  <a:pt x="6480" y="17825"/>
                </a:cubicBezTo>
                <a:cubicBezTo>
                  <a:pt x="8949" y="17825"/>
                  <a:pt x="8949" y="17825"/>
                  <a:pt x="8949" y="17825"/>
                </a:cubicBezTo>
                <a:lnTo>
                  <a:pt x="8949" y="19083"/>
                </a:lnTo>
                <a:close/>
                <a:moveTo>
                  <a:pt x="4937" y="16777"/>
                </a:moveTo>
                <a:cubicBezTo>
                  <a:pt x="2469" y="16777"/>
                  <a:pt x="2469" y="16777"/>
                  <a:pt x="2469" y="16777"/>
                </a:cubicBezTo>
                <a:cubicBezTo>
                  <a:pt x="2469" y="15518"/>
                  <a:pt x="2469" y="15518"/>
                  <a:pt x="2469" y="15518"/>
                </a:cubicBezTo>
                <a:cubicBezTo>
                  <a:pt x="4937" y="15518"/>
                  <a:pt x="4937" y="15518"/>
                  <a:pt x="4937" y="15518"/>
                </a:cubicBezTo>
                <a:lnTo>
                  <a:pt x="4937" y="16777"/>
                </a:lnTo>
                <a:close/>
                <a:moveTo>
                  <a:pt x="4937" y="19083"/>
                </a:moveTo>
                <a:cubicBezTo>
                  <a:pt x="2469" y="19083"/>
                  <a:pt x="2469" y="19083"/>
                  <a:pt x="2469" y="19083"/>
                </a:cubicBezTo>
                <a:cubicBezTo>
                  <a:pt x="2469" y="17825"/>
                  <a:pt x="2469" y="17825"/>
                  <a:pt x="2469" y="17825"/>
                </a:cubicBezTo>
                <a:cubicBezTo>
                  <a:pt x="4937" y="17825"/>
                  <a:pt x="4937" y="17825"/>
                  <a:pt x="4937" y="17825"/>
                </a:cubicBezTo>
                <a:lnTo>
                  <a:pt x="4937" y="19083"/>
                </a:lnTo>
                <a:close/>
                <a:moveTo>
                  <a:pt x="1851" y="4194"/>
                </a:moveTo>
                <a:cubicBezTo>
                  <a:pt x="617" y="4194"/>
                  <a:pt x="0" y="4823"/>
                  <a:pt x="0" y="5662"/>
                </a:cubicBezTo>
                <a:cubicBezTo>
                  <a:pt x="0" y="20342"/>
                  <a:pt x="0" y="20342"/>
                  <a:pt x="0" y="20342"/>
                </a:cubicBezTo>
                <a:cubicBezTo>
                  <a:pt x="0" y="20971"/>
                  <a:pt x="617" y="21600"/>
                  <a:pt x="1851" y="21600"/>
                </a:cubicBezTo>
                <a:cubicBezTo>
                  <a:pt x="13269" y="21600"/>
                  <a:pt x="13269" y="21600"/>
                  <a:pt x="13269" y="21600"/>
                </a:cubicBezTo>
                <a:cubicBezTo>
                  <a:pt x="14503" y="21600"/>
                  <a:pt x="15429" y="20971"/>
                  <a:pt x="15429" y="20342"/>
                </a:cubicBezTo>
                <a:cubicBezTo>
                  <a:pt x="15429" y="5662"/>
                  <a:pt x="15429" y="5662"/>
                  <a:pt x="15429" y="5662"/>
                </a:cubicBezTo>
                <a:cubicBezTo>
                  <a:pt x="15429" y="4823"/>
                  <a:pt x="14503" y="4194"/>
                  <a:pt x="13269" y="4194"/>
                </a:cubicBezTo>
                <a:lnTo>
                  <a:pt x="1851" y="4194"/>
                </a:lnTo>
                <a:close/>
              </a:path>
            </a:pathLst>
          </a:custGeom>
          <a:solidFill>
            <a:schemeClr val="accent4">
              <a:lumOff val="58054"/>
            </a:schemeClr>
          </a:solidFill>
          <a:ln w="12700">
            <a:miter lim="400000"/>
          </a:ln>
        </p:spPr>
        <p:txBody>
          <a:bodyPr lIns="109727" tIns="109727" rIns="109727" bIns="109727"/>
          <a:lstStyle/>
          <a:p>
            <a:endParaRPr/>
          </a:p>
        </p:txBody>
      </p:sp>
      <p:sp>
        <p:nvSpPr>
          <p:cNvPr id="672" name="Shape"/>
          <p:cNvSpPr/>
          <p:nvPr/>
        </p:nvSpPr>
        <p:spPr>
          <a:xfrm>
            <a:off x="11080729" y="1115851"/>
            <a:ext cx="532621" cy="517392"/>
          </a:xfrm>
          <a:custGeom>
            <a:avLst/>
            <a:gdLst/>
            <a:ahLst/>
            <a:cxnLst>
              <a:cxn ang="0">
                <a:pos x="wd2" y="hd2"/>
              </a:cxn>
              <a:cxn ang="5400000">
                <a:pos x="wd2" y="hd2"/>
              </a:cxn>
              <a:cxn ang="10800000">
                <a:pos x="wd2" y="hd2"/>
              </a:cxn>
              <a:cxn ang="16200000">
                <a:pos x="wd2" y="hd2"/>
              </a:cxn>
            </a:cxnLst>
            <a:rect l="0" t="0" r="r" b="b"/>
            <a:pathLst>
              <a:path w="20989" h="20971" extrusionOk="0">
                <a:moveTo>
                  <a:pt x="17932" y="3146"/>
                </a:moveTo>
                <a:cubicBezTo>
                  <a:pt x="17321" y="2517"/>
                  <a:pt x="16302" y="2517"/>
                  <a:pt x="15691" y="3146"/>
                </a:cubicBezTo>
                <a:cubicBezTo>
                  <a:pt x="15079" y="3775"/>
                  <a:pt x="15079" y="4823"/>
                  <a:pt x="15691" y="5453"/>
                </a:cubicBezTo>
                <a:cubicBezTo>
                  <a:pt x="16302" y="6082"/>
                  <a:pt x="17321" y="6082"/>
                  <a:pt x="17932" y="5453"/>
                </a:cubicBezTo>
                <a:cubicBezTo>
                  <a:pt x="18543" y="4823"/>
                  <a:pt x="18543" y="3775"/>
                  <a:pt x="17932" y="3146"/>
                </a:cubicBezTo>
                <a:close/>
                <a:moveTo>
                  <a:pt x="19155" y="1888"/>
                </a:moveTo>
                <a:cubicBezTo>
                  <a:pt x="21600" y="4404"/>
                  <a:pt x="21600" y="8598"/>
                  <a:pt x="19155" y="11115"/>
                </a:cubicBezTo>
                <a:cubicBezTo>
                  <a:pt x="16709" y="13631"/>
                  <a:pt x="12838" y="13631"/>
                  <a:pt x="10189" y="11115"/>
                </a:cubicBezTo>
                <a:cubicBezTo>
                  <a:pt x="7743" y="8598"/>
                  <a:pt x="7743" y="4404"/>
                  <a:pt x="10189" y="1888"/>
                </a:cubicBezTo>
                <a:cubicBezTo>
                  <a:pt x="12838" y="-629"/>
                  <a:pt x="16709" y="-629"/>
                  <a:pt x="19155" y="1888"/>
                </a:cubicBezTo>
                <a:close/>
                <a:moveTo>
                  <a:pt x="12226" y="14051"/>
                </a:moveTo>
                <a:cubicBezTo>
                  <a:pt x="9781" y="16567"/>
                  <a:pt x="9781" y="16567"/>
                  <a:pt x="9781" y="16567"/>
                </a:cubicBezTo>
                <a:cubicBezTo>
                  <a:pt x="7540" y="16567"/>
                  <a:pt x="7540" y="16567"/>
                  <a:pt x="7540" y="16567"/>
                </a:cubicBezTo>
                <a:cubicBezTo>
                  <a:pt x="7540" y="18874"/>
                  <a:pt x="7540" y="18874"/>
                  <a:pt x="7540" y="18874"/>
                </a:cubicBezTo>
                <a:cubicBezTo>
                  <a:pt x="5298" y="18874"/>
                  <a:pt x="5298" y="18874"/>
                  <a:pt x="5298" y="18874"/>
                </a:cubicBezTo>
                <a:cubicBezTo>
                  <a:pt x="5298" y="20971"/>
                  <a:pt x="5298" y="20971"/>
                  <a:pt x="5298" y="20971"/>
                </a:cubicBezTo>
                <a:cubicBezTo>
                  <a:pt x="0" y="20971"/>
                  <a:pt x="0" y="20971"/>
                  <a:pt x="0" y="20971"/>
                </a:cubicBezTo>
                <a:cubicBezTo>
                  <a:pt x="0" y="17196"/>
                  <a:pt x="0" y="17196"/>
                  <a:pt x="0" y="17196"/>
                </a:cubicBezTo>
                <a:cubicBezTo>
                  <a:pt x="7540" y="9647"/>
                  <a:pt x="7540" y="9647"/>
                  <a:pt x="7540" y="9647"/>
                </a:cubicBezTo>
                <a:cubicBezTo>
                  <a:pt x="8355" y="11744"/>
                  <a:pt x="9985" y="13421"/>
                  <a:pt x="12226" y="14051"/>
                </a:cubicBezTo>
                <a:close/>
              </a:path>
            </a:pathLst>
          </a:custGeom>
          <a:solidFill>
            <a:schemeClr val="accent4">
              <a:lumOff val="58054"/>
            </a:schemeClr>
          </a:solidFill>
          <a:ln w="12700">
            <a:miter lim="400000"/>
          </a:ln>
        </p:spPr>
        <p:txBody>
          <a:bodyPr lIns="109727" tIns="109727" rIns="109727" bIns="109727"/>
          <a:lstStyle/>
          <a:p>
            <a:endParaRPr/>
          </a:p>
        </p:txBody>
      </p:sp>
      <p:sp>
        <p:nvSpPr>
          <p:cNvPr id="673" name="Shape"/>
          <p:cNvSpPr/>
          <p:nvPr/>
        </p:nvSpPr>
        <p:spPr>
          <a:xfrm>
            <a:off x="5724752" y="3583627"/>
            <a:ext cx="534658" cy="385752"/>
          </a:xfrm>
          <a:custGeom>
            <a:avLst/>
            <a:gdLst/>
            <a:ahLst/>
            <a:cxnLst>
              <a:cxn ang="0">
                <a:pos x="wd2" y="hd2"/>
              </a:cxn>
              <a:cxn ang="5400000">
                <a:pos x="wd2" y="hd2"/>
              </a:cxn>
              <a:cxn ang="10800000">
                <a:pos x="wd2" y="hd2"/>
              </a:cxn>
              <a:cxn ang="16200000">
                <a:pos x="wd2" y="hd2"/>
              </a:cxn>
            </a:cxnLst>
            <a:rect l="0" t="0" r="r" b="b"/>
            <a:pathLst>
              <a:path w="21069" h="20268" extrusionOk="0">
                <a:moveTo>
                  <a:pt x="17932" y="13628"/>
                </a:moveTo>
                <a:cubicBezTo>
                  <a:pt x="16913" y="12838"/>
                  <a:pt x="15691" y="13365"/>
                  <a:pt x="15283" y="14419"/>
                </a:cubicBezTo>
                <a:cubicBezTo>
                  <a:pt x="14875" y="15472"/>
                  <a:pt x="15283" y="17053"/>
                  <a:pt x="16506" y="17580"/>
                </a:cubicBezTo>
                <a:cubicBezTo>
                  <a:pt x="17525" y="18370"/>
                  <a:pt x="18747" y="17843"/>
                  <a:pt x="19155" y="16789"/>
                </a:cubicBezTo>
                <a:cubicBezTo>
                  <a:pt x="19562" y="15736"/>
                  <a:pt x="19155" y="14155"/>
                  <a:pt x="17932" y="13628"/>
                </a:cubicBezTo>
                <a:close/>
                <a:moveTo>
                  <a:pt x="12023" y="9941"/>
                </a:moveTo>
                <a:cubicBezTo>
                  <a:pt x="12023" y="9414"/>
                  <a:pt x="11819" y="9150"/>
                  <a:pt x="11411" y="9150"/>
                </a:cubicBezTo>
                <a:cubicBezTo>
                  <a:pt x="11004" y="9150"/>
                  <a:pt x="10800" y="9414"/>
                  <a:pt x="10800" y="9941"/>
                </a:cubicBezTo>
                <a:cubicBezTo>
                  <a:pt x="10800" y="10467"/>
                  <a:pt x="11004" y="10731"/>
                  <a:pt x="11411" y="10731"/>
                </a:cubicBezTo>
                <a:cubicBezTo>
                  <a:pt x="11819" y="10731"/>
                  <a:pt x="12023" y="10467"/>
                  <a:pt x="12023" y="9941"/>
                </a:cubicBezTo>
                <a:close/>
                <a:moveTo>
                  <a:pt x="15283" y="5726"/>
                </a:moveTo>
                <a:cubicBezTo>
                  <a:pt x="15691" y="7043"/>
                  <a:pt x="16913" y="7306"/>
                  <a:pt x="17932" y="6780"/>
                </a:cubicBezTo>
                <a:cubicBezTo>
                  <a:pt x="18951" y="5989"/>
                  <a:pt x="19562" y="4672"/>
                  <a:pt x="19155" y="3355"/>
                </a:cubicBezTo>
                <a:cubicBezTo>
                  <a:pt x="18747" y="2302"/>
                  <a:pt x="17525" y="1775"/>
                  <a:pt x="16506" y="2565"/>
                </a:cubicBezTo>
                <a:cubicBezTo>
                  <a:pt x="15283" y="3092"/>
                  <a:pt x="14875" y="4672"/>
                  <a:pt x="15283" y="5726"/>
                </a:cubicBezTo>
                <a:close/>
                <a:moveTo>
                  <a:pt x="20785" y="17843"/>
                </a:moveTo>
                <a:cubicBezTo>
                  <a:pt x="19970" y="19950"/>
                  <a:pt x="17525" y="21004"/>
                  <a:pt x="15691" y="19687"/>
                </a:cubicBezTo>
                <a:cubicBezTo>
                  <a:pt x="14060" y="18633"/>
                  <a:pt x="13042" y="16263"/>
                  <a:pt x="13449" y="14155"/>
                </a:cubicBezTo>
                <a:cubicBezTo>
                  <a:pt x="13653" y="13102"/>
                  <a:pt x="13245" y="12838"/>
                  <a:pt x="12430" y="12311"/>
                </a:cubicBezTo>
                <a:cubicBezTo>
                  <a:pt x="0" y="4672"/>
                  <a:pt x="0" y="4672"/>
                  <a:pt x="0" y="4672"/>
                </a:cubicBezTo>
                <a:cubicBezTo>
                  <a:pt x="0" y="4672"/>
                  <a:pt x="1630" y="2038"/>
                  <a:pt x="3260" y="3092"/>
                </a:cubicBezTo>
                <a:cubicBezTo>
                  <a:pt x="4279" y="3619"/>
                  <a:pt x="8151" y="6253"/>
                  <a:pt x="11615" y="8360"/>
                </a:cubicBezTo>
                <a:cubicBezTo>
                  <a:pt x="12430" y="7833"/>
                  <a:pt x="12430" y="7833"/>
                  <a:pt x="12430" y="7833"/>
                </a:cubicBezTo>
                <a:cubicBezTo>
                  <a:pt x="13245" y="7306"/>
                  <a:pt x="13653" y="7043"/>
                  <a:pt x="13449" y="5989"/>
                </a:cubicBezTo>
                <a:cubicBezTo>
                  <a:pt x="13042" y="3882"/>
                  <a:pt x="14060" y="1511"/>
                  <a:pt x="15691" y="458"/>
                </a:cubicBezTo>
                <a:cubicBezTo>
                  <a:pt x="17525" y="-596"/>
                  <a:pt x="19766" y="194"/>
                  <a:pt x="20785" y="2565"/>
                </a:cubicBezTo>
                <a:cubicBezTo>
                  <a:pt x="21600" y="4672"/>
                  <a:pt x="20581" y="7570"/>
                  <a:pt x="18747" y="8624"/>
                </a:cubicBezTo>
                <a:cubicBezTo>
                  <a:pt x="17321" y="9677"/>
                  <a:pt x="16302" y="8887"/>
                  <a:pt x="14875" y="9677"/>
                </a:cubicBezTo>
                <a:cubicBezTo>
                  <a:pt x="14672" y="9941"/>
                  <a:pt x="14672" y="9941"/>
                  <a:pt x="14468" y="10204"/>
                </a:cubicBezTo>
                <a:cubicBezTo>
                  <a:pt x="14672" y="10204"/>
                  <a:pt x="14672" y="10204"/>
                  <a:pt x="14875" y="10467"/>
                </a:cubicBezTo>
                <a:cubicBezTo>
                  <a:pt x="16302" y="11258"/>
                  <a:pt x="17321" y="10467"/>
                  <a:pt x="18747" y="11521"/>
                </a:cubicBezTo>
                <a:cubicBezTo>
                  <a:pt x="20581" y="12838"/>
                  <a:pt x="21600" y="15472"/>
                  <a:pt x="20785" y="17843"/>
                </a:cubicBezTo>
                <a:close/>
                <a:moveTo>
                  <a:pt x="10189" y="12838"/>
                </a:moveTo>
                <a:cubicBezTo>
                  <a:pt x="7132" y="14682"/>
                  <a:pt x="4075" y="16526"/>
                  <a:pt x="3057" y="17053"/>
                </a:cubicBezTo>
                <a:cubicBezTo>
                  <a:pt x="1426" y="18106"/>
                  <a:pt x="0" y="15472"/>
                  <a:pt x="0" y="15472"/>
                </a:cubicBezTo>
                <a:cubicBezTo>
                  <a:pt x="7336" y="10994"/>
                  <a:pt x="7336" y="10994"/>
                  <a:pt x="7336" y="10994"/>
                </a:cubicBezTo>
                <a:lnTo>
                  <a:pt x="10189" y="12838"/>
                </a:lnTo>
                <a:close/>
              </a:path>
            </a:pathLst>
          </a:custGeom>
          <a:solidFill>
            <a:schemeClr val="accent4">
              <a:lumOff val="58054"/>
            </a:schemeClr>
          </a:solidFill>
          <a:ln w="12700">
            <a:miter lim="400000"/>
          </a:ln>
        </p:spPr>
        <p:txBody>
          <a:bodyPr lIns="109727" tIns="109727" rIns="109727" bIns="109727"/>
          <a:lstStyle/>
          <a:p>
            <a:endParaRPr/>
          </a:p>
        </p:txBody>
      </p:sp>
      <p:sp>
        <p:nvSpPr>
          <p:cNvPr id="674" name="Shape"/>
          <p:cNvSpPr/>
          <p:nvPr/>
        </p:nvSpPr>
        <p:spPr>
          <a:xfrm>
            <a:off x="8425643" y="3465708"/>
            <a:ext cx="426322" cy="517681"/>
          </a:xfrm>
          <a:custGeom>
            <a:avLst/>
            <a:gdLst/>
            <a:ahLst/>
            <a:cxnLst>
              <a:cxn ang="0">
                <a:pos x="wd2" y="hd2"/>
              </a:cxn>
              <a:cxn ang="5400000">
                <a:pos x="wd2" y="hd2"/>
              </a:cxn>
              <a:cxn ang="10800000">
                <a:pos x="wd2" y="hd2"/>
              </a:cxn>
              <a:cxn ang="16200000">
                <a:pos x="wd2" y="hd2"/>
              </a:cxn>
            </a:cxnLst>
            <a:rect l="0" t="0" r="r" b="b"/>
            <a:pathLst>
              <a:path w="21600" h="21600" extrusionOk="0">
                <a:moveTo>
                  <a:pt x="18514" y="15882"/>
                </a:moveTo>
                <a:lnTo>
                  <a:pt x="18514" y="19059"/>
                </a:lnTo>
                <a:lnTo>
                  <a:pt x="3086" y="19059"/>
                </a:lnTo>
                <a:lnTo>
                  <a:pt x="3086" y="15882"/>
                </a:lnTo>
                <a:lnTo>
                  <a:pt x="0" y="15882"/>
                </a:lnTo>
                <a:lnTo>
                  <a:pt x="0" y="21600"/>
                </a:lnTo>
                <a:lnTo>
                  <a:pt x="21600" y="21600"/>
                </a:lnTo>
                <a:lnTo>
                  <a:pt x="21600" y="15882"/>
                </a:lnTo>
                <a:lnTo>
                  <a:pt x="18514" y="15882"/>
                </a:lnTo>
                <a:close/>
                <a:moveTo>
                  <a:pt x="16200" y="9529"/>
                </a:moveTo>
                <a:lnTo>
                  <a:pt x="20057" y="9529"/>
                </a:lnTo>
                <a:lnTo>
                  <a:pt x="10800" y="17153"/>
                </a:lnTo>
                <a:lnTo>
                  <a:pt x="1543" y="9529"/>
                </a:lnTo>
                <a:lnTo>
                  <a:pt x="6171" y="9529"/>
                </a:lnTo>
                <a:lnTo>
                  <a:pt x="6171" y="0"/>
                </a:lnTo>
                <a:lnTo>
                  <a:pt x="16200" y="0"/>
                </a:lnTo>
                <a:lnTo>
                  <a:pt x="16200" y="9529"/>
                </a:lnTo>
                <a:close/>
              </a:path>
            </a:pathLst>
          </a:custGeom>
          <a:solidFill>
            <a:schemeClr val="accent4">
              <a:lumOff val="58054"/>
            </a:schemeClr>
          </a:solidFill>
          <a:ln w="12700">
            <a:miter lim="400000"/>
          </a:ln>
        </p:spPr>
        <p:txBody>
          <a:bodyPr lIns="109727" tIns="109727" rIns="109727" bIns="109727"/>
          <a:lstStyle/>
          <a:p>
            <a:endParaRPr/>
          </a:p>
        </p:txBody>
      </p:sp>
      <p:sp>
        <p:nvSpPr>
          <p:cNvPr id="675" name="Shape"/>
          <p:cNvSpPr/>
          <p:nvPr/>
        </p:nvSpPr>
        <p:spPr>
          <a:xfrm>
            <a:off x="11168018" y="3452278"/>
            <a:ext cx="517681" cy="411102"/>
          </a:xfrm>
          <a:custGeom>
            <a:avLst/>
            <a:gdLst/>
            <a:ahLst/>
            <a:cxnLst>
              <a:cxn ang="0">
                <a:pos x="wd2" y="hd2"/>
              </a:cxn>
              <a:cxn ang="5400000">
                <a:pos x="wd2" y="hd2"/>
              </a:cxn>
              <a:cxn ang="10800000">
                <a:pos x="wd2" y="hd2"/>
              </a:cxn>
              <a:cxn ang="16200000">
                <a:pos x="wd2" y="hd2"/>
              </a:cxn>
            </a:cxnLst>
            <a:rect l="0" t="0" r="r" b="b"/>
            <a:pathLst>
              <a:path w="21600" h="21600" extrusionOk="0">
                <a:moveTo>
                  <a:pt x="12706" y="2400"/>
                </a:moveTo>
                <a:lnTo>
                  <a:pt x="13976" y="2400"/>
                </a:lnTo>
                <a:lnTo>
                  <a:pt x="13976" y="0"/>
                </a:lnTo>
                <a:lnTo>
                  <a:pt x="12706" y="0"/>
                </a:lnTo>
                <a:lnTo>
                  <a:pt x="12706" y="2400"/>
                </a:lnTo>
                <a:close/>
                <a:moveTo>
                  <a:pt x="12706" y="7200"/>
                </a:moveTo>
                <a:lnTo>
                  <a:pt x="15882" y="7200"/>
                </a:lnTo>
                <a:lnTo>
                  <a:pt x="15882" y="4800"/>
                </a:lnTo>
                <a:lnTo>
                  <a:pt x="12706" y="4800"/>
                </a:lnTo>
                <a:lnTo>
                  <a:pt x="12706" y="7200"/>
                </a:lnTo>
                <a:close/>
                <a:moveTo>
                  <a:pt x="12706" y="12000"/>
                </a:moveTo>
                <a:lnTo>
                  <a:pt x="17788" y="12000"/>
                </a:lnTo>
                <a:lnTo>
                  <a:pt x="17788" y="9600"/>
                </a:lnTo>
                <a:lnTo>
                  <a:pt x="12706" y="9600"/>
                </a:lnTo>
                <a:lnTo>
                  <a:pt x="12706" y="12000"/>
                </a:lnTo>
                <a:close/>
                <a:moveTo>
                  <a:pt x="12706" y="16800"/>
                </a:moveTo>
                <a:lnTo>
                  <a:pt x="19694" y="16800"/>
                </a:lnTo>
                <a:lnTo>
                  <a:pt x="19694" y="14400"/>
                </a:lnTo>
                <a:lnTo>
                  <a:pt x="12706" y="14400"/>
                </a:lnTo>
                <a:lnTo>
                  <a:pt x="12706" y="16800"/>
                </a:lnTo>
                <a:close/>
                <a:moveTo>
                  <a:pt x="12706" y="19200"/>
                </a:moveTo>
                <a:lnTo>
                  <a:pt x="21600" y="19200"/>
                </a:lnTo>
                <a:lnTo>
                  <a:pt x="21600" y="21600"/>
                </a:lnTo>
                <a:lnTo>
                  <a:pt x="12706" y="21600"/>
                </a:lnTo>
                <a:lnTo>
                  <a:pt x="12706" y="19200"/>
                </a:lnTo>
                <a:close/>
                <a:moveTo>
                  <a:pt x="5082" y="0"/>
                </a:moveTo>
                <a:lnTo>
                  <a:pt x="0" y="8800"/>
                </a:lnTo>
                <a:lnTo>
                  <a:pt x="3812" y="8800"/>
                </a:lnTo>
                <a:lnTo>
                  <a:pt x="3812" y="21600"/>
                </a:lnTo>
                <a:lnTo>
                  <a:pt x="6988" y="21600"/>
                </a:lnTo>
                <a:lnTo>
                  <a:pt x="6988" y="8800"/>
                </a:lnTo>
                <a:lnTo>
                  <a:pt x="10800" y="8800"/>
                </a:lnTo>
                <a:lnTo>
                  <a:pt x="5082" y="0"/>
                </a:lnTo>
                <a:close/>
              </a:path>
            </a:pathLst>
          </a:custGeom>
          <a:solidFill>
            <a:schemeClr val="accent4">
              <a:lumOff val="58054"/>
            </a:schemeClr>
          </a:solidFill>
          <a:ln w="12700">
            <a:miter lim="400000"/>
          </a:ln>
        </p:spPr>
        <p:txBody>
          <a:bodyPr lIns="109727" tIns="109727" rIns="109727" bIns="109727"/>
          <a:lstStyle/>
          <a:p>
            <a:endParaRPr/>
          </a:p>
        </p:txBody>
      </p:sp>
      <p:sp>
        <p:nvSpPr>
          <p:cNvPr id="676" name="Shape"/>
          <p:cNvSpPr/>
          <p:nvPr/>
        </p:nvSpPr>
        <p:spPr>
          <a:xfrm>
            <a:off x="2007910" y="3562753"/>
            <a:ext cx="532914" cy="517681"/>
          </a:xfrm>
          <a:custGeom>
            <a:avLst/>
            <a:gdLst/>
            <a:ahLst/>
            <a:cxnLst>
              <a:cxn ang="0">
                <a:pos x="wd2" y="hd2"/>
              </a:cxn>
              <a:cxn ang="5400000">
                <a:pos x="wd2" y="hd2"/>
              </a:cxn>
              <a:cxn ang="10800000">
                <a:pos x="wd2" y="hd2"/>
              </a:cxn>
              <a:cxn ang="16200000">
                <a:pos x="wd2" y="hd2"/>
              </a:cxn>
            </a:cxnLst>
            <a:rect l="0" t="0" r="r" b="b"/>
            <a:pathLst>
              <a:path w="21600" h="21600" extrusionOk="0">
                <a:moveTo>
                  <a:pt x="16777" y="17825"/>
                </a:moveTo>
                <a:cubicBezTo>
                  <a:pt x="14889" y="15938"/>
                  <a:pt x="14889" y="15938"/>
                  <a:pt x="14889" y="15938"/>
                </a:cubicBezTo>
                <a:cubicBezTo>
                  <a:pt x="15728" y="15099"/>
                  <a:pt x="15728" y="15099"/>
                  <a:pt x="15728" y="15099"/>
                </a:cubicBezTo>
                <a:cubicBezTo>
                  <a:pt x="16777" y="16148"/>
                  <a:pt x="16777" y="16148"/>
                  <a:pt x="16777" y="16148"/>
                </a:cubicBezTo>
                <a:cubicBezTo>
                  <a:pt x="19293" y="13631"/>
                  <a:pt x="19293" y="13631"/>
                  <a:pt x="19293" y="13631"/>
                </a:cubicBezTo>
                <a:cubicBezTo>
                  <a:pt x="20132" y="14470"/>
                  <a:pt x="20132" y="14470"/>
                  <a:pt x="20132" y="14470"/>
                </a:cubicBezTo>
                <a:lnTo>
                  <a:pt x="16777" y="17825"/>
                </a:lnTo>
                <a:close/>
                <a:moveTo>
                  <a:pt x="17616" y="11534"/>
                </a:moveTo>
                <a:cubicBezTo>
                  <a:pt x="15309" y="11534"/>
                  <a:pt x="13421" y="13421"/>
                  <a:pt x="13421" y="15518"/>
                </a:cubicBezTo>
                <a:cubicBezTo>
                  <a:pt x="13421" y="17825"/>
                  <a:pt x="15309" y="19713"/>
                  <a:pt x="17616" y="19713"/>
                </a:cubicBezTo>
                <a:cubicBezTo>
                  <a:pt x="19713" y="19713"/>
                  <a:pt x="21600" y="17825"/>
                  <a:pt x="21600" y="15518"/>
                </a:cubicBezTo>
                <a:cubicBezTo>
                  <a:pt x="21600" y="13421"/>
                  <a:pt x="19713" y="11534"/>
                  <a:pt x="17616" y="11534"/>
                </a:cubicBezTo>
                <a:close/>
                <a:moveTo>
                  <a:pt x="14889" y="20551"/>
                </a:moveTo>
                <a:cubicBezTo>
                  <a:pt x="13421" y="21181"/>
                  <a:pt x="11115" y="21600"/>
                  <a:pt x="8808" y="21600"/>
                </a:cubicBezTo>
                <a:cubicBezTo>
                  <a:pt x="3984" y="21600"/>
                  <a:pt x="0" y="20132"/>
                  <a:pt x="0" y="18454"/>
                </a:cubicBezTo>
                <a:cubicBezTo>
                  <a:pt x="0" y="15938"/>
                  <a:pt x="0" y="15938"/>
                  <a:pt x="0" y="15938"/>
                </a:cubicBezTo>
                <a:cubicBezTo>
                  <a:pt x="629" y="16357"/>
                  <a:pt x="1258" y="16777"/>
                  <a:pt x="2097" y="16986"/>
                </a:cubicBezTo>
                <a:cubicBezTo>
                  <a:pt x="3775" y="17616"/>
                  <a:pt x="6291" y="18035"/>
                  <a:pt x="8808" y="18035"/>
                </a:cubicBezTo>
                <a:cubicBezTo>
                  <a:pt x="10066" y="18035"/>
                  <a:pt x="11115" y="17825"/>
                  <a:pt x="12373" y="17616"/>
                </a:cubicBezTo>
                <a:cubicBezTo>
                  <a:pt x="12792" y="18874"/>
                  <a:pt x="13841" y="19922"/>
                  <a:pt x="14889" y="20551"/>
                </a:cubicBezTo>
                <a:close/>
                <a:moveTo>
                  <a:pt x="0" y="13212"/>
                </a:moveTo>
                <a:cubicBezTo>
                  <a:pt x="0" y="10905"/>
                  <a:pt x="0" y="10905"/>
                  <a:pt x="0" y="10905"/>
                </a:cubicBezTo>
                <a:cubicBezTo>
                  <a:pt x="629" y="11324"/>
                  <a:pt x="1258" y="11534"/>
                  <a:pt x="2097" y="11953"/>
                </a:cubicBezTo>
                <a:cubicBezTo>
                  <a:pt x="3775" y="12583"/>
                  <a:pt x="6291" y="12792"/>
                  <a:pt x="8808" y="12792"/>
                </a:cubicBezTo>
                <a:cubicBezTo>
                  <a:pt x="10066" y="12792"/>
                  <a:pt x="11534" y="12792"/>
                  <a:pt x="12792" y="12583"/>
                </a:cubicBezTo>
                <a:cubicBezTo>
                  <a:pt x="12163" y="13631"/>
                  <a:pt x="11744" y="14889"/>
                  <a:pt x="11953" y="16148"/>
                </a:cubicBezTo>
                <a:cubicBezTo>
                  <a:pt x="10905" y="16357"/>
                  <a:pt x="9856" y="16357"/>
                  <a:pt x="8808" y="16357"/>
                </a:cubicBezTo>
                <a:cubicBezTo>
                  <a:pt x="3984" y="16357"/>
                  <a:pt x="0" y="15099"/>
                  <a:pt x="0" y="13212"/>
                </a:cubicBezTo>
                <a:close/>
                <a:moveTo>
                  <a:pt x="0" y="8179"/>
                </a:moveTo>
                <a:cubicBezTo>
                  <a:pt x="0" y="5662"/>
                  <a:pt x="0" y="5662"/>
                  <a:pt x="0" y="5662"/>
                </a:cubicBezTo>
                <a:cubicBezTo>
                  <a:pt x="629" y="6082"/>
                  <a:pt x="1258" y="6501"/>
                  <a:pt x="2097" y="6711"/>
                </a:cubicBezTo>
                <a:cubicBezTo>
                  <a:pt x="3775" y="7340"/>
                  <a:pt x="6291" y="7759"/>
                  <a:pt x="8808" y="7759"/>
                </a:cubicBezTo>
                <a:cubicBezTo>
                  <a:pt x="11324" y="7759"/>
                  <a:pt x="13631" y="7340"/>
                  <a:pt x="15309" y="6711"/>
                </a:cubicBezTo>
                <a:cubicBezTo>
                  <a:pt x="16148" y="6501"/>
                  <a:pt x="16986" y="6082"/>
                  <a:pt x="17406" y="5662"/>
                </a:cubicBezTo>
                <a:cubicBezTo>
                  <a:pt x="17406" y="8179"/>
                  <a:pt x="17406" y="8179"/>
                  <a:pt x="17406" y="8179"/>
                </a:cubicBezTo>
                <a:cubicBezTo>
                  <a:pt x="17406" y="9856"/>
                  <a:pt x="13631" y="11324"/>
                  <a:pt x="8808" y="11324"/>
                </a:cubicBezTo>
                <a:cubicBezTo>
                  <a:pt x="3984" y="11324"/>
                  <a:pt x="0" y="9856"/>
                  <a:pt x="0" y="8179"/>
                </a:cubicBezTo>
                <a:close/>
                <a:moveTo>
                  <a:pt x="0" y="3146"/>
                </a:moveTo>
                <a:cubicBezTo>
                  <a:pt x="0" y="1258"/>
                  <a:pt x="3984" y="0"/>
                  <a:pt x="8808" y="0"/>
                </a:cubicBezTo>
                <a:cubicBezTo>
                  <a:pt x="13631" y="0"/>
                  <a:pt x="17406" y="1258"/>
                  <a:pt x="17406" y="3146"/>
                </a:cubicBezTo>
                <a:cubicBezTo>
                  <a:pt x="17406" y="4823"/>
                  <a:pt x="13631" y="6291"/>
                  <a:pt x="8808" y="6291"/>
                </a:cubicBezTo>
                <a:cubicBezTo>
                  <a:pt x="3984" y="6291"/>
                  <a:pt x="0" y="4823"/>
                  <a:pt x="0" y="3146"/>
                </a:cubicBezTo>
                <a:close/>
              </a:path>
            </a:pathLst>
          </a:custGeom>
          <a:solidFill>
            <a:schemeClr val="accent4">
              <a:lumOff val="58054"/>
            </a:schemeClr>
          </a:solidFill>
          <a:ln w="12700">
            <a:miter lim="400000"/>
          </a:ln>
        </p:spPr>
        <p:txBody>
          <a:bodyPr lIns="109727" tIns="109727" rIns="109727" bIns="109727"/>
          <a:lstStyle/>
          <a:p>
            <a:endParaRPr/>
          </a:p>
        </p:txBody>
      </p:sp>
      <p:sp>
        <p:nvSpPr>
          <p:cNvPr id="677" name="Shape"/>
          <p:cNvSpPr/>
          <p:nvPr/>
        </p:nvSpPr>
        <p:spPr>
          <a:xfrm>
            <a:off x="4459263" y="3532529"/>
            <a:ext cx="410409" cy="532914"/>
          </a:xfrm>
          <a:custGeom>
            <a:avLst/>
            <a:gdLst/>
            <a:ahLst/>
            <a:cxnLst>
              <a:cxn ang="0">
                <a:pos x="wd2" y="hd2"/>
              </a:cxn>
              <a:cxn ang="5400000">
                <a:pos x="wd2" y="hd2"/>
              </a:cxn>
              <a:cxn ang="10800000">
                <a:pos x="wd2" y="hd2"/>
              </a:cxn>
              <a:cxn ang="16200000">
                <a:pos x="wd2" y="hd2"/>
              </a:cxn>
            </a:cxnLst>
            <a:rect l="0" t="0" r="r" b="b"/>
            <a:pathLst>
              <a:path w="20076" h="21600" extrusionOk="0">
                <a:moveTo>
                  <a:pt x="12452" y="7340"/>
                </a:moveTo>
                <a:cubicBezTo>
                  <a:pt x="12452" y="6291"/>
                  <a:pt x="11436" y="5452"/>
                  <a:pt x="10165" y="5452"/>
                </a:cubicBezTo>
                <a:cubicBezTo>
                  <a:pt x="8894" y="5452"/>
                  <a:pt x="7624" y="6291"/>
                  <a:pt x="7624" y="7340"/>
                </a:cubicBezTo>
                <a:cubicBezTo>
                  <a:pt x="7624" y="8388"/>
                  <a:pt x="8894" y="9227"/>
                  <a:pt x="10165" y="9227"/>
                </a:cubicBezTo>
                <a:cubicBezTo>
                  <a:pt x="11436" y="9227"/>
                  <a:pt x="12452" y="8388"/>
                  <a:pt x="12452" y="7340"/>
                </a:cubicBezTo>
                <a:close/>
                <a:moveTo>
                  <a:pt x="11436" y="11953"/>
                </a:moveTo>
                <a:cubicBezTo>
                  <a:pt x="11436" y="11324"/>
                  <a:pt x="10927" y="10695"/>
                  <a:pt x="10165" y="10695"/>
                </a:cubicBezTo>
                <a:cubicBezTo>
                  <a:pt x="9149" y="10695"/>
                  <a:pt x="8640" y="11324"/>
                  <a:pt x="8640" y="11953"/>
                </a:cubicBezTo>
                <a:cubicBezTo>
                  <a:pt x="8640" y="12583"/>
                  <a:pt x="9149" y="13002"/>
                  <a:pt x="10165" y="13002"/>
                </a:cubicBezTo>
                <a:cubicBezTo>
                  <a:pt x="10927" y="13002"/>
                  <a:pt x="11436" y="12583"/>
                  <a:pt x="11436" y="11953"/>
                </a:cubicBezTo>
                <a:close/>
                <a:moveTo>
                  <a:pt x="13723" y="18035"/>
                </a:moveTo>
                <a:cubicBezTo>
                  <a:pt x="6353" y="18035"/>
                  <a:pt x="6353" y="18035"/>
                  <a:pt x="6353" y="18035"/>
                </a:cubicBezTo>
                <a:cubicBezTo>
                  <a:pt x="3558" y="13421"/>
                  <a:pt x="2287" y="5452"/>
                  <a:pt x="9911" y="0"/>
                </a:cubicBezTo>
                <a:cubicBezTo>
                  <a:pt x="18043" y="5452"/>
                  <a:pt x="16518" y="13212"/>
                  <a:pt x="13723" y="18035"/>
                </a:cubicBezTo>
                <a:close/>
                <a:moveTo>
                  <a:pt x="4320" y="18035"/>
                </a:moveTo>
                <a:cubicBezTo>
                  <a:pt x="3812" y="17196"/>
                  <a:pt x="2796" y="15099"/>
                  <a:pt x="2542" y="13841"/>
                </a:cubicBezTo>
                <a:cubicBezTo>
                  <a:pt x="509" y="15309"/>
                  <a:pt x="-762" y="18664"/>
                  <a:pt x="509" y="21600"/>
                </a:cubicBezTo>
                <a:cubicBezTo>
                  <a:pt x="763" y="19922"/>
                  <a:pt x="1779" y="18664"/>
                  <a:pt x="4320" y="18035"/>
                </a:cubicBezTo>
                <a:close/>
                <a:moveTo>
                  <a:pt x="19567" y="21600"/>
                </a:moveTo>
                <a:cubicBezTo>
                  <a:pt x="20838" y="18664"/>
                  <a:pt x="19567" y="15309"/>
                  <a:pt x="17534" y="13841"/>
                </a:cubicBezTo>
                <a:cubicBezTo>
                  <a:pt x="17280" y="15099"/>
                  <a:pt x="16264" y="17196"/>
                  <a:pt x="15756" y="18035"/>
                </a:cubicBezTo>
                <a:cubicBezTo>
                  <a:pt x="18297" y="18664"/>
                  <a:pt x="19313" y="19922"/>
                  <a:pt x="19567" y="21600"/>
                </a:cubicBezTo>
                <a:close/>
                <a:moveTo>
                  <a:pt x="11690" y="20551"/>
                </a:moveTo>
                <a:cubicBezTo>
                  <a:pt x="8386" y="20551"/>
                  <a:pt x="8386" y="20551"/>
                  <a:pt x="8386" y="20551"/>
                </a:cubicBezTo>
                <a:cubicBezTo>
                  <a:pt x="7370" y="19083"/>
                  <a:pt x="7370" y="19083"/>
                  <a:pt x="7370" y="19083"/>
                </a:cubicBezTo>
                <a:cubicBezTo>
                  <a:pt x="12706" y="19083"/>
                  <a:pt x="12706" y="19083"/>
                  <a:pt x="12706" y="19083"/>
                </a:cubicBezTo>
                <a:lnTo>
                  <a:pt x="11690" y="20551"/>
                </a:lnTo>
                <a:close/>
              </a:path>
            </a:pathLst>
          </a:custGeom>
          <a:solidFill>
            <a:schemeClr val="accent4">
              <a:lumOff val="58054"/>
            </a:schemeClr>
          </a:solidFill>
          <a:ln w="12700">
            <a:miter lim="400000"/>
          </a:ln>
        </p:spPr>
        <p:txBody>
          <a:bodyPr lIns="109727" tIns="109727" rIns="109727" bIns="109727"/>
          <a:lstStyle/>
          <a:p>
            <a:endParaRPr/>
          </a:p>
        </p:txBody>
      </p:sp>
      <p:sp>
        <p:nvSpPr>
          <p:cNvPr id="678" name="Shape"/>
          <p:cNvSpPr/>
          <p:nvPr/>
        </p:nvSpPr>
        <p:spPr>
          <a:xfrm>
            <a:off x="11076664" y="2276305"/>
            <a:ext cx="532913" cy="532914"/>
          </a:xfrm>
          <a:custGeom>
            <a:avLst/>
            <a:gdLst/>
            <a:ahLst/>
            <a:cxnLst>
              <a:cxn ang="0">
                <a:pos x="wd2" y="hd2"/>
              </a:cxn>
              <a:cxn ang="5400000">
                <a:pos x="wd2" y="hd2"/>
              </a:cxn>
              <a:cxn ang="10800000">
                <a:pos x="wd2" y="hd2"/>
              </a:cxn>
              <a:cxn ang="16200000">
                <a:pos x="wd2" y="hd2"/>
              </a:cxn>
            </a:cxnLst>
            <a:rect l="0" t="0" r="r" b="b"/>
            <a:pathLst>
              <a:path w="21600" h="21600" extrusionOk="0">
                <a:moveTo>
                  <a:pt x="16663" y="21600"/>
                </a:moveTo>
                <a:lnTo>
                  <a:pt x="16663" y="19131"/>
                </a:lnTo>
                <a:lnTo>
                  <a:pt x="11726" y="19131"/>
                </a:lnTo>
                <a:lnTo>
                  <a:pt x="11726" y="21600"/>
                </a:lnTo>
                <a:lnTo>
                  <a:pt x="16663" y="21600"/>
                </a:lnTo>
                <a:close/>
                <a:moveTo>
                  <a:pt x="9874" y="5554"/>
                </a:moveTo>
                <a:lnTo>
                  <a:pt x="5554" y="5554"/>
                </a:lnTo>
                <a:lnTo>
                  <a:pt x="5554" y="9874"/>
                </a:lnTo>
                <a:lnTo>
                  <a:pt x="7406" y="9874"/>
                </a:lnTo>
                <a:lnTo>
                  <a:pt x="7406" y="7406"/>
                </a:lnTo>
                <a:lnTo>
                  <a:pt x="9874" y="7406"/>
                </a:lnTo>
                <a:lnTo>
                  <a:pt x="9874" y="5554"/>
                </a:lnTo>
                <a:close/>
                <a:moveTo>
                  <a:pt x="19749" y="17897"/>
                </a:moveTo>
                <a:lnTo>
                  <a:pt x="19749" y="19131"/>
                </a:lnTo>
                <a:lnTo>
                  <a:pt x="17897" y="19131"/>
                </a:lnTo>
                <a:lnTo>
                  <a:pt x="17897" y="21600"/>
                </a:lnTo>
                <a:lnTo>
                  <a:pt x="21600" y="21600"/>
                </a:lnTo>
                <a:lnTo>
                  <a:pt x="21600" y="17897"/>
                </a:lnTo>
                <a:lnTo>
                  <a:pt x="19749" y="17897"/>
                </a:lnTo>
                <a:close/>
                <a:moveTo>
                  <a:pt x="9874" y="19131"/>
                </a:moveTo>
                <a:lnTo>
                  <a:pt x="7406" y="19131"/>
                </a:lnTo>
                <a:lnTo>
                  <a:pt x="7406" y="17897"/>
                </a:lnTo>
                <a:lnTo>
                  <a:pt x="5554" y="17897"/>
                </a:lnTo>
                <a:lnTo>
                  <a:pt x="5554" y="21600"/>
                </a:lnTo>
                <a:lnTo>
                  <a:pt x="9874" y="21600"/>
                </a:lnTo>
                <a:lnTo>
                  <a:pt x="9874" y="19131"/>
                </a:lnTo>
                <a:close/>
                <a:moveTo>
                  <a:pt x="17897" y="7406"/>
                </a:moveTo>
                <a:lnTo>
                  <a:pt x="19749" y="7406"/>
                </a:lnTo>
                <a:lnTo>
                  <a:pt x="19749" y="9874"/>
                </a:lnTo>
                <a:lnTo>
                  <a:pt x="21600" y="9874"/>
                </a:lnTo>
                <a:lnTo>
                  <a:pt x="21600" y="5554"/>
                </a:lnTo>
                <a:lnTo>
                  <a:pt x="17897" y="5554"/>
                </a:lnTo>
                <a:lnTo>
                  <a:pt x="17897" y="7406"/>
                </a:lnTo>
                <a:close/>
                <a:moveTo>
                  <a:pt x="21600" y="11726"/>
                </a:moveTo>
                <a:lnTo>
                  <a:pt x="19749" y="11726"/>
                </a:lnTo>
                <a:lnTo>
                  <a:pt x="19749" y="16046"/>
                </a:lnTo>
                <a:lnTo>
                  <a:pt x="21600" y="16046"/>
                </a:lnTo>
                <a:lnTo>
                  <a:pt x="21600" y="11726"/>
                </a:lnTo>
                <a:close/>
                <a:moveTo>
                  <a:pt x="0" y="16046"/>
                </a:moveTo>
                <a:lnTo>
                  <a:pt x="0" y="0"/>
                </a:lnTo>
                <a:lnTo>
                  <a:pt x="16663" y="0"/>
                </a:lnTo>
                <a:lnTo>
                  <a:pt x="16663" y="7406"/>
                </a:lnTo>
                <a:lnTo>
                  <a:pt x="11726" y="7406"/>
                </a:lnTo>
                <a:lnTo>
                  <a:pt x="11726" y="5554"/>
                </a:lnTo>
                <a:lnTo>
                  <a:pt x="14194" y="5554"/>
                </a:lnTo>
                <a:lnTo>
                  <a:pt x="14194" y="2469"/>
                </a:lnTo>
                <a:lnTo>
                  <a:pt x="2469" y="2469"/>
                </a:lnTo>
                <a:lnTo>
                  <a:pt x="2469" y="14194"/>
                </a:lnTo>
                <a:lnTo>
                  <a:pt x="5554" y="14194"/>
                </a:lnTo>
                <a:lnTo>
                  <a:pt x="5554" y="11726"/>
                </a:lnTo>
                <a:lnTo>
                  <a:pt x="7406" y="11726"/>
                </a:lnTo>
                <a:lnTo>
                  <a:pt x="7406" y="16046"/>
                </a:lnTo>
                <a:lnTo>
                  <a:pt x="0" y="16046"/>
                </a:lnTo>
                <a:close/>
              </a:path>
            </a:pathLst>
          </a:custGeom>
          <a:solidFill>
            <a:schemeClr val="accent4">
              <a:lumOff val="58054"/>
            </a:schemeClr>
          </a:solidFill>
          <a:ln w="12700">
            <a:miter lim="400000"/>
          </a:ln>
        </p:spPr>
        <p:txBody>
          <a:bodyPr lIns="109727" tIns="109727" rIns="109727" bIns="109727"/>
          <a:lstStyle/>
          <a:p>
            <a:endParaRPr/>
          </a:p>
        </p:txBody>
      </p:sp>
      <p:sp>
        <p:nvSpPr>
          <p:cNvPr id="679" name="Shape"/>
          <p:cNvSpPr/>
          <p:nvPr/>
        </p:nvSpPr>
        <p:spPr>
          <a:xfrm>
            <a:off x="3227701" y="2265034"/>
            <a:ext cx="487232" cy="532914"/>
          </a:xfrm>
          <a:custGeom>
            <a:avLst/>
            <a:gdLst/>
            <a:ahLst/>
            <a:cxnLst>
              <a:cxn ang="0">
                <a:pos x="wd2" y="hd2"/>
              </a:cxn>
              <a:cxn ang="5400000">
                <a:pos x="wd2" y="hd2"/>
              </a:cxn>
              <a:cxn ang="10800000">
                <a:pos x="wd2" y="hd2"/>
              </a:cxn>
              <a:cxn ang="16200000">
                <a:pos x="wd2" y="hd2"/>
              </a:cxn>
            </a:cxnLst>
            <a:rect l="0" t="0" r="r" b="b"/>
            <a:pathLst>
              <a:path w="21600" h="21600" extrusionOk="0">
                <a:moveTo>
                  <a:pt x="13187" y="2307"/>
                </a:moveTo>
                <a:cubicBezTo>
                  <a:pt x="12278" y="1468"/>
                  <a:pt x="11141" y="629"/>
                  <a:pt x="9322" y="629"/>
                </a:cubicBezTo>
                <a:cubicBezTo>
                  <a:pt x="7276" y="210"/>
                  <a:pt x="5229" y="1468"/>
                  <a:pt x="4320" y="2097"/>
                </a:cubicBezTo>
                <a:cubicBezTo>
                  <a:pt x="4320" y="2726"/>
                  <a:pt x="4320" y="13212"/>
                  <a:pt x="4320" y="13212"/>
                </a:cubicBezTo>
                <a:cubicBezTo>
                  <a:pt x="7503" y="9437"/>
                  <a:pt x="11823" y="11115"/>
                  <a:pt x="13187" y="11534"/>
                </a:cubicBezTo>
                <a:lnTo>
                  <a:pt x="13187" y="2307"/>
                </a:lnTo>
                <a:close/>
                <a:moveTo>
                  <a:pt x="14552" y="5872"/>
                </a:moveTo>
                <a:cubicBezTo>
                  <a:pt x="14552" y="13631"/>
                  <a:pt x="14552" y="13631"/>
                  <a:pt x="14552" y="13631"/>
                </a:cubicBezTo>
                <a:cubicBezTo>
                  <a:pt x="17962" y="13631"/>
                  <a:pt x="20008" y="11115"/>
                  <a:pt x="21600" y="8598"/>
                </a:cubicBezTo>
                <a:cubicBezTo>
                  <a:pt x="17735" y="9856"/>
                  <a:pt x="16371" y="7969"/>
                  <a:pt x="14552" y="5872"/>
                </a:cubicBezTo>
                <a:close/>
                <a:moveTo>
                  <a:pt x="0" y="0"/>
                </a:moveTo>
                <a:cubicBezTo>
                  <a:pt x="2728" y="0"/>
                  <a:pt x="2728" y="0"/>
                  <a:pt x="2728" y="0"/>
                </a:cubicBezTo>
                <a:cubicBezTo>
                  <a:pt x="2728" y="21600"/>
                  <a:pt x="2728" y="21600"/>
                  <a:pt x="2728" y="21600"/>
                </a:cubicBezTo>
                <a:cubicBezTo>
                  <a:pt x="0" y="21600"/>
                  <a:pt x="0" y="21600"/>
                  <a:pt x="0" y="21600"/>
                </a:cubicBez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80" name="Shape"/>
          <p:cNvSpPr/>
          <p:nvPr/>
        </p:nvSpPr>
        <p:spPr>
          <a:xfrm>
            <a:off x="9767237" y="2322067"/>
            <a:ext cx="517681" cy="380653"/>
          </a:xfrm>
          <a:custGeom>
            <a:avLst/>
            <a:gdLst/>
            <a:ahLst/>
            <a:cxnLst>
              <a:cxn ang="0">
                <a:pos x="wd2" y="hd2"/>
              </a:cxn>
              <a:cxn ang="5400000">
                <a:pos x="wd2" y="hd2"/>
              </a:cxn>
              <a:cxn ang="10800000">
                <a:pos x="wd2" y="hd2"/>
              </a:cxn>
              <a:cxn ang="16200000">
                <a:pos x="wd2" y="hd2"/>
              </a:cxn>
            </a:cxnLst>
            <a:rect l="0" t="0" r="r" b="b"/>
            <a:pathLst>
              <a:path w="21600" h="21600" extrusionOk="0">
                <a:moveTo>
                  <a:pt x="20965" y="19872"/>
                </a:moveTo>
                <a:lnTo>
                  <a:pt x="13976" y="11232"/>
                </a:lnTo>
                <a:lnTo>
                  <a:pt x="10800" y="15552"/>
                </a:lnTo>
                <a:lnTo>
                  <a:pt x="7624" y="11232"/>
                </a:lnTo>
                <a:lnTo>
                  <a:pt x="1271" y="19872"/>
                </a:lnTo>
                <a:lnTo>
                  <a:pt x="6353" y="9504"/>
                </a:lnTo>
                <a:lnTo>
                  <a:pt x="1271" y="1728"/>
                </a:lnTo>
                <a:lnTo>
                  <a:pt x="10800" y="11232"/>
                </a:lnTo>
                <a:lnTo>
                  <a:pt x="20965" y="1728"/>
                </a:lnTo>
                <a:lnTo>
                  <a:pt x="15247" y="9504"/>
                </a:lnTo>
                <a:lnTo>
                  <a:pt x="20965" y="19872"/>
                </a:lnTo>
                <a:close/>
                <a:moveTo>
                  <a:pt x="0" y="0"/>
                </a:moveTo>
                <a:lnTo>
                  <a:pt x="0" y="21600"/>
                </a:lnTo>
                <a:lnTo>
                  <a:pt x="21600" y="21600"/>
                </a:lnTo>
                <a:lnTo>
                  <a:pt x="21600" y="0"/>
                </a:ln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81" name="Shape"/>
          <p:cNvSpPr/>
          <p:nvPr/>
        </p:nvSpPr>
        <p:spPr>
          <a:xfrm>
            <a:off x="4499070" y="2169810"/>
            <a:ext cx="334971" cy="532914"/>
          </a:xfrm>
          <a:custGeom>
            <a:avLst/>
            <a:gdLst/>
            <a:ahLst/>
            <a:cxnLst>
              <a:cxn ang="0">
                <a:pos x="wd2" y="hd2"/>
              </a:cxn>
              <a:cxn ang="5400000">
                <a:pos x="wd2" y="hd2"/>
              </a:cxn>
              <a:cxn ang="10800000">
                <a:pos x="wd2" y="hd2"/>
              </a:cxn>
              <a:cxn ang="16200000">
                <a:pos x="wd2" y="hd2"/>
              </a:cxn>
            </a:cxnLst>
            <a:rect l="0" t="0" r="r" b="b"/>
            <a:pathLst>
              <a:path w="21600" h="21600" extrusionOk="0">
                <a:moveTo>
                  <a:pt x="15286" y="16567"/>
                </a:moveTo>
                <a:cubicBezTo>
                  <a:pt x="14622" y="16567"/>
                  <a:pt x="14289" y="16148"/>
                  <a:pt x="14289" y="15728"/>
                </a:cubicBezTo>
                <a:cubicBezTo>
                  <a:pt x="14289" y="15309"/>
                  <a:pt x="14622" y="14889"/>
                  <a:pt x="15286" y="14889"/>
                </a:cubicBezTo>
                <a:cubicBezTo>
                  <a:pt x="16283" y="14889"/>
                  <a:pt x="16615" y="15309"/>
                  <a:pt x="16615" y="15728"/>
                </a:cubicBezTo>
                <a:cubicBezTo>
                  <a:pt x="16615" y="16148"/>
                  <a:pt x="16283" y="16567"/>
                  <a:pt x="15286" y="16567"/>
                </a:cubicBezTo>
                <a:close/>
                <a:moveTo>
                  <a:pt x="11298" y="18664"/>
                </a:moveTo>
                <a:cubicBezTo>
                  <a:pt x="10302" y="18664"/>
                  <a:pt x="9969" y="18245"/>
                  <a:pt x="9969" y="17825"/>
                </a:cubicBezTo>
                <a:cubicBezTo>
                  <a:pt x="9969" y="17406"/>
                  <a:pt x="10302" y="16986"/>
                  <a:pt x="11298" y="16986"/>
                </a:cubicBezTo>
                <a:cubicBezTo>
                  <a:pt x="11963" y="16986"/>
                  <a:pt x="12628" y="17406"/>
                  <a:pt x="12628" y="17825"/>
                </a:cubicBezTo>
                <a:cubicBezTo>
                  <a:pt x="12628" y="18245"/>
                  <a:pt x="11963" y="18664"/>
                  <a:pt x="11298" y="18664"/>
                </a:cubicBezTo>
                <a:close/>
                <a:moveTo>
                  <a:pt x="7643" y="13841"/>
                </a:moveTo>
                <a:cubicBezTo>
                  <a:pt x="7311" y="13841"/>
                  <a:pt x="6646" y="13421"/>
                  <a:pt x="6646" y="13212"/>
                </a:cubicBezTo>
                <a:cubicBezTo>
                  <a:pt x="6646" y="12792"/>
                  <a:pt x="7311" y="12583"/>
                  <a:pt x="7643" y="12583"/>
                </a:cubicBezTo>
                <a:cubicBezTo>
                  <a:pt x="8308" y="12583"/>
                  <a:pt x="8640" y="12792"/>
                  <a:pt x="8640" y="13212"/>
                </a:cubicBezTo>
                <a:cubicBezTo>
                  <a:pt x="8640" y="13421"/>
                  <a:pt x="8308" y="13841"/>
                  <a:pt x="7643" y="13841"/>
                </a:cubicBezTo>
                <a:close/>
                <a:moveTo>
                  <a:pt x="6646" y="17196"/>
                </a:moveTo>
                <a:cubicBezTo>
                  <a:pt x="5649" y="17196"/>
                  <a:pt x="4985" y="16777"/>
                  <a:pt x="4985" y="16148"/>
                </a:cubicBezTo>
                <a:cubicBezTo>
                  <a:pt x="4985" y="15518"/>
                  <a:pt x="5649" y="15099"/>
                  <a:pt x="6646" y="15099"/>
                </a:cubicBezTo>
                <a:cubicBezTo>
                  <a:pt x="7643" y="15099"/>
                  <a:pt x="8308" y="15518"/>
                  <a:pt x="8308" y="16148"/>
                </a:cubicBezTo>
                <a:cubicBezTo>
                  <a:pt x="8308" y="16777"/>
                  <a:pt x="7643" y="17196"/>
                  <a:pt x="6646" y="17196"/>
                </a:cubicBezTo>
                <a:close/>
                <a:moveTo>
                  <a:pt x="11298" y="14050"/>
                </a:moveTo>
                <a:cubicBezTo>
                  <a:pt x="11631" y="14050"/>
                  <a:pt x="12295" y="14260"/>
                  <a:pt x="12295" y="14680"/>
                </a:cubicBezTo>
                <a:cubicBezTo>
                  <a:pt x="12295" y="15099"/>
                  <a:pt x="11631" y="15518"/>
                  <a:pt x="11298" y="15518"/>
                </a:cubicBezTo>
                <a:cubicBezTo>
                  <a:pt x="10634" y="15518"/>
                  <a:pt x="9969" y="15099"/>
                  <a:pt x="9969" y="14680"/>
                </a:cubicBezTo>
                <a:cubicBezTo>
                  <a:pt x="9969" y="14260"/>
                  <a:pt x="10634" y="14050"/>
                  <a:pt x="11298" y="14050"/>
                </a:cubicBezTo>
                <a:close/>
                <a:moveTo>
                  <a:pt x="10966" y="10905"/>
                </a:moveTo>
                <a:cubicBezTo>
                  <a:pt x="11631" y="10905"/>
                  <a:pt x="12295" y="11115"/>
                  <a:pt x="12295" y="11534"/>
                </a:cubicBezTo>
                <a:cubicBezTo>
                  <a:pt x="12295" y="11953"/>
                  <a:pt x="11631" y="12163"/>
                  <a:pt x="10966" y="12163"/>
                </a:cubicBezTo>
                <a:cubicBezTo>
                  <a:pt x="10634" y="12163"/>
                  <a:pt x="9969" y="11953"/>
                  <a:pt x="9969" y="11534"/>
                </a:cubicBezTo>
                <a:cubicBezTo>
                  <a:pt x="9969" y="11115"/>
                  <a:pt x="10634" y="10905"/>
                  <a:pt x="10966" y="10905"/>
                </a:cubicBezTo>
                <a:close/>
                <a:moveTo>
                  <a:pt x="15951" y="6291"/>
                </a:moveTo>
                <a:cubicBezTo>
                  <a:pt x="15951" y="3565"/>
                  <a:pt x="15951" y="3565"/>
                  <a:pt x="15951" y="3565"/>
                </a:cubicBezTo>
                <a:cubicBezTo>
                  <a:pt x="12628" y="3565"/>
                  <a:pt x="12628" y="3565"/>
                  <a:pt x="12628" y="3565"/>
                </a:cubicBezTo>
                <a:cubicBezTo>
                  <a:pt x="12628" y="6291"/>
                  <a:pt x="12628" y="6291"/>
                  <a:pt x="12628" y="6291"/>
                </a:cubicBezTo>
                <a:cubicBezTo>
                  <a:pt x="12628" y="7550"/>
                  <a:pt x="12960" y="8388"/>
                  <a:pt x="13625" y="9227"/>
                </a:cubicBezTo>
                <a:cubicBezTo>
                  <a:pt x="8308" y="9227"/>
                  <a:pt x="8308" y="9227"/>
                  <a:pt x="8308" y="9227"/>
                </a:cubicBezTo>
                <a:cubicBezTo>
                  <a:pt x="8972" y="8388"/>
                  <a:pt x="9305" y="7550"/>
                  <a:pt x="9305" y="6291"/>
                </a:cubicBezTo>
                <a:cubicBezTo>
                  <a:pt x="9305" y="3565"/>
                  <a:pt x="9305" y="3565"/>
                  <a:pt x="9305" y="3565"/>
                </a:cubicBezTo>
                <a:cubicBezTo>
                  <a:pt x="5982" y="3565"/>
                  <a:pt x="5982" y="3565"/>
                  <a:pt x="5982" y="3565"/>
                </a:cubicBezTo>
                <a:cubicBezTo>
                  <a:pt x="5982" y="6291"/>
                  <a:pt x="5982" y="6291"/>
                  <a:pt x="5982" y="6291"/>
                </a:cubicBezTo>
                <a:cubicBezTo>
                  <a:pt x="5982" y="10066"/>
                  <a:pt x="0" y="10066"/>
                  <a:pt x="0" y="14680"/>
                </a:cubicBezTo>
                <a:cubicBezTo>
                  <a:pt x="0" y="18454"/>
                  <a:pt x="4985" y="21600"/>
                  <a:pt x="10966" y="21600"/>
                </a:cubicBezTo>
                <a:cubicBezTo>
                  <a:pt x="16948" y="21600"/>
                  <a:pt x="21600" y="18454"/>
                  <a:pt x="21600" y="14680"/>
                </a:cubicBezTo>
                <a:cubicBezTo>
                  <a:pt x="21600" y="10066"/>
                  <a:pt x="15951" y="10066"/>
                  <a:pt x="15951" y="6291"/>
                </a:cubicBezTo>
                <a:close/>
                <a:moveTo>
                  <a:pt x="4320" y="1049"/>
                </a:moveTo>
                <a:cubicBezTo>
                  <a:pt x="4320" y="419"/>
                  <a:pt x="4985" y="0"/>
                  <a:pt x="5982" y="0"/>
                </a:cubicBezTo>
                <a:cubicBezTo>
                  <a:pt x="15951" y="0"/>
                  <a:pt x="15951" y="0"/>
                  <a:pt x="15951" y="0"/>
                </a:cubicBezTo>
                <a:cubicBezTo>
                  <a:pt x="16948" y="0"/>
                  <a:pt x="17612" y="419"/>
                  <a:pt x="17612" y="1049"/>
                </a:cubicBezTo>
                <a:cubicBezTo>
                  <a:pt x="17612" y="1678"/>
                  <a:pt x="16948" y="2097"/>
                  <a:pt x="15951" y="2097"/>
                </a:cubicBezTo>
                <a:cubicBezTo>
                  <a:pt x="5982" y="2097"/>
                  <a:pt x="5982" y="2097"/>
                  <a:pt x="5982" y="2097"/>
                </a:cubicBezTo>
                <a:cubicBezTo>
                  <a:pt x="4985" y="2097"/>
                  <a:pt x="4320" y="1678"/>
                  <a:pt x="4320" y="1049"/>
                </a:cubicBezTo>
                <a:close/>
              </a:path>
            </a:pathLst>
          </a:custGeom>
          <a:solidFill>
            <a:schemeClr val="accent4">
              <a:lumOff val="58054"/>
            </a:schemeClr>
          </a:solidFill>
          <a:ln w="12700">
            <a:miter lim="400000"/>
          </a:ln>
        </p:spPr>
        <p:txBody>
          <a:bodyPr lIns="109727" tIns="109727" rIns="109727" bIns="109727"/>
          <a:lstStyle/>
          <a:p>
            <a:endParaRPr/>
          </a:p>
        </p:txBody>
      </p:sp>
      <p:sp>
        <p:nvSpPr>
          <p:cNvPr id="682" name="Shape"/>
          <p:cNvSpPr/>
          <p:nvPr/>
        </p:nvSpPr>
        <p:spPr>
          <a:xfrm>
            <a:off x="9782464" y="4712540"/>
            <a:ext cx="487232" cy="532914"/>
          </a:xfrm>
          <a:custGeom>
            <a:avLst/>
            <a:gdLst/>
            <a:ahLst/>
            <a:cxnLst>
              <a:cxn ang="0">
                <a:pos x="wd2" y="hd2"/>
              </a:cxn>
              <a:cxn ang="5400000">
                <a:pos x="wd2" y="hd2"/>
              </a:cxn>
              <a:cxn ang="10800000">
                <a:pos x="wd2" y="hd2"/>
              </a:cxn>
              <a:cxn ang="16200000">
                <a:pos x="wd2" y="hd2"/>
              </a:cxn>
            </a:cxnLst>
            <a:rect l="0" t="0" r="r" b="b"/>
            <a:pathLst>
              <a:path w="21600" h="21600" extrusionOk="0">
                <a:moveTo>
                  <a:pt x="9900" y="16357"/>
                </a:moveTo>
                <a:cubicBezTo>
                  <a:pt x="10125" y="15099"/>
                  <a:pt x="11250" y="12792"/>
                  <a:pt x="11475" y="12373"/>
                </a:cubicBezTo>
                <a:cubicBezTo>
                  <a:pt x="11700" y="11953"/>
                  <a:pt x="11250" y="11953"/>
                  <a:pt x="11025" y="12163"/>
                </a:cubicBezTo>
                <a:cubicBezTo>
                  <a:pt x="10800" y="12163"/>
                  <a:pt x="10575" y="12373"/>
                  <a:pt x="10350" y="12583"/>
                </a:cubicBezTo>
                <a:cubicBezTo>
                  <a:pt x="10125" y="12373"/>
                  <a:pt x="10125" y="12373"/>
                  <a:pt x="9900" y="12163"/>
                </a:cubicBezTo>
                <a:cubicBezTo>
                  <a:pt x="10350" y="11744"/>
                  <a:pt x="11025" y="11324"/>
                  <a:pt x="11925" y="11115"/>
                </a:cubicBezTo>
                <a:cubicBezTo>
                  <a:pt x="12825" y="10905"/>
                  <a:pt x="14400" y="11324"/>
                  <a:pt x="13725" y="13002"/>
                </a:cubicBezTo>
                <a:cubicBezTo>
                  <a:pt x="13275" y="14050"/>
                  <a:pt x="12825" y="14889"/>
                  <a:pt x="12600" y="15518"/>
                </a:cubicBezTo>
                <a:cubicBezTo>
                  <a:pt x="12375" y="16148"/>
                  <a:pt x="12825" y="16357"/>
                  <a:pt x="13050" y="16148"/>
                </a:cubicBezTo>
                <a:cubicBezTo>
                  <a:pt x="13500" y="15938"/>
                  <a:pt x="13725" y="15728"/>
                  <a:pt x="13950" y="15518"/>
                </a:cubicBezTo>
                <a:cubicBezTo>
                  <a:pt x="13950" y="15518"/>
                  <a:pt x="14175" y="15728"/>
                  <a:pt x="14175" y="15938"/>
                </a:cubicBezTo>
                <a:cubicBezTo>
                  <a:pt x="13725" y="16148"/>
                  <a:pt x="12825" y="17196"/>
                  <a:pt x="11925" y="17406"/>
                </a:cubicBezTo>
                <a:cubicBezTo>
                  <a:pt x="10800" y="17825"/>
                  <a:pt x="9675" y="17406"/>
                  <a:pt x="9900" y="16357"/>
                </a:cubicBezTo>
                <a:close/>
                <a:moveTo>
                  <a:pt x="12825" y="8388"/>
                </a:moveTo>
                <a:cubicBezTo>
                  <a:pt x="13275" y="7969"/>
                  <a:pt x="14175" y="7969"/>
                  <a:pt x="14625" y="8388"/>
                </a:cubicBezTo>
                <a:cubicBezTo>
                  <a:pt x="15075" y="8808"/>
                  <a:pt x="15075" y="9437"/>
                  <a:pt x="14400" y="9856"/>
                </a:cubicBezTo>
                <a:cubicBezTo>
                  <a:pt x="13950" y="10485"/>
                  <a:pt x="13050" y="10276"/>
                  <a:pt x="12600" y="9856"/>
                </a:cubicBezTo>
                <a:cubicBezTo>
                  <a:pt x="12150" y="9437"/>
                  <a:pt x="12150" y="8808"/>
                  <a:pt x="12825" y="8388"/>
                </a:cubicBezTo>
                <a:close/>
                <a:moveTo>
                  <a:pt x="19350" y="19503"/>
                </a:moveTo>
                <a:cubicBezTo>
                  <a:pt x="5175" y="19503"/>
                  <a:pt x="5175" y="19503"/>
                  <a:pt x="5175" y="19503"/>
                </a:cubicBezTo>
                <a:cubicBezTo>
                  <a:pt x="5175" y="5872"/>
                  <a:pt x="5175" y="5872"/>
                  <a:pt x="5175" y="5872"/>
                </a:cubicBezTo>
                <a:cubicBezTo>
                  <a:pt x="19350" y="5872"/>
                  <a:pt x="19350" y="5872"/>
                  <a:pt x="19350" y="5872"/>
                </a:cubicBezTo>
                <a:lnTo>
                  <a:pt x="19350" y="19503"/>
                </a:lnTo>
                <a:close/>
                <a:moveTo>
                  <a:pt x="3375" y="3775"/>
                </a:moveTo>
                <a:cubicBezTo>
                  <a:pt x="2025" y="3775"/>
                  <a:pt x="2025" y="1887"/>
                  <a:pt x="3375" y="1887"/>
                </a:cubicBezTo>
                <a:cubicBezTo>
                  <a:pt x="4275" y="1887"/>
                  <a:pt x="21600" y="1887"/>
                  <a:pt x="21600" y="1887"/>
                </a:cubicBezTo>
                <a:cubicBezTo>
                  <a:pt x="21600" y="0"/>
                  <a:pt x="21600" y="0"/>
                  <a:pt x="21600" y="0"/>
                </a:cubicBezTo>
                <a:cubicBezTo>
                  <a:pt x="2700" y="0"/>
                  <a:pt x="2700" y="0"/>
                  <a:pt x="2700" y="0"/>
                </a:cubicBezTo>
                <a:cubicBezTo>
                  <a:pt x="1125" y="0"/>
                  <a:pt x="0" y="1049"/>
                  <a:pt x="0" y="2517"/>
                </a:cubicBezTo>
                <a:cubicBezTo>
                  <a:pt x="0" y="18874"/>
                  <a:pt x="0" y="18874"/>
                  <a:pt x="0" y="18874"/>
                </a:cubicBezTo>
                <a:cubicBezTo>
                  <a:pt x="0" y="20342"/>
                  <a:pt x="1125" y="21600"/>
                  <a:pt x="2700" y="21600"/>
                </a:cubicBezTo>
                <a:cubicBezTo>
                  <a:pt x="21600" y="21600"/>
                  <a:pt x="21600" y="21600"/>
                  <a:pt x="21600" y="21600"/>
                </a:cubicBezTo>
                <a:cubicBezTo>
                  <a:pt x="21600" y="3775"/>
                  <a:pt x="21600" y="3775"/>
                  <a:pt x="21600" y="3775"/>
                </a:cubicBezTo>
                <a:cubicBezTo>
                  <a:pt x="21150" y="3775"/>
                  <a:pt x="4275" y="3775"/>
                  <a:pt x="3375" y="3775"/>
                </a:cubicBezTo>
                <a:close/>
              </a:path>
            </a:pathLst>
          </a:custGeom>
          <a:solidFill>
            <a:schemeClr val="accent4">
              <a:lumOff val="58054"/>
            </a:schemeClr>
          </a:solidFill>
          <a:ln w="12700">
            <a:miter lim="400000"/>
          </a:ln>
        </p:spPr>
        <p:txBody>
          <a:bodyPr lIns="109727" tIns="109727" rIns="109727" bIns="109727"/>
          <a:lstStyle/>
          <a:p>
            <a:endParaRPr/>
          </a:p>
        </p:txBody>
      </p:sp>
      <p:sp>
        <p:nvSpPr>
          <p:cNvPr id="683" name="Shape"/>
          <p:cNvSpPr/>
          <p:nvPr/>
        </p:nvSpPr>
        <p:spPr>
          <a:xfrm>
            <a:off x="5770429" y="4803893"/>
            <a:ext cx="456779" cy="532914"/>
          </a:xfrm>
          <a:custGeom>
            <a:avLst/>
            <a:gdLst/>
            <a:ahLst/>
            <a:cxnLst>
              <a:cxn ang="0">
                <a:pos x="wd2" y="hd2"/>
              </a:cxn>
              <a:cxn ang="5400000">
                <a:pos x="wd2" y="hd2"/>
              </a:cxn>
              <a:cxn ang="10800000">
                <a:pos x="wd2" y="hd2"/>
              </a:cxn>
              <a:cxn ang="16200000">
                <a:pos x="wd2" y="hd2"/>
              </a:cxn>
            </a:cxnLst>
            <a:rect l="0" t="0" r="r" b="b"/>
            <a:pathLst>
              <a:path w="21600" h="21600" extrusionOk="0">
                <a:moveTo>
                  <a:pt x="17565" y="2936"/>
                </a:moveTo>
                <a:cubicBezTo>
                  <a:pt x="14004" y="2936"/>
                  <a:pt x="14004" y="210"/>
                  <a:pt x="9732" y="210"/>
                </a:cubicBezTo>
                <a:cubicBezTo>
                  <a:pt x="7596" y="210"/>
                  <a:pt x="5459" y="1258"/>
                  <a:pt x="4510" y="1887"/>
                </a:cubicBezTo>
                <a:cubicBezTo>
                  <a:pt x="4510" y="2097"/>
                  <a:pt x="4510" y="2726"/>
                  <a:pt x="4510" y="3565"/>
                </a:cubicBezTo>
                <a:cubicBezTo>
                  <a:pt x="5697" y="2936"/>
                  <a:pt x="7833" y="1887"/>
                  <a:pt x="9732" y="1887"/>
                </a:cubicBezTo>
                <a:cubicBezTo>
                  <a:pt x="13055" y="1887"/>
                  <a:pt x="13292" y="4614"/>
                  <a:pt x="17565" y="4614"/>
                </a:cubicBezTo>
                <a:cubicBezTo>
                  <a:pt x="18514" y="4614"/>
                  <a:pt x="19226" y="4404"/>
                  <a:pt x="19701" y="4194"/>
                </a:cubicBezTo>
                <a:cubicBezTo>
                  <a:pt x="19701" y="12163"/>
                  <a:pt x="19701" y="12163"/>
                  <a:pt x="19701" y="12163"/>
                </a:cubicBezTo>
                <a:cubicBezTo>
                  <a:pt x="19226" y="12373"/>
                  <a:pt x="18514" y="12583"/>
                  <a:pt x="17802" y="12583"/>
                </a:cubicBezTo>
                <a:cubicBezTo>
                  <a:pt x="15191" y="12583"/>
                  <a:pt x="14242" y="10066"/>
                  <a:pt x="9732" y="10066"/>
                </a:cubicBezTo>
                <a:cubicBezTo>
                  <a:pt x="8070" y="10066"/>
                  <a:pt x="6171" y="10485"/>
                  <a:pt x="4510" y="11324"/>
                </a:cubicBezTo>
                <a:cubicBezTo>
                  <a:pt x="4510" y="12373"/>
                  <a:pt x="4510" y="13212"/>
                  <a:pt x="4510" y="13212"/>
                </a:cubicBezTo>
                <a:cubicBezTo>
                  <a:pt x="5934" y="12373"/>
                  <a:pt x="7833" y="11534"/>
                  <a:pt x="9732" y="11534"/>
                </a:cubicBezTo>
                <a:cubicBezTo>
                  <a:pt x="13767" y="11534"/>
                  <a:pt x="14242" y="14260"/>
                  <a:pt x="17802" y="14260"/>
                </a:cubicBezTo>
                <a:cubicBezTo>
                  <a:pt x="20176" y="14260"/>
                  <a:pt x="21600" y="13002"/>
                  <a:pt x="21600" y="13002"/>
                </a:cubicBezTo>
                <a:cubicBezTo>
                  <a:pt x="21600" y="1678"/>
                  <a:pt x="21600" y="1678"/>
                  <a:pt x="21600" y="1678"/>
                </a:cubicBezTo>
                <a:cubicBezTo>
                  <a:pt x="21600" y="1678"/>
                  <a:pt x="19938" y="2936"/>
                  <a:pt x="17565" y="2936"/>
                </a:cubicBezTo>
                <a:close/>
                <a:moveTo>
                  <a:pt x="2848" y="21600"/>
                </a:moveTo>
                <a:cubicBezTo>
                  <a:pt x="0" y="21600"/>
                  <a:pt x="0" y="21600"/>
                  <a:pt x="0" y="21600"/>
                </a:cubicBezTo>
                <a:cubicBezTo>
                  <a:pt x="0" y="0"/>
                  <a:pt x="0" y="0"/>
                  <a:pt x="0" y="0"/>
                </a:cubicBezTo>
                <a:cubicBezTo>
                  <a:pt x="2848" y="0"/>
                  <a:pt x="2848" y="0"/>
                  <a:pt x="2848" y="0"/>
                </a:cubicBezTo>
                <a:lnTo>
                  <a:pt x="2848" y="21600"/>
                </a:lnTo>
                <a:close/>
              </a:path>
            </a:pathLst>
          </a:custGeom>
          <a:solidFill>
            <a:schemeClr val="accent4">
              <a:lumOff val="58054"/>
            </a:schemeClr>
          </a:solidFill>
          <a:ln w="12700">
            <a:miter lim="400000"/>
          </a:ln>
        </p:spPr>
        <p:txBody>
          <a:bodyPr lIns="109727" tIns="109727" rIns="109727" bIns="109727"/>
          <a:lstStyle/>
          <a:p>
            <a:endParaRPr/>
          </a:p>
        </p:txBody>
      </p:sp>
      <p:sp>
        <p:nvSpPr>
          <p:cNvPr id="684" name="Shape"/>
          <p:cNvSpPr/>
          <p:nvPr/>
        </p:nvSpPr>
        <p:spPr>
          <a:xfrm>
            <a:off x="8404518" y="4714237"/>
            <a:ext cx="532914" cy="532914"/>
          </a:xfrm>
          <a:custGeom>
            <a:avLst/>
            <a:gdLst/>
            <a:ahLst/>
            <a:cxnLst>
              <a:cxn ang="0">
                <a:pos x="wd2" y="hd2"/>
              </a:cxn>
              <a:cxn ang="5400000">
                <a:pos x="wd2" y="hd2"/>
              </a:cxn>
              <a:cxn ang="10800000">
                <a:pos x="wd2" y="hd2"/>
              </a:cxn>
              <a:cxn ang="16200000">
                <a:pos x="wd2" y="hd2"/>
              </a:cxn>
            </a:cxnLst>
            <a:rect l="0" t="0" r="r" b="b"/>
            <a:pathLst>
              <a:path w="21600" h="21600" extrusionOk="0">
                <a:moveTo>
                  <a:pt x="4937" y="5554"/>
                </a:moveTo>
                <a:lnTo>
                  <a:pt x="4937" y="0"/>
                </a:lnTo>
                <a:lnTo>
                  <a:pt x="0" y="0"/>
                </a:lnTo>
                <a:lnTo>
                  <a:pt x="0" y="5554"/>
                </a:lnTo>
                <a:lnTo>
                  <a:pt x="4937" y="5554"/>
                </a:lnTo>
                <a:close/>
                <a:moveTo>
                  <a:pt x="16046" y="16663"/>
                </a:moveTo>
                <a:lnTo>
                  <a:pt x="16046" y="21600"/>
                </a:lnTo>
                <a:lnTo>
                  <a:pt x="21600" y="21600"/>
                </a:lnTo>
                <a:lnTo>
                  <a:pt x="21600" y="16663"/>
                </a:lnTo>
                <a:lnTo>
                  <a:pt x="16046" y="16663"/>
                </a:lnTo>
                <a:close/>
                <a:moveTo>
                  <a:pt x="21600" y="8023"/>
                </a:moveTo>
                <a:lnTo>
                  <a:pt x="16046" y="8023"/>
                </a:lnTo>
                <a:lnTo>
                  <a:pt x="16046" y="13577"/>
                </a:lnTo>
                <a:lnTo>
                  <a:pt x="21600" y="13577"/>
                </a:lnTo>
                <a:lnTo>
                  <a:pt x="21600" y="8023"/>
                </a:lnTo>
                <a:close/>
                <a:moveTo>
                  <a:pt x="4937" y="16663"/>
                </a:moveTo>
                <a:lnTo>
                  <a:pt x="0" y="16663"/>
                </a:lnTo>
                <a:lnTo>
                  <a:pt x="0" y="21600"/>
                </a:lnTo>
                <a:lnTo>
                  <a:pt x="4937" y="21600"/>
                </a:lnTo>
                <a:lnTo>
                  <a:pt x="4937" y="16663"/>
                </a:lnTo>
                <a:close/>
                <a:moveTo>
                  <a:pt x="13577" y="21600"/>
                </a:moveTo>
                <a:lnTo>
                  <a:pt x="13577" y="16663"/>
                </a:lnTo>
                <a:lnTo>
                  <a:pt x="8023" y="16663"/>
                </a:lnTo>
                <a:lnTo>
                  <a:pt x="8023" y="21600"/>
                </a:lnTo>
                <a:lnTo>
                  <a:pt x="13577" y="21600"/>
                </a:lnTo>
                <a:close/>
                <a:moveTo>
                  <a:pt x="16046" y="5554"/>
                </a:moveTo>
                <a:lnTo>
                  <a:pt x="21600" y="5554"/>
                </a:lnTo>
                <a:lnTo>
                  <a:pt x="21600" y="0"/>
                </a:lnTo>
                <a:lnTo>
                  <a:pt x="16046" y="0"/>
                </a:lnTo>
                <a:lnTo>
                  <a:pt x="16046" y="5554"/>
                </a:lnTo>
                <a:close/>
                <a:moveTo>
                  <a:pt x="0" y="13577"/>
                </a:moveTo>
                <a:lnTo>
                  <a:pt x="4937" y="13577"/>
                </a:lnTo>
                <a:lnTo>
                  <a:pt x="4937" y="8023"/>
                </a:lnTo>
                <a:lnTo>
                  <a:pt x="0" y="8023"/>
                </a:lnTo>
                <a:lnTo>
                  <a:pt x="0" y="13577"/>
                </a:lnTo>
                <a:close/>
                <a:moveTo>
                  <a:pt x="8023" y="0"/>
                </a:moveTo>
                <a:lnTo>
                  <a:pt x="8023" y="5554"/>
                </a:lnTo>
                <a:lnTo>
                  <a:pt x="13577" y="5554"/>
                </a:lnTo>
                <a:lnTo>
                  <a:pt x="13577" y="0"/>
                </a:lnTo>
                <a:lnTo>
                  <a:pt x="8023" y="0"/>
                </a:lnTo>
                <a:close/>
                <a:moveTo>
                  <a:pt x="13577" y="13577"/>
                </a:moveTo>
                <a:lnTo>
                  <a:pt x="8023" y="13577"/>
                </a:lnTo>
                <a:lnTo>
                  <a:pt x="8023" y="8023"/>
                </a:lnTo>
                <a:lnTo>
                  <a:pt x="13577" y="8023"/>
                </a:lnTo>
                <a:lnTo>
                  <a:pt x="13577" y="13577"/>
                </a:lnTo>
                <a:close/>
              </a:path>
            </a:pathLst>
          </a:custGeom>
          <a:solidFill>
            <a:schemeClr val="accent4">
              <a:lumOff val="58054"/>
            </a:schemeClr>
          </a:solidFill>
          <a:ln w="12700">
            <a:miter lim="400000"/>
          </a:ln>
        </p:spPr>
        <p:txBody>
          <a:bodyPr lIns="109727" tIns="109727" rIns="109727" bIns="109727"/>
          <a:lstStyle/>
          <a:p>
            <a:endParaRPr/>
          </a:p>
        </p:txBody>
      </p:sp>
      <p:sp>
        <p:nvSpPr>
          <p:cNvPr id="685" name="Shape"/>
          <p:cNvSpPr/>
          <p:nvPr/>
        </p:nvSpPr>
        <p:spPr>
          <a:xfrm>
            <a:off x="11091894" y="4673895"/>
            <a:ext cx="517681" cy="517681"/>
          </a:xfrm>
          <a:custGeom>
            <a:avLst/>
            <a:gdLst/>
            <a:ahLst/>
            <a:cxnLst>
              <a:cxn ang="0">
                <a:pos x="wd2" y="hd2"/>
              </a:cxn>
              <a:cxn ang="5400000">
                <a:pos x="wd2" y="hd2"/>
              </a:cxn>
              <a:cxn ang="10800000">
                <a:pos x="wd2" y="hd2"/>
              </a:cxn>
              <a:cxn ang="16200000">
                <a:pos x="wd2" y="hd2"/>
              </a:cxn>
            </a:cxnLst>
            <a:rect l="0" t="0" r="r" b="b"/>
            <a:pathLst>
              <a:path w="21600" h="21600" extrusionOk="0">
                <a:moveTo>
                  <a:pt x="13002" y="18576"/>
                </a:moveTo>
                <a:cubicBezTo>
                  <a:pt x="11324" y="18576"/>
                  <a:pt x="11324" y="18576"/>
                  <a:pt x="11324" y="18576"/>
                </a:cubicBezTo>
                <a:cubicBezTo>
                  <a:pt x="11324" y="12528"/>
                  <a:pt x="11324" y="12528"/>
                  <a:pt x="11324" y="12528"/>
                </a:cubicBezTo>
                <a:cubicBezTo>
                  <a:pt x="13002" y="12528"/>
                  <a:pt x="13002" y="12528"/>
                  <a:pt x="13002" y="12528"/>
                </a:cubicBezTo>
                <a:lnTo>
                  <a:pt x="13002" y="18576"/>
                </a:lnTo>
                <a:close/>
                <a:moveTo>
                  <a:pt x="10276" y="18576"/>
                </a:moveTo>
                <a:cubicBezTo>
                  <a:pt x="8598" y="18576"/>
                  <a:pt x="8598" y="18576"/>
                  <a:pt x="8598" y="18576"/>
                </a:cubicBezTo>
                <a:cubicBezTo>
                  <a:pt x="8598" y="12528"/>
                  <a:pt x="8598" y="12528"/>
                  <a:pt x="8598" y="12528"/>
                </a:cubicBezTo>
                <a:cubicBezTo>
                  <a:pt x="10276" y="12528"/>
                  <a:pt x="10276" y="12528"/>
                  <a:pt x="10276" y="12528"/>
                </a:cubicBezTo>
                <a:lnTo>
                  <a:pt x="10276" y="18576"/>
                </a:lnTo>
                <a:close/>
                <a:moveTo>
                  <a:pt x="10695" y="9288"/>
                </a:moveTo>
                <a:cubicBezTo>
                  <a:pt x="7340" y="9288"/>
                  <a:pt x="4614" y="12096"/>
                  <a:pt x="4614" y="15552"/>
                </a:cubicBezTo>
                <a:cubicBezTo>
                  <a:pt x="4614" y="19008"/>
                  <a:pt x="7340" y="21600"/>
                  <a:pt x="10695" y="21600"/>
                </a:cubicBezTo>
                <a:cubicBezTo>
                  <a:pt x="14260" y="21600"/>
                  <a:pt x="16986" y="19008"/>
                  <a:pt x="16986" y="15552"/>
                </a:cubicBezTo>
                <a:cubicBezTo>
                  <a:pt x="16986" y="12096"/>
                  <a:pt x="14260" y="9288"/>
                  <a:pt x="10695" y="9288"/>
                </a:cubicBezTo>
                <a:close/>
                <a:moveTo>
                  <a:pt x="19713" y="11232"/>
                </a:moveTo>
                <a:cubicBezTo>
                  <a:pt x="20761" y="11232"/>
                  <a:pt x="21600" y="12096"/>
                  <a:pt x="21600" y="13176"/>
                </a:cubicBezTo>
                <a:cubicBezTo>
                  <a:pt x="21600" y="17928"/>
                  <a:pt x="21600" y="17928"/>
                  <a:pt x="21600" y="17928"/>
                </a:cubicBezTo>
                <a:cubicBezTo>
                  <a:pt x="21600" y="18792"/>
                  <a:pt x="20761" y="19656"/>
                  <a:pt x="19713" y="19656"/>
                </a:cubicBezTo>
                <a:cubicBezTo>
                  <a:pt x="17196" y="19656"/>
                  <a:pt x="17196" y="19656"/>
                  <a:pt x="17196" y="19656"/>
                </a:cubicBezTo>
                <a:cubicBezTo>
                  <a:pt x="18035" y="18576"/>
                  <a:pt x="18454" y="17064"/>
                  <a:pt x="18454" y="15552"/>
                </a:cubicBezTo>
                <a:cubicBezTo>
                  <a:pt x="18454" y="14040"/>
                  <a:pt x="18035" y="12528"/>
                  <a:pt x="17196" y="11232"/>
                </a:cubicBezTo>
                <a:cubicBezTo>
                  <a:pt x="19713" y="11232"/>
                  <a:pt x="19713" y="11232"/>
                  <a:pt x="19713" y="11232"/>
                </a:cubicBezTo>
                <a:close/>
                <a:moveTo>
                  <a:pt x="3146" y="9720"/>
                </a:moveTo>
                <a:cubicBezTo>
                  <a:pt x="1468" y="9720"/>
                  <a:pt x="1468" y="9720"/>
                  <a:pt x="1468" y="9720"/>
                </a:cubicBezTo>
                <a:cubicBezTo>
                  <a:pt x="1678" y="4320"/>
                  <a:pt x="5452" y="0"/>
                  <a:pt x="10695" y="0"/>
                </a:cubicBezTo>
                <a:cubicBezTo>
                  <a:pt x="16148" y="0"/>
                  <a:pt x="19922" y="4320"/>
                  <a:pt x="20132" y="9720"/>
                </a:cubicBezTo>
                <a:cubicBezTo>
                  <a:pt x="18454" y="9720"/>
                  <a:pt x="18454" y="9720"/>
                  <a:pt x="18454" y="9720"/>
                </a:cubicBezTo>
                <a:cubicBezTo>
                  <a:pt x="18245" y="5184"/>
                  <a:pt x="14889" y="2592"/>
                  <a:pt x="10695" y="2592"/>
                </a:cubicBezTo>
                <a:cubicBezTo>
                  <a:pt x="6711" y="2592"/>
                  <a:pt x="3355" y="5184"/>
                  <a:pt x="3146" y="9720"/>
                </a:cubicBezTo>
                <a:close/>
                <a:moveTo>
                  <a:pt x="4404" y="19656"/>
                </a:moveTo>
                <a:cubicBezTo>
                  <a:pt x="1887" y="19656"/>
                  <a:pt x="1887" y="19656"/>
                  <a:pt x="1887" y="19656"/>
                </a:cubicBezTo>
                <a:cubicBezTo>
                  <a:pt x="839" y="19656"/>
                  <a:pt x="0" y="18792"/>
                  <a:pt x="0" y="17928"/>
                </a:cubicBezTo>
                <a:cubicBezTo>
                  <a:pt x="0" y="13176"/>
                  <a:pt x="0" y="13176"/>
                  <a:pt x="0" y="13176"/>
                </a:cubicBezTo>
                <a:cubicBezTo>
                  <a:pt x="0" y="12096"/>
                  <a:pt x="839" y="11232"/>
                  <a:pt x="1887" y="11232"/>
                </a:cubicBezTo>
                <a:cubicBezTo>
                  <a:pt x="4404" y="11232"/>
                  <a:pt x="4404" y="11232"/>
                  <a:pt x="4404" y="11232"/>
                </a:cubicBezTo>
                <a:cubicBezTo>
                  <a:pt x="3565" y="12528"/>
                  <a:pt x="3146" y="13824"/>
                  <a:pt x="3146" y="15552"/>
                </a:cubicBezTo>
                <a:cubicBezTo>
                  <a:pt x="3146" y="17064"/>
                  <a:pt x="3565" y="18576"/>
                  <a:pt x="4404" y="19656"/>
                </a:cubicBezTo>
                <a:close/>
              </a:path>
            </a:pathLst>
          </a:custGeom>
          <a:solidFill>
            <a:schemeClr val="accent4">
              <a:lumOff val="58054"/>
            </a:schemeClr>
          </a:solidFill>
          <a:ln w="12700">
            <a:miter lim="400000"/>
          </a:ln>
        </p:spPr>
        <p:txBody>
          <a:bodyPr lIns="109727" tIns="109727" rIns="109727" bIns="109727"/>
          <a:lstStyle/>
          <a:p>
            <a:endParaRPr/>
          </a:p>
        </p:txBody>
      </p:sp>
      <p:sp>
        <p:nvSpPr>
          <p:cNvPr id="686" name="Shape"/>
          <p:cNvSpPr/>
          <p:nvPr/>
        </p:nvSpPr>
        <p:spPr>
          <a:xfrm>
            <a:off x="12212767" y="3384608"/>
            <a:ext cx="532914" cy="490143"/>
          </a:xfrm>
          <a:custGeom>
            <a:avLst/>
            <a:gdLst/>
            <a:ahLst/>
            <a:cxnLst>
              <a:cxn ang="0">
                <a:pos x="wd2" y="hd2"/>
              </a:cxn>
              <a:cxn ang="5400000">
                <a:pos x="wd2" y="hd2"/>
              </a:cxn>
              <a:cxn ang="10800000">
                <a:pos x="wd2" y="hd2"/>
              </a:cxn>
              <a:cxn ang="16200000">
                <a:pos x="wd2" y="hd2"/>
              </a:cxn>
            </a:cxnLst>
            <a:rect l="0" t="0" r="r" b="b"/>
            <a:pathLst>
              <a:path w="21600" h="21070" extrusionOk="0">
                <a:moveTo>
                  <a:pt x="2307" y="10419"/>
                </a:moveTo>
                <a:cubicBezTo>
                  <a:pt x="1887" y="10419"/>
                  <a:pt x="1468" y="9987"/>
                  <a:pt x="1468" y="9555"/>
                </a:cubicBezTo>
                <a:cubicBezTo>
                  <a:pt x="1468" y="9123"/>
                  <a:pt x="1887" y="8691"/>
                  <a:pt x="2307" y="8691"/>
                </a:cubicBezTo>
                <a:cubicBezTo>
                  <a:pt x="2726" y="8691"/>
                  <a:pt x="3146" y="9123"/>
                  <a:pt x="3146" y="9555"/>
                </a:cubicBezTo>
                <a:cubicBezTo>
                  <a:pt x="3146" y="9987"/>
                  <a:pt x="2726" y="10419"/>
                  <a:pt x="2307" y="10419"/>
                </a:cubicBezTo>
                <a:close/>
                <a:moveTo>
                  <a:pt x="0" y="1347"/>
                </a:moveTo>
                <a:cubicBezTo>
                  <a:pt x="0" y="11715"/>
                  <a:pt x="0" y="11715"/>
                  <a:pt x="0" y="11715"/>
                </a:cubicBezTo>
                <a:cubicBezTo>
                  <a:pt x="4614" y="11715"/>
                  <a:pt x="4614" y="11715"/>
                  <a:pt x="4614" y="11715"/>
                </a:cubicBezTo>
                <a:cubicBezTo>
                  <a:pt x="4614" y="1347"/>
                  <a:pt x="4614" y="1347"/>
                  <a:pt x="4614" y="1347"/>
                </a:cubicBezTo>
                <a:lnTo>
                  <a:pt x="0" y="1347"/>
                </a:lnTo>
                <a:close/>
                <a:moveTo>
                  <a:pt x="19713" y="2211"/>
                </a:moveTo>
                <a:cubicBezTo>
                  <a:pt x="18874" y="1995"/>
                  <a:pt x="18874" y="1995"/>
                  <a:pt x="18874" y="1995"/>
                </a:cubicBezTo>
                <a:cubicBezTo>
                  <a:pt x="18664" y="1779"/>
                  <a:pt x="18245" y="1995"/>
                  <a:pt x="18245" y="2427"/>
                </a:cubicBezTo>
                <a:cubicBezTo>
                  <a:pt x="18035" y="2643"/>
                  <a:pt x="18245" y="3075"/>
                  <a:pt x="18664" y="3075"/>
                </a:cubicBezTo>
                <a:cubicBezTo>
                  <a:pt x="19293" y="3507"/>
                  <a:pt x="19293" y="3507"/>
                  <a:pt x="19293" y="3507"/>
                </a:cubicBezTo>
                <a:cubicBezTo>
                  <a:pt x="20132" y="3723"/>
                  <a:pt x="20132" y="4371"/>
                  <a:pt x="20342" y="5667"/>
                </a:cubicBezTo>
                <a:cubicBezTo>
                  <a:pt x="19503" y="5235"/>
                  <a:pt x="19503" y="5235"/>
                  <a:pt x="19503" y="5235"/>
                </a:cubicBezTo>
                <a:cubicBezTo>
                  <a:pt x="19083" y="5235"/>
                  <a:pt x="18874" y="5451"/>
                  <a:pt x="18664" y="5667"/>
                </a:cubicBezTo>
                <a:cubicBezTo>
                  <a:pt x="18664" y="6099"/>
                  <a:pt x="18874" y="6315"/>
                  <a:pt x="19083" y="6531"/>
                </a:cubicBezTo>
                <a:cubicBezTo>
                  <a:pt x="19922" y="6747"/>
                  <a:pt x="19922" y="6747"/>
                  <a:pt x="19922" y="6747"/>
                </a:cubicBezTo>
                <a:cubicBezTo>
                  <a:pt x="20761" y="6963"/>
                  <a:pt x="20761" y="7827"/>
                  <a:pt x="20971" y="9123"/>
                </a:cubicBezTo>
                <a:cubicBezTo>
                  <a:pt x="20132" y="8691"/>
                  <a:pt x="20132" y="8691"/>
                  <a:pt x="20132" y="8691"/>
                </a:cubicBezTo>
                <a:cubicBezTo>
                  <a:pt x="19713" y="8691"/>
                  <a:pt x="19293" y="8907"/>
                  <a:pt x="19293" y="9123"/>
                </a:cubicBezTo>
                <a:cubicBezTo>
                  <a:pt x="19083" y="9555"/>
                  <a:pt x="19293" y="9771"/>
                  <a:pt x="19713" y="9987"/>
                </a:cubicBezTo>
                <a:cubicBezTo>
                  <a:pt x="20551" y="10203"/>
                  <a:pt x="20551" y="10203"/>
                  <a:pt x="20551" y="10203"/>
                </a:cubicBezTo>
                <a:cubicBezTo>
                  <a:pt x="21390" y="10419"/>
                  <a:pt x="21390" y="11283"/>
                  <a:pt x="21600" y="12147"/>
                </a:cubicBezTo>
                <a:cubicBezTo>
                  <a:pt x="18664" y="11931"/>
                  <a:pt x="16777" y="12795"/>
                  <a:pt x="15728" y="13443"/>
                </a:cubicBezTo>
                <a:cubicBezTo>
                  <a:pt x="16777" y="16251"/>
                  <a:pt x="16986" y="20571"/>
                  <a:pt x="15309" y="21003"/>
                </a:cubicBezTo>
                <a:cubicBezTo>
                  <a:pt x="14050" y="21435"/>
                  <a:pt x="13631" y="19707"/>
                  <a:pt x="13212" y="18627"/>
                </a:cubicBezTo>
                <a:cubicBezTo>
                  <a:pt x="12373" y="15387"/>
                  <a:pt x="11115" y="11499"/>
                  <a:pt x="6291" y="10851"/>
                </a:cubicBezTo>
                <a:cubicBezTo>
                  <a:pt x="6291" y="1995"/>
                  <a:pt x="6291" y="1995"/>
                  <a:pt x="6291" y="1995"/>
                </a:cubicBezTo>
                <a:cubicBezTo>
                  <a:pt x="11324" y="1995"/>
                  <a:pt x="12373" y="267"/>
                  <a:pt x="15518" y="51"/>
                </a:cubicBezTo>
                <a:cubicBezTo>
                  <a:pt x="17616" y="-165"/>
                  <a:pt x="19503" y="267"/>
                  <a:pt x="19713" y="2211"/>
                </a:cubicBezTo>
                <a:close/>
              </a:path>
            </a:pathLst>
          </a:custGeom>
          <a:solidFill>
            <a:schemeClr val="accent4">
              <a:lumOff val="58054"/>
            </a:schemeClr>
          </a:solidFill>
          <a:ln w="12700">
            <a:miter lim="400000"/>
          </a:ln>
        </p:spPr>
        <p:txBody>
          <a:bodyPr lIns="109727" tIns="109727" rIns="109727" bIns="109727"/>
          <a:lstStyle/>
          <a:p>
            <a:endParaRPr/>
          </a:p>
        </p:txBody>
      </p:sp>
      <p:sp>
        <p:nvSpPr>
          <p:cNvPr id="687" name="Shape"/>
          <p:cNvSpPr/>
          <p:nvPr/>
        </p:nvSpPr>
        <p:spPr>
          <a:xfrm>
            <a:off x="12243220" y="4614055"/>
            <a:ext cx="456778" cy="532914"/>
          </a:xfrm>
          <a:custGeom>
            <a:avLst/>
            <a:gdLst/>
            <a:ahLst/>
            <a:cxnLst>
              <a:cxn ang="0">
                <a:pos x="wd2" y="hd2"/>
              </a:cxn>
              <a:cxn ang="5400000">
                <a:pos x="wd2" y="hd2"/>
              </a:cxn>
              <a:cxn ang="10800000">
                <a:pos x="wd2" y="hd2"/>
              </a:cxn>
              <a:cxn ang="16200000">
                <a:pos x="wd2" y="hd2"/>
              </a:cxn>
            </a:cxnLst>
            <a:rect l="0" t="0" r="r" b="b"/>
            <a:pathLst>
              <a:path w="21600" h="21600" extrusionOk="0">
                <a:moveTo>
                  <a:pt x="5645" y="14680"/>
                </a:moveTo>
                <a:cubicBezTo>
                  <a:pt x="8100" y="14680"/>
                  <a:pt x="8100" y="14680"/>
                  <a:pt x="8100" y="14680"/>
                </a:cubicBezTo>
                <a:cubicBezTo>
                  <a:pt x="8100" y="19503"/>
                  <a:pt x="8100" y="19503"/>
                  <a:pt x="8100" y="19503"/>
                </a:cubicBezTo>
                <a:cubicBezTo>
                  <a:pt x="5645" y="21600"/>
                  <a:pt x="5645" y="21600"/>
                  <a:pt x="5645" y="21600"/>
                </a:cubicBezTo>
                <a:lnTo>
                  <a:pt x="5645" y="14680"/>
                </a:lnTo>
                <a:close/>
                <a:moveTo>
                  <a:pt x="6627" y="7550"/>
                </a:moveTo>
                <a:cubicBezTo>
                  <a:pt x="5155" y="7550"/>
                  <a:pt x="5155" y="7550"/>
                  <a:pt x="5155" y="7550"/>
                </a:cubicBezTo>
                <a:cubicBezTo>
                  <a:pt x="5155" y="2726"/>
                  <a:pt x="5155" y="2726"/>
                  <a:pt x="5155" y="2726"/>
                </a:cubicBezTo>
                <a:cubicBezTo>
                  <a:pt x="6627" y="2726"/>
                  <a:pt x="6627" y="2726"/>
                  <a:pt x="6627" y="2726"/>
                </a:cubicBezTo>
                <a:lnTo>
                  <a:pt x="6627" y="7550"/>
                </a:lnTo>
                <a:close/>
                <a:moveTo>
                  <a:pt x="9327" y="6082"/>
                </a:moveTo>
                <a:cubicBezTo>
                  <a:pt x="9327" y="2936"/>
                  <a:pt x="11782" y="1887"/>
                  <a:pt x="12027" y="0"/>
                </a:cubicBezTo>
                <a:cubicBezTo>
                  <a:pt x="1473" y="0"/>
                  <a:pt x="1473" y="0"/>
                  <a:pt x="1473" y="0"/>
                </a:cubicBezTo>
                <a:cubicBezTo>
                  <a:pt x="1718" y="1887"/>
                  <a:pt x="3436" y="2307"/>
                  <a:pt x="3436" y="5033"/>
                </a:cubicBezTo>
                <a:cubicBezTo>
                  <a:pt x="3436" y="5033"/>
                  <a:pt x="3436" y="5033"/>
                  <a:pt x="3436" y="5033"/>
                </a:cubicBezTo>
                <a:cubicBezTo>
                  <a:pt x="3436" y="8388"/>
                  <a:pt x="0" y="8598"/>
                  <a:pt x="0" y="13421"/>
                </a:cubicBezTo>
                <a:cubicBezTo>
                  <a:pt x="13500" y="13421"/>
                  <a:pt x="13500" y="13421"/>
                  <a:pt x="13500" y="13421"/>
                </a:cubicBezTo>
                <a:cubicBezTo>
                  <a:pt x="13500" y="12583"/>
                  <a:pt x="13500" y="11953"/>
                  <a:pt x="13255" y="11534"/>
                </a:cubicBezTo>
                <a:cubicBezTo>
                  <a:pt x="11045" y="10485"/>
                  <a:pt x="9327" y="8388"/>
                  <a:pt x="9327" y="6082"/>
                </a:cubicBezTo>
                <a:close/>
                <a:moveTo>
                  <a:pt x="19636" y="6920"/>
                </a:moveTo>
                <a:cubicBezTo>
                  <a:pt x="17427" y="6920"/>
                  <a:pt x="17427" y="6920"/>
                  <a:pt x="17427" y="6920"/>
                </a:cubicBezTo>
                <a:cubicBezTo>
                  <a:pt x="17427" y="8808"/>
                  <a:pt x="17427" y="8808"/>
                  <a:pt x="17427" y="8808"/>
                </a:cubicBezTo>
                <a:cubicBezTo>
                  <a:pt x="15709" y="8808"/>
                  <a:pt x="15709" y="8808"/>
                  <a:pt x="15709" y="8808"/>
                </a:cubicBezTo>
                <a:cubicBezTo>
                  <a:pt x="15709" y="6920"/>
                  <a:pt x="15709" y="6920"/>
                  <a:pt x="15709" y="6920"/>
                </a:cubicBezTo>
                <a:cubicBezTo>
                  <a:pt x="13255" y="6920"/>
                  <a:pt x="13255" y="6920"/>
                  <a:pt x="13255" y="6920"/>
                </a:cubicBezTo>
                <a:cubicBezTo>
                  <a:pt x="13255" y="5452"/>
                  <a:pt x="13255" y="5452"/>
                  <a:pt x="13255" y="5452"/>
                </a:cubicBezTo>
                <a:cubicBezTo>
                  <a:pt x="15709" y="5452"/>
                  <a:pt x="15709" y="5452"/>
                  <a:pt x="15709" y="5452"/>
                </a:cubicBezTo>
                <a:cubicBezTo>
                  <a:pt x="15709" y="3565"/>
                  <a:pt x="15709" y="3565"/>
                  <a:pt x="15709" y="3565"/>
                </a:cubicBezTo>
                <a:cubicBezTo>
                  <a:pt x="17427" y="3565"/>
                  <a:pt x="17427" y="3565"/>
                  <a:pt x="17427" y="3565"/>
                </a:cubicBezTo>
                <a:cubicBezTo>
                  <a:pt x="17427" y="5452"/>
                  <a:pt x="17427" y="5452"/>
                  <a:pt x="17427" y="5452"/>
                </a:cubicBezTo>
                <a:cubicBezTo>
                  <a:pt x="19636" y="5452"/>
                  <a:pt x="19636" y="5452"/>
                  <a:pt x="19636" y="5452"/>
                </a:cubicBezTo>
                <a:lnTo>
                  <a:pt x="19636" y="6920"/>
                </a:lnTo>
                <a:close/>
                <a:moveTo>
                  <a:pt x="16445" y="1678"/>
                </a:moveTo>
                <a:cubicBezTo>
                  <a:pt x="13500" y="1678"/>
                  <a:pt x="11291" y="3565"/>
                  <a:pt x="11291" y="6082"/>
                </a:cubicBezTo>
                <a:cubicBezTo>
                  <a:pt x="11291" y="8598"/>
                  <a:pt x="13500" y="10485"/>
                  <a:pt x="16445" y="10485"/>
                </a:cubicBezTo>
                <a:cubicBezTo>
                  <a:pt x="19391" y="10485"/>
                  <a:pt x="21600" y="8598"/>
                  <a:pt x="21600" y="6082"/>
                </a:cubicBezTo>
                <a:cubicBezTo>
                  <a:pt x="21600" y="3565"/>
                  <a:pt x="19391" y="1678"/>
                  <a:pt x="16445" y="1678"/>
                </a:cubicBezTo>
                <a:close/>
              </a:path>
            </a:pathLst>
          </a:custGeom>
          <a:solidFill>
            <a:schemeClr val="accent4">
              <a:lumOff val="58054"/>
            </a:schemeClr>
          </a:solidFill>
          <a:ln w="12700">
            <a:miter lim="400000"/>
          </a:ln>
        </p:spPr>
        <p:txBody>
          <a:bodyPr lIns="109727" tIns="109727" rIns="109727" bIns="109727"/>
          <a:lstStyle/>
          <a:p>
            <a:endParaRPr/>
          </a:p>
        </p:txBody>
      </p:sp>
      <p:sp>
        <p:nvSpPr>
          <p:cNvPr id="688" name="Shape"/>
          <p:cNvSpPr/>
          <p:nvPr/>
        </p:nvSpPr>
        <p:spPr>
          <a:xfrm>
            <a:off x="13567871" y="4614055"/>
            <a:ext cx="441557" cy="532914"/>
          </a:xfrm>
          <a:custGeom>
            <a:avLst/>
            <a:gdLst/>
            <a:ahLst/>
            <a:cxnLst>
              <a:cxn ang="0">
                <a:pos x="wd2" y="hd2"/>
              </a:cxn>
              <a:cxn ang="5400000">
                <a:pos x="wd2" y="hd2"/>
              </a:cxn>
              <a:cxn ang="10800000">
                <a:pos x="wd2" y="hd2"/>
              </a:cxn>
              <a:cxn ang="16200000">
                <a:pos x="wd2" y="hd2"/>
              </a:cxn>
            </a:cxnLst>
            <a:rect l="0" t="0" r="r" b="b"/>
            <a:pathLst>
              <a:path w="21600" h="21600" extrusionOk="0">
                <a:moveTo>
                  <a:pt x="21600" y="11109"/>
                </a:moveTo>
                <a:lnTo>
                  <a:pt x="0" y="21600"/>
                </a:lnTo>
                <a:lnTo>
                  <a:pt x="4469" y="11109"/>
                </a:lnTo>
                <a:lnTo>
                  <a:pt x="0" y="0"/>
                </a:lnTo>
                <a:lnTo>
                  <a:pt x="21600" y="11109"/>
                </a:lnTo>
                <a:close/>
              </a:path>
            </a:pathLst>
          </a:custGeom>
          <a:solidFill>
            <a:schemeClr val="accent4">
              <a:lumOff val="58054"/>
            </a:schemeClr>
          </a:solidFill>
          <a:ln w="12700">
            <a:miter lim="400000"/>
          </a:ln>
        </p:spPr>
        <p:txBody>
          <a:bodyPr lIns="109727" tIns="109727" rIns="109727" bIns="109727"/>
          <a:lstStyle/>
          <a:p>
            <a:endParaRPr/>
          </a:p>
        </p:txBody>
      </p:sp>
      <p:sp>
        <p:nvSpPr>
          <p:cNvPr id="689" name="Shape"/>
          <p:cNvSpPr/>
          <p:nvPr/>
        </p:nvSpPr>
        <p:spPr>
          <a:xfrm>
            <a:off x="14709818" y="3365527"/>
            <a:ext cx="532914" cy="532914"/>
          </a:xfrm>
          <a:custGeom>
            <a:avLst/>
            <a:gdLst/>
            <a:ahLst/>
            <a:cxnLst>
              <a:cxn ang="0">
                <a:pos x="wd2" y="hd2"/>
              </a:cxn>
              <a:cxn ang="5400000">
                <a:pos x="wd2" y="hd2"/>
              </a:cxn>
              <a:cxn ang="10800000">
                <a:pos x="wd2" y="hd2"/>
              </a:cxn>
              <a:cxn ang="16200000">
                <a:pos x="wd2" y="hd2"/>
              </a:cxn>
            </a:cxnLst>
            <a:rect l="0" t="0" r="r" b="b"/>
            <a:pathLst>
              <a:path w="21600" h="21600" extrusionOk="0">
                <a:moveTo>
                  <a:pt x="11115" y="7550"/>
                </a:moveTo>
                <a:cubicBezTo>
                  <a:pt x="10066" y="7550"/>
                  <a:pt x="9227" y="6711"/>
                  <a:pt x="9227" y="5662"/>
                </a:cubicBezTo>
                <a:cubicBezTo>
                  <a:pt x="9227" y="4823"/>
                  <a:pt x="10066" y="3984"/>
                  <a:pt x="11115" y="3984"/>
                </a:cubicBezTo>
                <a:cubicBezTo>
                  <a:pt x="12163" y="3984"/>
                  <a:pt x="13002" y="4823"/>
                  <a:pt x="13002" y="5662"/>
                </a:cubicBezTo>
                <a:cubicBezTo>
                  <a:pt x="13002" y="6711"/>
                  <a:pt x="12163" y="7550"/>
                  <a:pt x="11115" y="7550"/>
                </a:cubicBezTo>
                <a:close/>
                <a:moveTo>
                  <a:pt x="12792" y="17196"/>
                </a:moveTo>
                <a:cubicBezTo>
                  <a:pt x="9437" y="17196"/>
                  <a:pt x="9437" y="17196"/>
                  <a:pt x="9437" y="17196"/>
                </a:cubicBezTo>
                <a:cubicBezTo>
                  <a:pt x="9437" y="10485"/>
                  <a:pt x="9437" y="10485"/>
                  <a:pt x="9437" y="10485"/>
                </a:cubicBezTo>
                <a:cubicBezTo>
                  <a:pt x="7550" y="10485"/>
                  <a:pt x="7550" y="10485"/>
                  <a:pt x="7550" y="10485"/>
                </a:cubicBezTo>
                <a:cubicBezTo>
                  <a:pt x="7550" y="9227"/>
                  <a:pt x="7550" y="9227"/>
                  <a:pt x="7550" y="9227"/>
                </a:cubicBezTo>
                <a:cubicBezTo>
                  <a:pt x="12792" y="9227"/>
                  <a:pt x="12792" y="9227"/>
                  <a:pt x="12792" y="9227"/>
                </a:cubicBezTo>
                <a:lnTo>
                  <a:pt x="12792" y="17196"/>
                </a:lnTo>
                <a:close/>
                <a:moveTo>
                  <a:pt x="10695" y="0"/>
                </a:moveTo>
                <a:cubicBezTo>
                  <a:pt x="4823" y="0"/>
                  <a:pt x="0" y="4823"/>
                  <a:pt x="0" y="10695"/>
                </a:cubicBezTo>
                <a:cubicBezTo>
                  <a:pt x="0" y="16777"/>
                  <a:pt x="4823" y="21600"/>
                  <a:pt x="10695" y="21600"/>
                </a:cubicBezTo>
                <a:cubicBezTo>
                  <a:pt x="16777" y="21600"/>
                  <a:pt x="21600" y="16777"/>
                  <a:pt x="21600" y="10695"/>
                </a:cubicBezTo>
                <a:cubicBezTo>
                  <a:pt x="21600" y="4823"/>
                  <a:pt x="16777" y="0"/>
                  <a:pt x="1069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690" name="Shape"/>
          <p:cNvSpPr/>
          <p:nvPr/>
        </p:nvSpPr>
        <p:spPr>
          <a:xfrm>
            <a:off x="14709818" y="4644506"/>
            <a:ext cx="532914" cy="487232"/>
          </a:xfrm>
          <a:custGeom>
            <a:avLst/>
            <a:gdLst/>
            <a:ahLst/>
            <a:cxnLst>
              <a:cxn ang="0">
                <a:pos x="wd2" y="hd2"/>
              </a:cxn>
              <a:cxn ang="5400000">
                <a:pos x="wd2" y="hd2"/>
              </a:cxn>
              <a:cxn ang="10800000">
                <a:pos x="wd2" y="hd2"/>
              </a:cxn>
              <a:cxn ang="16200000">
                <a:pos x="wd2" y="hd2"/>
              </a:cxn>
            </a:cxnLst>
            <a:rect l="0" t="0" r="r" b="b"/>
            <a:pathLst>
              <a:path w="21600" h="21600" extrusionOk="0">
                <a:moveTo>
                  <a:pt x="11744" y="7650"/>
                </a:moveTo>
                <a:cubicBezTo>
                  <a:pt x="10695" y="11025"/>
                  <a:pt x="10695" y="11025"/>
                  <a:pt x="10695" y="11025"/>
                </a:cubicBezTo>
                <a:cubicBezTo>
                  <a:pt x="10066" y="7650"/>
                  <a:pt x="10066" y="7650"/>
                  <a:pt x="10066" y="7650"/>
                </a:cubicBezTo>
                <a:cubicBezTo>
                  <a:pt x="8598" y="7650"/>
                  <a:pt x="8598" y="7650"/>
                  <a:pt x="8598" y="7650"/>
                </a:cubicBezTo>
                <a:cubicBezTo>
                  <a:pt x="8388" y="12375"/>
                  <a:pt x="8388" y="12375"/>
                  <a:pt x="8388" y="12375"/>
                </a:cubicBezTo>
                <a:cubicBezTo>
                  <a:pt x="9227" y="12375"/>
                  <a:pt x="9227" y="12375"/>
                  <a:pt x="9227" y="12375"/>
                </a:cubicBezTo>
                <a:cubicBezTo>
                  <a:pt x="9437" y="8550"/>
                  <a:pt x="9437" y="8550"/>
                  <a:pt x="9437" y="8550"/>
                </a:cubicBezTo>
                <a:cubicBezTo>
                  <a:pt x="9437" y="8550"/>
                  <a:pt x="9437" y="8550"/>
                  <a:pt x="9437" y="8550"/>
                </a:cubicBezTo>
                <a:cubicBezTo>
                  <a:pt x="9437" y="8550"/>
                  <a:pt x="10066" y="11025"/>
                  <a:pt x="10276" y="12375"/>
                </a:cubicBezTo>
                <a:cubicBezTo>
                  <a:pt x="11115" y="12375"/>
                  <a:pt x="11115" y="12375"/>
                  <a:pt x="11115" y="12375"/>
                </a:cubicBezTo>
                <a:cubicBezTo>
                  <a:pt x="11744" y="10350"/>
                  <a:pt x="12163" y="9225"/>
                  <a:pt x="12163" y="8550"/>
                </a:cubicBezTo>
                <a:cubicBezTo>
                  <a:pt x="12163" y="8550"/>
                  <a:pt x="12163" y="8550"/>
                  <a:pt x="12163" y="8550"/>
                </a:cubicBezTo>
                <a:cubicBezTo>
                  <a:pt x="12163" y="9225"/>
                  <a:pt x="12163" y="10575"/>
                  <a:pt x="12373" y="12375"/>
                </a:cubicBezTo>
                <a:cubicBezTo>
                  <a:pt x="13212" y="12375"/>
                  <a:pt x="13212" y="12375"/>
                  <a:pt x="13212" y="12375"/>
                </a:cubicBezTo>
                <a:cubicBezTo>
                  <a:pt x="13002" y="7650"/>
                  <a:pt x="13002" y="7650"/>
                  <a:pt x="13002" y="7650"/>
                </a:cubicBezTo>
                <a:lnTo>
                  <a:pt x="11744" y="7650"/>
                </a:lnTo>
                <a:close/>
                <a:moveTo>
                  <a:pt x="16777" y="10125"/>
                </a:moveTo>
                <a:cubicBezTo>
                  <a:pt x="16567" y="9900"/>
                  <a:pt x="16148" y="9675"/>
                  <a:pt x="15938" y="9675"/>
                </a:cubicBezTo>
                <a:cubicBezTo>
                  <a:pt x="15518" y="9450"/>
                  <a:pt x="15309" y="9450"/>
                  <a:pt x="15099" y="9225"/>
                </a:cubicBezTo>
                <a:cubicBezTo>
                  <a:pt x="14889" y="9000"/>
                  <a:pt x="14889" y="8775"/>
                  <a:pt x="15099" y="8775"/>
                </a:cubicBezTo>
                <a:cubicBezTo>
                  <a:pt x="15309" y="8550"/>
                  <a:pt x="15518" y="8550"/>
                  <a:pt x="15728" y="8550"/>
                </a:cubicBezTo>
                <a:cubicBezTo>
                  <a:pt x="15938" y="8550"/>
                  <a:pt x="16357" y="8550"/>
                  <a:pt x="16567" y="8775"/>
                </a:cubicBezTo>
                <a:cubicBezTo>
                  <a:pt x="16777" y="7875"/>
                  <a:pt x="16777" y="7875"/>
                  <a:pt x="16777" y="7875"/>
                </a:cubicBezTo>
                <a:cubicBezTo>
                  <a:pt x="16777" y="7875"/>
                  <a:pt x="16777" y="7875"/>
                  <a:pt x="16777" y="7875"/>
                </a:cubicBezTo>
                <a:cubicBezTo>
                  <a:pt x="16567" y="7650"/>
                  <a:pt x="16148" y="7650"/>
                  <a:pt x="15728" y="7650"/>
                </a:cubicBezTo>
                <a:cubicBezTo>
                  <a:pt x="15099" y="7650"/>
                  <a:pt x="14680" y="7875"/>
                  <a:pt x="14470" y="8100"/>
                </a:cubicBezTo>
                <a:cubicBezTo>
                  <a:pt x="14050" y="8325"/>
                  <a:pt x="14050" y="8550"/>
                  <a:pt x="14050" y="9000"/>
                </a:cubicBezTo>
                <a:cubicBezTo>
                  <a:pt x="14050" y="9675"/>
                  <a:pt x="14470" y="10125"/>
                  <a:pt x="15309" y="10575"/>
                </a:cubicBezTo>
                <a:cubicBezTo>
                  <a:pt x="15518" y="10575"/>
                  <a:pt x="15728" y="10575"/>
                  <a:pt x="15728" y="10800"/>
                </a:cubicBezTo>
                <a:cubicBezTo>
                  <a:pt x="15938" y="11025"/>
                  <a:pt x="15938" y="11250"/>
                  <a:pt x="15728" y="11475"/>
                </a:cubicBezTo>
                <a:cubicBezTo>
                  <a:pt x="15728" y="11475"/>
                  <a:pt x="15518" y="11475"/>
                  <a:pt x="15309" y="11475"/>
                </a:cubicBezTo>
                <a:cubicBezTo>
                  <a:pt x="14889" y="11475"/>
                  <a:pt x="14470" y="11475"/>
                  <a:pt x="14050" y="11250"/>
                </a:cubicBezTo>
                <a:cubicBezTo>
                  <a:pt x="13841" y="12150"/>
                  <a:pt x="13841" y="12150"/>
                  <a:pt x="13841" y="12150"/>
                </a:cubicBezTo>
                <a:cubicBezTo>
                  <a:pt x="14260" y="12375"/>
                  <a:pt x="14680" y="12600"/>
                  <a:pt x="15309" y="12600"/>
                </a:cubicBezTo>
                <a:cubicBezTo>
                  <a:pt x="15728" y="12600"/>
                  <a:pt x="16148" y="12375"/>
                  <a:pt x="16567" y="12150"/>
                </a:cubicBezTo>
                <a:cubicBezTo>
                  <a:pt x="16777" y="11925"/>
                  <a:pt x="16986" y="11475"/>
                  <a:pt x="16986" y="11025"/>
                </a:cubicBezTo>
                <a:cubicBezTo>
                  <a:pt x="16986" y="10800"/>
                  <a:pt x="16986" y="10350"/>
                  <a:pt x="16777" y="10125"/>
                </a:cubicBezTo>
                <a:close/>
                <a:moveTo>
                  <a:pt x="7550" y="10125"/>
                </a:moveTo>
                <a:cubicBezTo>
                  <a:pt x="7759" y="10350"/>
                  <a:pt x="7759" y="10800"/>
                  <a:pt x="7759" y="11025"/>
                </a:cubicBezTo>
                <a:cubicBezTo>
                  <a:pt x="7759" y="11475"/>
                  <a:pt x="7550" y="11700"/>
                  <a:pt x="7340" y="12150"/>
                </a:cubicBezTo>
                <a:cubicBezTo>
                  <a:pt x="6920" y="12375"/>
                  <a:pt x="6501" y="12375"/>
                  <a:pt x="6082" y="12375"/>
                </a:cubicBezTo>
                <a:cubicBezTo>
                  <a:pt x="5452" y="12375"/>
                  <a:pt x="5033" y="12375"/>
                  <a:pt x="4614" y="12150"/>
                </a:cubicBezTo>
                <a:cubicBezTo>
                  <a:pt x="4823" y="11250"/>
                  <a:pt x="4823" y="11250"/>
                  <a:pt x="4823" y="11250"/>
                </a:cubicBezTo>
                <a:cubicBezTo>
                  <a:pt x="5243" y="11475"/>
                  <a:pt x="5662" y="11700"/>
                  <a:pt x="6082" y="11700"/>
                </a:cubicBezTo>
                <a:cubicBezTo>
                  <a:pt x="6291" y="11700"/>
                  <a:pt x="6501" y="11475"/>
                  <a:pt x="6501" y="11475"/>
                </a:cubicBezTo>
                <a:cubicBezTo>
                  <a:pt x="6711" y="11250"/>
                  <a:pt x="6920" y="11025"/>
                  <a:pt x="6501" y="10800"/>
                </a:cubicBezTo>
                <a:cubicBezTo>
                  <a:pt x="6501" y="10575"/>
                  <a:pt x="6291" y="10575"/>
                  <a:pt x="6082" y="10350"/>
                </a:cubicBezTo>
                <a:cubicBezTo>
                  <a:pt x="5243" y="10125"/>
                  <a:pt x="4823" y="9675"/>
                  <a:pt x="4823" y="9000"/>
                </a:cubicBezTo>
                <a:cubicBezTo>
                  <a:pt x="4823" y="8550"/>
                  <a:pt x="4823" y="8325"/>
                  <a:pt x="5243" y="8100"/>
                </a:cubicBezTo>
                <a:cubicBezTo>
                  <a:pt x="5452" y="7875"/>
                  <a:pt x="5872" y="7650"/>
                  <a:pt x="6501" y="7650"/>
                </a:cubicBezTo>
                <a:cubicBezTo>
                  <a:pt x="6920" y="7650"/>
                  <a:pt x="7340" y="7650"/>
                  <a:pt x="7550" y="7875"/>
                </a:cubicBezTo>
                <a:cubicBezTo>
                  <a:pt x="7340" y="8775"/>
                  <a:pt x="7340" y="8775"/>
                  <a:pt x="7340" y="8775"/>
                </a:cubicBezTo>
                <a:cubicBezTo>
                  <a:pt x="7130" y="8550"/>
                  <a:pt x="6711" y="8550"/>
                  <a:pt x="6501" y="8550"/>
                </a:cubicBezTo>
                <a:cubicBezTo>
                  <a:pt x="6291" y="8550"/>
                  <a:pt x="6082" y="8550"/>
                  <a:pt x="5872" y="8550"/>
                </a:cubicBezTo>
                <a:cubicBezTo>
                  <a:pt x="5662" y="8775"/>
                  <a:pt x="5662" y="9225"/>
                  <a:pt x="5872" y="9225"/>
                </a:cubicBezTo>
                <a:cubicBezTo>
                  <a:pt x="6082" y="9450"/>
                  <a:pt x="6291" y="9450"/>
                  <a:pt x="6711" y="9675"/>
                </a:cubicBezTo>
                <a:cubicBezTo>
                  <a:pt x="6920" y="9675"/>
                  <a:pt x="7340" y="9900"/>
                  <a:pt x="7550" y="10125"/>
                </a:cubicBezTo>
                <a:close/>
                <a:moveTo>
                  <a:pt x="10695" y="2250"/>
                </a:moveTo>
                <a:cubicBezTo>
                  <a:pt x="6082" y="2250"/>
                  <a:pt x="2097" y="5625"/>
                  <a:pt x="2097" y="9900"/>
                </a:cubicBezTo>
                <a:cubicBezTo>
                  <a:pt x="2097" y="11925"/>
                  <a:pt x="2936" y="13275"/>
                  <a:pt x="4194" y="14625"/>
                </a:cubicBezTo>
                <a:cubicBezTo>
                  <a:pt x="3984" y="16650"/>
                  <a:pt x="3355" y="18450"/>
                  <a:pt x="3355" y="18450"/>
                </a:cubicBezTo>
                <a:cubicBezTo>
                  <a:pt x="3355" y="18450"/>
                  <a:pt x="5033" y="18000"/>
                  <a:pt x="7130" y="16650"/>
                </a:cubicBezTo>
                <a:cubicBezTo>
                  <a:pt x="14889" y="18900"/>
                  <a:pt x="19503" y="14175"/>
                  <a:pt x="19503" y="9900"/>
                </a:cubicBezTo>
                <a:cubicBezTo>
                  <a:pt x="19503" y="5625"/>
                  <a:pt x="15518" y="2250"/>
                  <a:pt x="10695" y="2250"/>
                </a:cubicBezTo>
                <a:close/>
                <a:moveTo>
                  <a:pt x="0" y="21600"/>
                </a:moveTo>
                <a:cubicBezTo>
                  <a:pt x="839" y="19575"/>
                  <a:pt x="1887" y="17100"/>
                  <a:pt x="1887" y="15300"/>
                </a:cubicBezTo>
                <a:cubicBezTo>
                  <a:pt x="629" y="13725"/>
                  <a:pt x="0" y="11925"/>
                  <a:pt x="0" y="9900"/>
                </a:cubicBezTo>
                <a:cubicBezTo>
                  <a:pt x="0" y="4275"/>
                  <a:pt x="5033" y="0"/>
                  <a:pt x="10695" y="0"/>
                </a:cubicBezTo>
                <a:cubicBezTo>
                  <a:pt x="16357" y="0"/>
                  <a:pt x="21600" y="4050"/>
                  <a:pt x="21600" y="9900"/>
                </a:cubicBezTo>
                <a:cubicBezTo>
                  <a:pt x="21600" y="15750"/>
                  <a:pt x="15518" y="21150"/>
                  <a:pt x="7130" y="19125"/>
                </a:cubicBezTo>
                <a:cubicBezTo>
                  <a:pt x="5662" y="20025"/>
                  <a:pt x="2307" y="21150"/>
                  <a:pt x="0" y="21600"/>
                </a:cubicBezTo>
                <a:close/>
              </a:path>
            </a:pathLst>
          </a:custGeom>
          <a:solidFill>
            <a:schemeClr val="accent4">
              <a:lumOff val="58054"/>
            </a:schemeClr>
          </a:solidFill>
          <a:ln w="12700">
            <a:miter lim="400000"/>
          </a:ln>
        </p:spPr>
        <p:txBody>
          <a:bodyPr lIns="109727" tIns="109727" rIns="109727" bIns="109727"/>
          <a:lstStyle/>
          <a:p>
            <a:endParaRPr/>
          </a:p>
        </p:txBody>
      </p:sp>
      <p:sp>
        <p:nvSpPr>
          <p:cNvPr id="691" name="Shape"/>
          <p:cNvSpPr/>
          <p:nvPr/>
        </p:nvSpPr>
        <p:spPr>
          <a:xfrm>
            <a:off x="16004016" y="4664564"/>
            <a:ext cx="526509" cy="446878"/>
          </a:xfrm>
          <a:custGeom>
            <a:avLst/>
            <a:gdLst/>
            <a:ahLst/>
            <a:cxnLst>
              <a:cxn ang="0">
                <a:pos x="wd2" y="hd2"/>
              </a:cxn>
              <a:cxn ang="5400000">
                <a:pos x="wd2" y="hd2"/>
              </a:cxn>
              <a:cxn ang="10800000">
                <a:pos x="wd2" y="hd2"/>
              </a:cxn>
              <a:cxn ang="16200000">
                <a:pos x="wd2" y="hd2"/>
              </a:cxn>
            </a:cxnLst>
            <a:rect l="0" t="0" r="r" b="b"/>
            <a:pathLst>
              <a:path w="21340" h="19811" extrusionOk="0">
                <a:moveTo>
                  <a:pt x="11008" y="6761"/>
                </a:moveTo>
                <a:cubicBezTo>
                  <a:pt x="8308" y="9686"/>
                  <a:pt x="8308" y="9686"/>
                  <a:pt x="8308" y="9686"/>
                </a:cubicBezTo>
                <a:cubicBezTo>
                  <a:pt x="17031" y="19136"/>
                  <a:pt x="17031" y="19136"/>
                  <a:pt x="17031" y="19136"/>
                </a:cubicBezTo>
                <a:cubicBezTo>
                  <a:pt x="17654" y="20036"/>
                  <a:pt x="18900" y="20036"/>
                  <a:pt x="19731" y="19136"/>
                </a:cubicBezTo>
                <a:cubicBezTo>
                  <a:pt x="20354" y="18236"/>
                  <a:pt x="20354" y="17111"/>
                  <a:pt x="19731" y="16211"/>
                </a:cubicBezTo>
                <a:lnTo>
                  <a:pt x="11008" y="6761"/>
                </a:lnTo>
                <a:close/>
                <a:moveTo>
                  <a:pt x="3738" y="10811"/>
                </a:moveTo>
                <a:cubicBezTo>
                  <a:pt x="0" y="6536"/>
                  <a:pt x="0" y="6536"/>
                  <a:pt x="0" y="6536"/>
                </a:cubicBezTo>
                <a:cubicBezTo>
                  <a:pt x="1038" y="5411"/>
                  <a:pt x="1038" y="5411"/>
                  <a:pt x="1038" y="5411"/>
                </a:cubicBezTo>
                <a:cubicBezTo>
                  <a:pt x="1038" y="5411"/>
                  <a:pt x="2077" y="6086"/>
                  <a:pt x="2908" y="5186"/>
                </a:cubicBezTo>
                <a:cubicBezTo>
                  <a:pt x="3738" y="4286"/>
                  <a:pt x="3531" y="2936"/>
                  <a:pt x="5400" y="1361"/>
                </a:cubicBezTo>
                <a:cubicBezTo>
                  <a:pt x="8723" y="-1564"/>
                  <a:pt x="13915" y="1136"/>
                  <a:pt x="13915" y="1136"/>
                </a:cubicBezTo>
                <a:cubicBezTo>
                  <a:pt x="9762" y="1586"/>
                  <a:pt x="8100" y="3611"/>
                  <a:pt x="9762" y="5411"/>
                </a:cubicBezTo>
                <a:cubicBezTo>
                  <a:pt x="10385" y="6086"/>
                  <a:pt x="10385" y="6086"/>
                  <a:pt x="10385" y="6086"/>
                </a:cubicBezTo>
                <a:cubicBezTo>
                  <a:pt x="7685" y="9011"/>
                  <a:pt x="7685" y="9011"/>
                  <a:pt x="7685" y="9011"/>
                </a:cubicBezTo>
                <a:cubicBezTo>
                  <a:pt x="7685" y="9011"/>
                  <a:pt x="7477" y="8786"/>
                  <a:pt x="7062" y="8336"/>
                </a:cubicBezTo>
                <a:cubicBezTo>
                  <a:pt x="6438" y="7661"/>
                  <a:pt x="5608" y="7436"/>
                  <a:pt x="5192" y="8111"/>
                </a:cubicBezTo>
                <a:cubicBezTo>
                  <a:pt x="4569" y="8786"/>
                  <a:pt x="4985" y="9461"/>
                  <a:pt x="4985" y="9461"/>
                </a:cubicBezTo>
                <a:lnTo>
                  <a:pt x="3738" y="10811"/>
                </a:lnTo>
                <a:close/>
                <a:moveTo>
                  <a:pt x="10385" y="14186"/>
                </a:moveTo>
                <a:cubicBezTo>
                  <a:pt x="7062" y="17786"/>
                  <a:pt x="7062" y="17786"/>
                  <a:pt x="7062" y="17786"/>
                </a:cubicBezTo>
                <a:cubicBezTo>
                  <a:pt x="6854" y="17786"/>
                  <a:pt x="6646" y="18011"/>
                  <a:pt x="6646" y="18236"/>
                </a:cubicBezTo>
                <a:cubicBezTo>
                  <a:pt x="6438" y="18911"/>
                  <a:pt x="6438" y="18911"/>
                  <a:pt x="6438" y="18911"/>
                </a:cubicBezTo>
                <a:cubicBezTo>
                  <a:pt x="4777" y="19811"/>
                  <a:pt x="4777" y="19811"/>
                  <a:pt x="4777" y="19811"/>
                </a:cubicBezTo>
                <a:cubicBezTo>
                  <a:pt x="3946" y="19136"/>
                  <a:pt x="3946" y="19136"/>
                  <a:pt x="3946" y="19136"/>
                </a:cubicBezTo>
                <a:cubicBezTo>
                  <a:pt x="4777" y="17111"/>
                  <a:pt x="4777" y="17111"/>
                  <a:pt x="4777" y="17111"/>
                </a:cubicBezTo>
                <a:cubicBezTo>
                  <a:pt x="5400" y="16886"/>
                  <a:pt x="5400" y="16886"/>
                  <a:pt x="5400" y="16886"/>
                </a:cubicBezTo>
                <a:cubicBezTo>
                  <a:pt x="5608" y="16886"/>
                  <a:pt x="5815" y="16661"/>
                  <a:pt x="6023" y="16436"/>
                </a:cubicBezTo>
                <a:cubicBezTo>
                  <a:pt x="9138" y="12836"/>
                  <a:pt x="9138" y="12836"/>
                  <a:pt x="9138" y="12836"/>
                </a:cubicBezTo>
                <a:lnTo>
                  <a:pt x="10385" y="14186"/>
                </a:lnTo>
                <a:close/>
                <a:moveTo>
                  <a:pt x="12877" y="6536"/>
                </a:moveTo>
                <a:cubicBezTo>
                  <a:pt x="17238" y="1811"/>
                  <a:pt x="17238" y="1811"/>
                  <a:pt x="17238" y="1811"/>
                </a:cubicBezTo>
                <a:cubicBezTo>
                  <a:pt x="18277" y="686"/>
                  <a:pt x="19731" y="686"/>
                  <a:pt x="20562" y="1811"/>
                </a:cubicBezTo>
                <a:cubicBezTo>
                  <a:pt x="21600" y="2711"/>
                  <a:pt x="21600" y="4286"/>
                  <a:pt x="20562" y="5411"/>
                </a:cubicBezTo>
                <a:cubicBezTo>
                  <a:pt x="16200" y="10136"/>
                  <a:pt x="16200" y="10136"/>
                  <a:pt x="16200" y="10136"/>
                </a:cubicBezTo>
                <a:cubicBezTo>
                  <a:pt x="15369" y="9236"/>
                  <a:pt x="15369" y="9236"/>
                  <a:pt x="15369" y="9236"/>
                </a:cubicBezTo>
                <a:cubicBezTo>
                  <a:pt x="19523" y="4736"/>
                  <a:pt x="19523" y="4736"/>
                  <a:pt x="19523" y="4736"/>
                </a:cubicBezTo>
                <a:cubicBezTo>
                  <a:pt x="19731" y="4511"/>
                  <a:pt x="19731" y="4286"/>
                  <a:pt x="19523" y="4286"/>
                </a:cubicBezTo>
                <a:cubicBezTo>
                  <a:pt x="19523" y="4061"/>
                  <a:pt x="19315" y="4061"/>
                  <a:pt x="19108" y="4286"/>
                </a:cubicBezTo>
                <a:cubicBezTo>
                  <a:pt x="14954" y="8786"/>
                  <a:pt x="14954" y="8786"/>
                  <a:pt x="14954" y="8786"/>
                </a:cubicBezTo>
                <a:cubicBezTo>
                  <a:pt x="14123" y="8111"/>
                  <a:pt x="14123" y="8111"/>
                  <a:pt x="14123" y="8111"/>
                </a:cubicBezTo>
                <a:cubicBezTo>
                  <a:pt x="18485" y="3386"/>
                  <a:pt x="18485" y="3386"/>
                  <a:pt x="18485" y="3386"/>
                </a:cubicBezTo>
                <a:cubicBezTo>
                  <a:pt x="18485" y="3386"/>
                  <a:pt x="18485" y="3161"/>
                  <a:pt x="18485" y="2936"/>
                </a:cubicBezTo>
                <a:cubicBezTo>
                  <a:pt x="18277" y="2711"/>
                  <a:pt x="18069" y="2711"/>
                  <a:pt x="17862" y="2936"/>
                </a:cubicBezTo>
                <a:cubicBezTo>
                  <a:pt x="13708" y="7436"/>
                  <a:pt x="13708" y="7436"/>
                  <a:pt x="13708" y="7436"/>
                </a:cubicBezTo>
                <a:lnTo>
                  <a:pt x="12877" y="6536"/>
                </a:lnTo>
                <a:close/>
              </a:path>
            </a:pathLst>
          </a:custGeom>
          <a:solidFill>
            <a:schemeClr val="accent4">
              <a:lumOff val="58054"/>
            </a:schemeClr>
          </a:solidFill>
          <a:ln w="12700">
            <a:miter lim="400000"/>
          </a:ln>
        </p:spPr>
        <p:txBody>
          <a:bodyPr lIns="109727" tIns="109727" rIns="109727" bIns="109727"/>
          <a:lstStyle/>
          <a:p>
            <a:endParaRPr/>
          </a:p>
        </p:txBody>
      </p:sp>
      <p:sp>
        <p:nvSpPr>
          <p:cNvPr id="692" name="Shape"/>
          <p:cNvSpPr/>
          <p:nvPr/>
        </p:nvSpPr>
        <p:spPr>
          <a:xfrm>
            <a:off x="17420031" y="3365527"/>
            <a:ext cx="426322" cy="532914"/>
          </a:xfrm>
          <a:custGeom>
            <a:avLst/>
            <a:gdLst/>
            <a:ahLst/>
            <a:cxnLst>
              <a:cxn ang="0">
                <a:pos x="wd2" y="hd2"/>
              </a:cxn>
              <a:cxn ang="5400000">
                <a:pos x="wd2" y="hd2"/>
              </a:cxn>
              <a:cxn ang="10800000">
                <a:pos x="wd2" y="hd2"/>
              </a:cxn>
              <a:cxn ang="16200000">
                <a:pos x="wd2" y="hd2"/>
              </a:cxn>
            </a:cxnLst>
            <a:rect l="0" t="0" r="r" b="b"/>
            <a:pathLst>
              <a:path w="21600" h="21600" extrusionOk="0">
                <a:moveTo>
                  <a:pt x="16595" y="15728"/>
                </a:moveTo>
                <a:cubicBezTo>
                  <a:pt x="6322" y="15728"/>
                  <a:pt x="6322" y="15728"/>
                  <a:pt x="6322" y="15728"/>
                </a:cubicBezTo>
                <a:cubicBezTo>
                  <a:pt x="6322" y="17196"/>
                  <a:pt x="6322" y="17196"/>
                  <a:pt x="6322" y="17196"/>
                </a:cubicBezTo>
                <a:cubicBezTo>
                  <a:pt x="16595" y="17196"/>
                  <a:pt x="16595" y="17196"/>
                  <a:pt x="16595" y="17196"/>
                </a:cubicBezTo>
                <a:lnTo>
                  <a:pt x="16595" y="15728"/>
                </a:lnTo>
                <a:close/>
                <a:moveTo>
                  <a:pt x="15541" y="1468"/>
                </a:moveTo>
                <a:cubicBezTo>
                  <a:pt x="10010" y="1468"/>
                  <a:pt x="10010" y="1468"/>
                  <a:pt x="10010" y="1468"/>
                </a:cubicBezTo>
                <a:cubicBezTo>
                  <a:pt x="10010" y="3565"/>
                  <a:pt x="10010" y="3565"/>
                  <a:pt x="10010" y="3565"/>
                </a:cubicBezTo>
                <a:cubicBezTo>
                  <a:pt x="13961" y="3565"/>
                  <a:pt x="13961" y="3565"/>
                  <a:pt x="13961" y="3565"/>
                </a:cubicBezTo>
                <a:cubicBezTo>
                  <a:pt x="13961" y="7759"/>
                  <a:pt x="13961" y="7759"/>
                  <a:pt x="13961" y="7759"/>
                </a:cubicBezTo>
                <a:cubicBezTo>
                  <a:pt x="19229" y="7759"/>
                  <a:pt x="19229" y="7759"/>
                  <a:pt x="19229" y="7759"/>
                </a:cubicBezTo>
                <a:cubicBezTo>
                  <a:pt x="19229" y="19713"/>
                  <a:pt x="19229" y="19713"/>
                  <a:pt x="19229" y="19713"/>
                </a:cubicBezTo>
                <a:cubicBezTo>
                  <a:pt x="3688" y="19713"/>
                  <a:pt x="3688" y="19713"/>
                  <a:pt x="3688" y="19713"/>
                </a:cubicBezTo>
                <a:cubicBezTo>
                  <a:pt x="3688" y="13002"/>
                  <a:pt x="3688" y="13002"/>
                  <a:pt x="3688" y="13002"/>
                </a:cubicBezTo>
                <a:cubicBezTo>
                  <a:pt x="2898" y="13002"/>
                  <a:pt x="1844" y="12792"/>
                  <a:pt x="1317" y="12373"/>
                </a:cubicBezTo>
                <a:cubicBezTo>
                  <a:pt x="1317" y="21600"/>
                  <a:pt x="1317" y="21600"/>
                  <a:pt x="1317" y="21600"/>
                </a:cubicBezTo>
                <a:cubicBezTo>
                  <a:pt x="21600" y="21600"/>
                  <a:pt x="21600" y="21600"/>
                  <a:pt x="21600" y="21600"/>
                </a:cubicBezTo>
                <a:cubicBezTo>
                  <a:pt x="21600" y="6501"/>
                  <a:pt x="21600" y="6501"/>
                  <a:pt x="21600" y="6501"/>
                </a:cubicBezTo>
                <a:lnTo>
                  <a:pt x="15541" y="1468"/>
                </a:lnTo>
                <a:close/>
                <a:moveTo>
                  <a:pt x="8166" y="11744"/>
                </a:moveTo>
                <a:cubicBezTo>
                  <a:pt x="16595" y="11744"/>
                  <a:pt x="16595" y="11744"/>
                  <a:pt x="16595" y="11744"/>
                </a:cubicBezTo>
                <a:cubicBezTo>
                  <a:pt x="16595" y="10276"/>
                  <a:pt x="16595" y="10276"/>
                  <a:pt x="16595" y="10276"/>
                </a:cubicBezTo>
                <a:cubicBezTo>
                  <a:pt x="9483" y="10276"/>
                  <a:pt x="9483" y="10276"/>
                  <a:pt x="9483" y="10276"/>
                </a:cubicBezTo>
                <a:cubicBezTo>
                  <a:pt x="8956" y="10905"/>
                  <a:pt x="8693" y="11324"/>
                  <a:pt x="8166" y="11744"/>
                </a:cubicBezTo>
                <a:close/>
                <a:moveTo>
                  <a:pt x="16595" y="13002"/>
                </a:moveTo>
                <a:cubicBezTo>
                  <a:pt x="6322" y="13002"/>
                  <a:pt x="6322" y="13002"/>
                  <a:pt x="6322" y="13002"/>
                </a:cubicBezTo>
                <a:cubicBezTo>
                  <a:pt x="6322" y="14470"/>
                  <a:pt x="6322" y="14470"/>
                  <a:pt x="6322" y="14470"/>
                </a:cubicBezTo>
                <a:cubicBezTo>
                  <a:pt x="16595" y="14470"/>
                  <a:pt x="16595" y="14470"/>
                  <a:pt x="16595" y="14470"/>
                </a:cubicBezTo>
                <a:lnTo>
                  <a:pt x="16595" y="13002"/>
                </a:lnTo>
                <a:close/>
                <a:moveTo>
                  <a:pt x="8166" y="1468"/>
                </a:moveTo>
                <a:cubicBezTo>
                  <a:pt x="6849" y="1468"/>
                  <a:pt x="6849" y="1468"/>
                  <a:pt x="6849" y="1468"/>
                </a:cubicBezTo>
                <a:cubicBezTo>
                  <a:pt x="6849" y="8388"/>
                  <a:pt x="6849" y="8388"/>
                  <a:pt x="6849" y="8388"/>
                </a:cubicBezTo>
                <a:cubicBezTo>
                  <a:pt x="6849" y="9647"/>
                  <a:pt x="5532" y="10485"/>
                  <a:pt x="4215" y="10485"/>
                </a:cubicBezTo>
                <a:cubicBezTo>
                  <a:pt x="4215" y="10485"/>
                  <a:pt x="4215" y="10485"/>
                  <a:pt x="4215" y="10485"/>
                </a:cubicBezTo>
                <a:cubicBezTo>
                  <a:pt x="2634" y="10485"/>
                  <a:pt x="1317" y="9647"/>
                  <a:pt x="1317" y="8388"/>
                </a:cubicBezTo>
                <a:cubicBezTo>
                  <a:pt x="1317" y="2517"/>
                  <a:pt x="1317" y="2517"/>
                  <a:pt x="1317" y="2517"/>
                </a:cubicBezTo>
                <a:cubicBezTo>
                  <a:pt x="1317" y="1678"/>
                  <a:pt x="2107" y="1049"/>
                  <a:pt x="3161" y="1049"/>
                </a:cubicBezTo>
                <a:cubicBezTo>
                  <a:pt x="3161" y="1049"/>
                  <a:pt x="3161" y="1049"/>
                  <a:pt x="3161" y="1049"/>
                </a:cubicBezTo>
                <a:cubicBezTo>
                  <a:pt x="3951" y="1049"/>
                  <a:pt x="4741" y="1678"/>
                  <a:pt x="4741" y="2517"/>
                </a:cubicBezTo>
                <a:cubicBezTo>
                  <a:pt x="4741" y="7130"/>
                  <a:pt x="4741" y="7130"/>
                  <a:pt x="4741" y="7130"/>
                </a:cubicBezTo>
                <a:cubicBezTo>
                  <a:pt x="4741" y="7340"/>
                  <a:pt x="4478" y="7550"/>
                  <a:pt x="4215" y="7550"/>
                </a:cubicBezTo>
                <a:cubicBezTo>
                  <a:pt x="4215" y="7550"/>
                  <a:pt x="4215" y="7550"/>
                  <a:pt x="4215" y="7550"/>
                </a:cubicBezTo>
                <a:cubicBezTo>
                  <a:pt x="3688" y="7550"/>
                  <a:pt x="3424" y="7340"/>
                  <a:pt x="3424" y="7130"/>
                </a:cubicBezTo>
                <a:cubicBezTo>
                  <a:pt x="3424" y="3775"/>
                  <a:pt x="3424" y="3775"/>
                  <a:pt x="3424" y="3775"/>
                </a:cubicBezTo>
                <a:cubicBezTo>
                  <a:pt x="2107" y="3775"/>
                  <a:pt x="2107" y="3775"/>
                  <a:pt x="2107" y="3775"/>
                </a:cubicBezTo>
                <a:cubicBezTo>
                  <a:pt x="2107" y="7130"/>
                  <a:pt x="2107" y="7130"/>
                  <a:pt x="2107" y="7130"/>
                </a:cubicBezTo>
                <a:cubicBezTo>
                  <a:pt x="2107" y="7969"/>
                  <a:pt x="2898" y="8598"/>
                  <a:pt x="4215" y="8598"/>
                </a:cubicBezTo>
                <a:cubicBezTo>
                  <a:pt x="4215" y="8598"/>
                  <a:pt x="4215" y="8598"/>
                  <a:pt x="4215" y="8598"/>
                </a:cubicBezTo>
                <a:cubicBezTo>
                  <a:pt x="5268" y="8598"/>
                  <a:pt x="6059" y="7969"/>
                  <a:pt x="6059" y="7130"/>
                </a:cubicBezTo>
                <a:cubicBezTo>
                  <a:pt x="6059" y="2517"/>
                  <a:pt x="6059" y="2517"/>
                  <a:pt x="6059" y="2517"/>
                </a:cubicBezTo>
                <a:cubicBezTo>
                  <a:pt x="6059" y="1049"/>
                  <a:pt x="4741" y="0"/>
                  <a:pt x="3161" y="0"/>
                </a:cubicBezTo>
                <a:cubicBezTo>
                  <a:pt x="3161" y="0"/>
                  <a:pt x="3161" y="0"/>
                  <a:pt x="3161" y="0"/>
                </a:cubicBezTo>
                <a:cubicBezTo>
                  <a:pt x="1317" y="0"/>
                  <a:pt x="0" y="1049"/>
                  <a:pt x="0" y="2517"/>
                </a:cubicBezTo>
                <a:cubicBezTo>
                  <a:pt x="0" y="8388"/>
                  <a:pt x="0" y="8388"/>
                  <a:pt x="0" y="8388"/>
                </a:cubicBezTo>
                <a:cubicBezTo>
                  <a:pt x="0" y="10276"/>
                  <a:pt x="1844" y="11744"/>
                  <a:pt x="4215" y="11744"/>
                </a:cubicBezTo>
                <a:cubicBezTo>
                  <a:pt x="4215" y="11744"/>
                  <a:pt x="4215" y="11744"/>
                  <a:pt x="4215" y="11744"/>
                </a:cubicBezTo>
                <a:cubicBezTo>
                  <a:pt x="6322" y="11744"/>
                  <a:pt x="8166" y="10276"/>
                  <a:pt x="8166" y="8388"/>
                </a:cubicBezTo>
                <a:lnTo>
                  <a:pt x="8166" y="1468"/>
                </a:lnTo>
                <a:close/>
              </a:path>
            </a:pathLst>
          </a:custGeom>
          <a:solidFill>
            <a:schemeClr val="accent4">
              <a:lumOff val="58054"/>
            </a:schemeClr>
          </a:solidFill>
          <a:ln w="12700">
            <a:miter lim="400000"/>
          </a:ln>
        </p:spPr>
        <p:txBody>
          <a:bodyPr lIns="109727" tIns="109727" rIns="109727" bIns="109727"/>
          <a:lstStyle/>
          <a:p>
            <a:endParaRPr/>
          </a:p>
        </p:txBody>
      </p:sp>
      <p:sp>
        <p:nvSpPr>
          <p:cNvPr id="693" name="Shape"/>
          <p:cNvSpPr/>
          <p:nvPr/>
        </p:nvSpPr>
        <p:spPr>
          <a:xfrm>
            <a:off x="17374209" y="4628012"/>
            <a:ext cx="517962" cy="520221"/>
          </a:xfrm>
          <a:custGeom>
            <a:avLst/>
            <a:gdLst/>
            <a:ahLst/>
            <a:cxnLst>
              <a:cxn ang="0">
                <a:pos x="wd2" y="hd2"/>
              </a:cxn>
              <a:cxn ang="5400000">
                <a:pos x="wd2" y="hd2"/>
              </a:cxn>
              <a:cxn ang="10800000">
                <a:pos x="wd2" y="hd2"/>
              </a:cxn>
              <a:cxn ang="16200000">
                <a:pos x="wd2" y="hd2"/>
              </a:cxn>
            </a:cxnLst>
            <a:rect l="0" t="0" r="r" b="b"/>
            <a:pathLst>
              <a:path w="20411" h="20500" extrusionOk="0">
                <a:moveTo>
                  <a:pt x="15457" y="13450"/>
                </a:moveTo>
                <a:cubicBezTo>
                  <a:pt x="18628" y="10250"/>
                  <a:pt x="18628" y="10250"/>
                  <a:pt x="18628" y="10250"/>
                </a:cubicBezTo>
                <a:cubicBezTo>
                  <a:pt x="21006" y="8050"/>
                  <a:pt x="21006" y="4050"/>
                  <a:pt x="18628" y="1650"/>
                </a:cubicBezTo>
                <a:cubicBezTo>
                  <a:pt x="16250" y="-550"/>
                  <a:pt x="12287" y="-550"/>
                  <a:pt x="10107" y="1650"/>
                </a:cubicBezTo>
                <a:cubicBezTo>
                  <a:pt x="6936" y="4850"/>
                  <a:pt x="6936" y="4850"/>
                  <a:pt x="6936" y="4850"/>
                </a:cubicBezTo>
                <a:cubicBezTo>
                  <a:pt x="8918" y="7050"/>
                  <a:pt x="8918" y="7050"/>
                  <a:pt x="8918" y="7050"/>
                </a:cubicBezTo>
                <a:cubicBezTo>
                  <a:pt x="12089" y="3850"/>
                  <a:pt x="12089" y="3850"/>
                  <a:pt x="12089" y="3850"/>
                </a:cubicBezTo>
                <a:cubicBezTo>
                  <a:pt x="13278" y="2650"/>
                  <a:pt x="15259" y="2650"/>
                  <a:pt x="16448" y="3850"/>
                </a:cubicBezTo>
                <a:cubicBezTo>
                  <a:pt x="17637" y="5050"/>
                  <a:pt x="17637" y="7050"/>
                  <a:pt x="16448" y="8250"/>
                </a:cubicBezTo>
                <a:cubicBezTo>
                  <a:pt x="13278" y="11450"/>
                  <a:pt x="13278" y="11450"/>
                  <a:pt x="13278" y="11450"/>
                </a:cubicBezTo>
                <a:lnTo>
                  <a:pt x="15457" y="13450"/>
                </a:lnTo>
                <a:close/>
                <a:moveTo>
                  <a:pt x="13278" y="15650"/>
                </a:moveTo>
                <a:cubicBezTo>
                  <a:pt x="10305" y="18850"/>
                  <a:pt x="10305" y="18850"/>
                  <a:pt x="10305" y="18850"/>
                </a:cubicBezTo>
                <a:cubicBezTo>
                  <a:pt x="7927" y="21050"/>
                  <a:pt x="3964" y="21050"/>
                  <a:pt x="1784" y="18850"/>
                </a:cubicBezTo>
                <a:cubicBezTo>
                  <a:pt x="-594" y="16450"/>
                  <a:pt x="-594" y="12450"/>
                  <a:pt x="1784" y="10050"/>
                </a:cubicBezTo>
                <a:cubicBezTo>
                  <a:pt x="4756" y="7050"/>
                  <a:pt x="4756" y="7050"/>
                  <a:pt x="4756" y="7050"/>
                </a:cubicBezTo>
                <a:cubicBezTo>
                  <a:pt x="6936" y="9050"/>
                  <a:pt x="6936" y="9050"/>
                  <a:pt x="6936" y="9050"/>
                </a:cubicBezTo>
                <a:cubicBezTo>
                  <a:pt x="3766" y="12250"/>
                  <a:pt x="3766" y="12250"/>
                  <a:pt x="3766" y="12250"/>
                </a:cubicBezTo>
                <a:cubicBezTo>
                  <a:pt x="2577" y="13450"/>
                  <a:pt x="2577" y="15450"/>
                  <a:pt x="3766" y="16650"/>
                </a:cubicBezTo>
                <a:cubicBezTo>
                  <a:pt x="4955" y="17850"/>
                  <a:pt x="6936" y="17850"/>
                  <a:pt x="8125" y="16650"/>
                </a:cubicBezTo>
                <a:cubicBezTo>
                  <a:pt x="11296" y="13450"/>
                  <a:pt x="11296" y="13450"/>
                  <a:pt x="11296" y="13450"/>
                </a:cubicBezTo>
                <a:lnTo>
                  <a:pt x="13278" y="15650"/>
                </a:lnTo>
                <a:close/>
              </a:path>
            </a:pathLst>
          </a:custGeom>
          <a:solidFill>
            <a:schemeClr val="accent4">
              <a:lumOff val="58054"/>
            </a:schemeClr>
          </a:solidFill>
          <a:ln w="12700">
            <a:miter lim="400000"/>
          </a:ln>
        </p:spPr>
        <p:txBody>
          <a:bodyPr lIns="109727" tIns="109727" rIns="109727" bIns="109727"/>
          <a:lstStyle/>
          <a:p>
            <a:endParaRPr/>
          </a:p>
        </p:txBody>
      </p:sp>
      <p:sp>
        <p:nvSpPr>
          <p:cNvPr id="694" name="Shape"/>
          <p:cNvSpPr/>
          <p:nvPr/>
        </p:nvSpPr>
        <p:spPr>
          <a:xfrm>
            <a:off x="18744682" y="3365527"/>
            <a:ext cx="532913" cy="532914"/>
          </a:xfrm>
          <a:custGeom>
            <a:avLst/>
            <a:gdLst/>
            <a:ahLst/>
            <a:cxnLst>
              <a:cxn ang="0">
                <a:pos x="wd2" y="hd2"/>
              </a:cxn>
              <a:cxn ang="5400000">
                <a:pos x="wd2" y="hd2"/>
              </a:cxn>
              <a:cxn ang="10800000">
                <a:pos x="wd2" y="hd2"/>
              </a:cxn>
              <a:cxn ang="16200000">
                <a:pos x="wd2" y="hd2"/>
              </a:cxn>
            </a:cxnLst>
            <a:rect l="0" t="0" r="r" b="b"/>
            <a:pathLst>
              <a:path w="21600" h="21600" extrusionOk="0">
                <a:moveTo>
                  <a:pt x="15728" y="18245"/>
                </a:moveTo>
                <a:cubicBezTo>
                  <a:pt x="18245" y="18245"/>
                  <a:pt x="18245" y="18245"/>
                  <a:pt x="18245" y="18245"/>
                </a:cubicBezTo>
                <a:cubicBezTo>
                  <a:pt x="19083" y="19922"/>
                  <a:pt x="19083" y="19922"/>
                  <a:pt x="19083" y="19922"/>
                </a:cubicBezTo>
                <a:cubicBezTo>
                  <a:pt x="16357" y="19922"/>
                  <a:pt x="16357" y="19922"/>
                  <a:pt x="16357" y="19922"/>
                </a:cubicBezTo>
                <a:lnTo>
                  <a:pt x="15728" y="18245"/>
                </a:lnTo>
                <a:close/>
                <a:moveTo>
                  <a:pt x="5872" y="19922"/>
                </a:moveTo>
                <a:cubicBezTo>
                  <a:pt x="2517" y="19922"/>
                  <a:pt x="2517" y="19922"/>
                  <a:pt x="2517" y="19922"/>
                </a:cubicBezTo>
                <a:cubicBezTo>
                  <a:pt x="4404" y="16567"/>
                  <a:pt x="4404" y="16567"/>
                  <a:pt x="4404" y="16567"/>
                </a:cubicBezTo>
                <a:cubicBezTo>
                  <a:pt x="5033" y="18245"/>
                  <a:pt x="5033" y="18245"/>
                  <a:pt x="5033" y="18245"/>
                </a:cubicBezTo>
                <a:cubicBezTo>
                  <a:pt x="6711" y="18245"/>
                  <a:pt x="6711" y="18245"/>
                  <a:pt x="6711" y="18245"/>
                </a:cubicBezTo>
                <a:lnTo>
                  <a:pt x="5872" y="19922"/>
                </a:lnTo>
                <a:close/>
                <a:moveTo>
                  <a:pt x="18035" y="14470"/>
                </a:moveTo>
                <a:cubicBezTo>
                  <a:pt x="15099" y="14470"/>
                  <a:pt x="15099" y="14470"/>
                  <a:pt x="15099" y="14470"/>
                </a:cubicBezTo>
                <a:cubicBezTo>
                  <a:pt x="14680" y="15099"/>
                  <a:pt x="14470" y="15518"/>
                  <a:pt x="14050" y="16148"/>
                </a:cubicBezTo>
                <a:cubicBezTo>
                  <a:pt x="17196" y="16148"/>
                  <a:pt x="17196" y="16148"/>
                  <a:pt x="17196" y="16148"/>
                </a:cubicBezTo>
                <a:cubicBezTo>
                  <a:pt x="17825" y="17406"/>
                  <a:pt x="17825" y="17406"/>
                  <a:pt x="17825" y="17406"/>
                </a:cubicBezTo>
                <a:cubicBezTo>
                  <a:pt x="13212" y="17406"/>
                  <a:pt x="13212" y="17406"/>
                  <a:pt x="13212" y="17406"/>
                </a:cubicBezTo>
                <a:cubicBezTo>
                  <a:pt x="13212" y="17825"/>
                  <a:pt x="13002" y="18035"/>
                  <a:pt x="12792" y="18245"/>
                </a:cubicBezTo>
                <a:cubicBezTo>
                  <a:pt x="14680" y="18245"/>
                  <a:pt x="14680" y="18245"/>
                  <a:pt x="14680" y="18245"/>
                </a:cubicBezTo>
                <a:cubicBezTo>
                  <a:pt x="15518" y="19922"/>
                  <a:pt x="15518" y="19922"/>
                  <a:pt x="15518" y="19922"/>
                </a:cubicBezTo>
                <a:cubicBezTo>
                  <a:pt x="6711" y="19922"/>
                  <a:pt x="6711" y="19922"/>
                  <a:pt x="6711" y="19922"/>
                </a:cubicBezTo>
                <a:cubicBezTo>
                  <a:pt x="7550" y="18245"/>
                  <a:pt x="7550" y="18245"/>
                  <a:pt x="7550" y="18245"/>
                </a:cubicBezTo>
                <a:cubicBezTo>
                  <a:pt x="8808" y="18245"/>
                  <a:pt x="8808" y="18245"/>
                  <a:pt x="8808" y="18245"/>
                </a:cubicBezTo>
                <a:cubicBezTo>
                  <a:pt x="8808" y="18035"/>
                  <a:pt x="8598" y="17825"/>
                  <a:pt x="8388" y="17406"/>
                </a:cubicBezTo>
                <a:cubicBezTo>
                  <a:pt x="5662" y="17406"/>
                  <a:pt x="5662" y="17406"/>
                  <a:pt x="5662" y="17406"/>
                </a:cubicBezTo>
                <a:cubicBezTo>
                  <a:pt x="5033" y="16148"/>
                  <a:pt x="5033" y="16148"/>
                  <a:pt x="5033" y="16148"/>
                </a:cubicBezTo>
                <a:cubicBezTo>
                  <a:pt x="7550" y="16148"/>
                  <a:pt x="7550" y="16148"/>
                  <a:pt x="7550" y="16148"/>
                </a:cubicBezTo>
                <a:cubicBezTo>
                  <a:pt x="7340" y="15518"/>
                  <a:pt x="6920" y="15099"/>
                  <a:pt x="6711" y="14470"/>
                </a:cubicBezTo>
                <a:cubicBezTo>
                  <a:pt x="3565" y="14470"/>
                  <a:pt x="3565" y="14470"/>
                  <a:pt x="3565" y="14470"/>
                </a:cubicBezTo>
                <a:cubicBezTo>
                  <a:pt x="0" y="21600"/>
                  <a:pt x="0" y="21600"/>
                  <a:pt x="0" y="21600"/>
                </a:cubicBezTo>
                <a:cubicBezTo>
                  <a:pt x="21600" y="21600"/>
                  <a:pt x="21600" y="21600"/>
                  <a:pt x="21600" y="21600"/>
                </a:cubicBezTo>
                <a:lnTo>
                  <a:pt x="18035" y="14470"/>
                </a:lnTo>
                <a:close/>
                <a:moveTo>
                  <a:pt x="8808" y="5662"/>
                </a:moveTo>
                <a:cubicBezTo>
                  <a:pt x="8808" y="4614"/>
                  <a:pt x="9647" y="3565"/>
                  <a:pt x="10905" y="3565"/>
                </a:cubicBezTo>
                <a:cubicBezTo>
                  <a:pt x="11953" y="3565"/>
                  <a:pt x="13002" y="4614"/>
                  <a:pt x="13002" y="5662"/>
                </a:cubicBezTo>
                <a:cubicBezTo>
                  <a:pt x="13002" y="6920"/>
                  <a:pt x="11953" y="7759"/>
                  <a:pt x="10905" y="7759"/>
                </a:cubicBezTo>
                <a:cubicBezTo>
                  <a:pt x="9647" y="7759"/>
                  <a:pt x="8808" y="6920"/>
                  <a:pt x="8808" y="5662"/>
                </a:cubicBezTo>
                <a:close/>
                <a:moveTo>
                  <a:pt x="16777" y="5872"/>
                </a:moveTo>
                <a:cubicBezTo>
                  <a:pt x="16777" y="2517"/>
                  <a:pt x="14050" y="0"/>
                  <a:pt x="10905" y="0"/>
                </a:cubicBezTo>
                <a:cubicBezTo>
                  <a:pt x="7550" y="0"/>
                  <a:pt x="5033" y="2517"/>
                  <a:pt x="5033" y="5872"/>
                </a:cubicBezTo>
                <a:cubicBezTo>
                  <a:pt x="5033" y="9017"/>
                  <a:pt x="7550" y="12792"/>
                  <a:pt x="10905" y="18454"/>
                </a:cubicBezTo>
                <a:cubicBezTo>
                  <a:pt x="14050" y="12792"/>
                  <a:pt x="16777" y="9017"/>
                  <a:pt x="16777" y="5872"/>
                </a:cubicBezTo>
                <a:close/>
              </a:path>
            </a:pathLst>
          </a:custGeom>
          <a:solidFill>
            <a:schemeClr val="accent4">
              <a:lumOff val="58054"/>
            </a:schemeClr>
          </a:solidFill>
          <a:ln w="12700">
            <a:miter lim="400000"/>
          </a:ln>
        </p:spPr>
        <p:txBody>
          <a:bodyPr lIns="109727" tIns="109727" rIns="109727" bIns="109727"/>
          <a:lstStyle/>
          <a:p>
            <a:endParaRPr/>
          </a:p>
        </p:txBody>
      </p:sp>
      <p:sp>
        <p:nvSpPr>
          <p:cNvPr id="695" name="Shape"/>
          <p:cNvSpPr/>
          <p:nvPr/>
        </p:nvSpPr>
        <p:spPr>
          <a:xfrm>
            <a:off x="18744682" y="4614055"/>
            <a:ext cx="532913" cy="532914"/>
          </a:xfrm>
          <a:custGeom>
            <a:avLst/>
            <a:gdLst/>
            <a:ahLst/>
            <a:cxnLst>
              <a:cxn ang="0">
                <a:pos x="wd2" y="hd2"/>
              </a:cxn>
              <a:cxn ang="5400000">
                <a:pos x="wd2" y="hd2"/>
              </a:cxn>
              <a:cxn ang="10800000">
                <a:pos x="wd2" y="hd2"/>
              </a:cxn>
              <a:cxn ang="16200000">
                <a:pos x="wd2" y="hd2"/>
              </a:cxn>
            </a:cxnLst>
            <a:rect l="0" t="0" r="r" b="b"/>
            <a:pathLst>
              <a:path w="21600" h="21600" extrusionOk="0">
                <a:moveTo>
                  <a:pt x="9856" y="21600"/>
                </a:moveTo>
                <a:cubicBezTo>
                  <a:pt x="11744" y="21600"/>
                  <a:pt x="11744" y="21600"/>
                  <a:pt x="11744" y="21600"/>
                </a:cubicBezTo>
                <a:cubicBezTo>
                  <a:pt x="11744" y="19922"/>
                  <a:pt x="11744" y="19922"/>
                  <a:pt x="11744" y="19922"/>
                </a:cubicBezTo>
                <a:cubicBezTo>
                  <a:pt x="9856" y="19922"/>
                  <a:pt x="9856" y="19922"/>
                  <a:pt x="9856" y="19922"/>
                </a:cubicBezTo>
                <a:lnTo>
                  <a:pt x="9856" y="21600"/>
                </a:lnTo>
                <a:close/>
                <a:moveTo>
                  <a:pt x="12583" y="21600"/>
                </a:moveTo>
                <a:cubicBezTo>
                  <a:pt x="14470" y="21600"/>
                  <a:pt x="14470" y="21600"/>
                  <a:pt x="14470" y="21600"/>
                </a:cubicBezTo>
                <a:cubicBezTo>
                  <a:pt x="14470" y="19922"/>
                  <a:pt x="14470" y="19922"/>
                  <a:pt x="14470" y="19922"/>
                </a:cubicBezTo>
                <a:cubicBezTo>
                  <a:pt x="12583" y="19922"/>
                  <a:pt x="12583" y="19922"/>
                  <a:pt x="12583" y="19922"/>
                </a:cubicBezTo>
                <a:lnTo>
                  <a:pt x="12583" y="21600"/>
                </a:lnTo>
                <a:close/>
                <a:moveTo>
                  <a:pt x="7340" y="21600"/>
                </a:moveTo>
                <a:cubicBezTo>
                  <a:pt x="9017" y="21600"/>
                  <a:pt x="9017" y="21600"/>
                  <a:pt x="9017" y="21600"/>
                </a:cubicBezTo>
                <a:cubicBezTo>
                  <a:pt x="9017" y="19922"/>
                  <a:pt x="9017" y="19922"/>
                  <a:pt x="9017" y="19922"/>
                </a:cubicBezTo>
                <a:cubicBezTo>
                  <a:pt x="7340" y="19922"/>
                  <a:pt x="7340" y="19922"/>
                  <a:pt x="7340" y="19922"/>
                </a:cubicBezTo>
                <a:lnTo>
                  <a:pt x="7340" y="21600"/>
                </a:lnTo>
                <a:close/>
                <a:moveTo>
                  <a:pt x="18874" y="0"/>
                </a:moveTo>
                <a:cubicBezTo>
                  <a:pt x="15309" y="0"/>
                  <a:pt x="15309" y="0"/>
                  <a:pt x="15309" y="0"/>
                </a:cubicBezTo>
                <a:cubicBezTo>
                  <a:pt x="15309" y="1887"/>
                  <a:pt x="15309" y="1887"/>
                  <a:pt x="15309" y="1887"/>
                </a:cubicBezTo>
                <a:cubicBezTo>
                  <a:pt x="18874" y="1887"/>
                  <a:pt x="18874" y="1887"/>
                  <a:pt x="18874" y="1887"/>
                </a:cubicBezTo>
                <a:cubicBezTo>
                  <a:pt x="19503" y="1887"/>
                  <a:pt x="19922" y="2307"/>
                  <a:pt x="19922" y="2726"/>
                </a:cubicBezTo>
                <a:cubicBezTo>
                  <a:pt x="19922" y="6501"/>
                  <a:pt x="19922" y="6501"/>
                  <a:pt x="19922" y="6501"/>
                </a:cubicBezTo>
                <a:cubicBezTo>
                  <a:pt x="21600" y="6501"/>
                  <a:pt x="21600" y="6501"/>
                  <a:pt x="21600" y="6501"/>
                </a:cubicBezTo>
                <a:cubicBezTo>
                  <a:pt x="21600" y="2726"/>
                  <a:pt x="21600" y="2726"/>
                  <a:pt x="21600" y="2726"/>
                </a:cubicBezTo>
                <a:cubicBezTo>
                  <a:pt x="21600" y="1258"/>
                  <a:pt x="20342" y="0"/>
                  <a:pt x="18874" y="0"/>
                </a:cubicBezTo>
                <a:close/>
                <a:moveTo>
                  <a:pt x="19922" y="9017"/>
                </a:moveTo>
                <a:cubicBezTo>
                  <a:pt x="21600" y="9017"/>
                  <a:pt x="21600" y="9017"/>
                  <a:pt x="21600" y="9017"/>
                </a:cubicBezTo>
                <a:cubicBezTo>
                  <a:pt x="21600" y="7340"/>
                  <a:pt x="21600" y="7340"/>
                  <a:pt x="21600" y="7340"/>
                </a:cubicBezTo>
                <a:cubicBezTo>
                  <a:pt x="19922" y="7340"/>
                  <a:pt x="19922" y="7340"/>
                  <a:pt x="19922" y="7340"/>
                </a:cubicBezTo>
                <a:lnTo>
                  <a:pt x="19922" y="9017"/>
                </a:lnTo>
                <a:close/>
                <a:moveTo>
                  <a:pt x="19922" y="14470"/>
                </a:moveTo>
                <a:cubicBezTo>
                  <a:pt x="21600" y="14470"/>
                  <a:pt x="21600" y="14470"/>
                  <a:pt x="21600" y="14470"/>
                </a:cubicBezTo>
                <a:cubicBezTo>
                  <a:pt x="21600" y="12792"/>
                  <a:pt x="21600" y="12792"/>
                  <a:pt x="21600" y="12792"/>
                </a:cubicBezTo>
                <a:cubicBezTo>
                  <a:pt x="19922" y="12792"/>
                  <a:pt x="19922" y="12792"/>
                  <a:pt x="19922" y="12792"/>
                </a:cubicBezTo>
                <a:lnTo>
                  <a:pt x="19922" y="14470"/>
                </a:lnTo>
                <a:close/>
                <a:moveTo>
                  <a:pt x="19922" y="19083"/>
                </a:moveTo>
                <a:cubicBezTo>
                  <a:pt x="19922" y="19503"/>
                  <a:pt x="19503" y="19922"/>
                  <a:pt x="18874" y="19922"/>
                </a:cubicBezTo>
                <a:cubicBezTo>
                  <a:pt x="15309" y="19922"/>
                  <a:pt x="15309" y="19922"/>
                  <a:pt x="15309" y="19922"/>
                </a:cubicBezTo>
                <a:cubicBezTo>
                  <a:pt x="15309" y="21600"/>
                  <a:pt x="15309" y="21600"/>
                  <a:pt x="15309" y="21600"/>
                </a:cubicBezTo>
                <a:cubicBezTo>
                  <a:pt x="18874" y="21600"/>
                  <a:pt x="18874" y="21600"/>
                  <a:pt x="18874" y="21600"/>
                </a:cubicBezTo>
                <a:cubicBezTo>
                  <a:pt x="20342" y="21600"/>
                  <a:pt x="21600" y="20551"/>
                  <a:pt x="21600" y="19083"/>
                </a:cubicBezTo>
                <a:cubicBezTo>
                  <a:pt x="21600" y="15309"/>
                  <a:pt x="21600" y="15309"/>
                  <a:pt x="21600" y="15309"/>
                </a:cubicBezTo>
                <a:cubicBezTo>
                  <a:pt x="19922" y="15309"/>
                  <a:pt x="19922" y="15309"/>
                  <a:pt x="19922" y="15309"/>
                </a:cubicBezTo>
                <a:lnTo>
                  <a:pt x="19922" y="19083"/>
                </a:lnTo>
                <a:close/>
                <a:moveTo>
                  <a:pt x="1887" y="19083"/>
                </a:moveTo>
                <a:cubicBezTo>
                  <a:pt x="1887" y="15309"/>
                  <a:pt x="1887" y="15309"/>
                  <a:pt x="1887" y="15309"/>
                </a:cubicBezTo>
                <a:cubicBezTo>
                  <a:pt x="0" y="15309"/>
                  <a:pt x="0" y="15309"/>
                  <a:pt x="0" y="15309"/>
                </a:cubicBezTo>
                <a:cubicBezTo>
                  <a:pt x="0" y="19083"/>
                  <a:pt x="0" y="19083"/>
                  <a:pt x="0" y="19083"/>
                </a:cubicBezTo>
                <a:cubicBezTo>
                  <a:pt x="0" y="20551"/>
                  <a:pt x="1258" y="21600"/>
                  <a:pt x="2726" y="21600"/>
                </a:cubicBezTo>
                <a:cubicBezTo>
                  <a:pt x="6291" y="21600"/>
                  <a:pt x="6291" y="21600"/>
                  <a:pt x="6291" y="21600"/>
                </a:cubicBezTo>
                <a:cubicBezTo>
                  <a:pt x="6291" y="19922"/>
                  <a:pt x="6291" y="19922"/>
                  <a:pt x="6291" y="19922"/>
                </a:cubicBezTo>
                <a:cubicBezTo>
                  <a:pt x="2726" y="19922"/>
                  <a:pt x="2726" y="19922"/>
                  <a:pt x="2726" y="19922"/>
                </a:cubicBezTo>
                <a:cubicBezTo>
                  <a:pt x="2307" y="19922"/>
                  <a:pt x="1887" y="19503"/>
                  <a:pt x="1887" y="19083"/>
                </a:cubicBezTo>
                <a:close/>
                <a:moveTo>
                  <a:pt x="19922" y="11744"/>
                </a:moveTo>
                <a:cubicBezTo>
                  <a:pt x="21600" y="11744"/>
                  <a:pt x="21600" y="11744"/>
                  <a:pt x="21600" y="11744"/>
                </a:cubicBezTo>
                <a:cubicBezTo>
                  <a:pt x="21600" y="10066"/>
                  <a:pt x="21600" y="10066"/>
                  <a:pt x="21600" y="10066"/>
                </a:cubicBezTo>
                <a:cubicBezTo>
                  <a:pt x="19922" y="10066"/>
                  <a:pt x="19922" y="10066"/>
                  <a:pt x="19922" y="10066"/>
                </a:cubicBezTo>
                <a:lnTo>
                  <a:pt x="19922" y="11744"/>
                </a:lnTo>
                <a:close/>
                <a:moveTo>
                  <a:pt x="6291" y="11115"/>
                </a:moveTo>
                <a:cubicBezTo>
                  <a:pt x="6291" y="11953"/>
                  <a:pt x="6920" y="12792"/>
                  <a:pt x="7969" y="12792"/>
                </a:cubicBezTo>
                <a:cubicBezTo>
                  <a:pt x="8598" y="12792"/>
                  <a:pt x="9227" y="12373"/>
                  <a:pt x="9227" y="11324"/>
                </a:cubicBezTo>
                <a:cubicBezTo>
                  <a:pt x="8598" y="11324"/>
                  <a:pt x="8598" y="11324"/>
                  <a:pt x="8598" y="11324"/>
                </a:cubicBezTo>
                <a:cubicBezTo>
                  <a:pt x="8388" y="12373"/>
                  <a:pt x="7130" y="12163"/>
                  <a:pt x="7130" y="11115"/>
                </a:cubicBezTo>
                <a:cubicBezTo>
                  <a:pt x="7130" y="10485"/>
                  <a:pt x="7340" y="10066"/>
                  <a:pt x="7969" y="10066"/>
                </a:cubicBezTo>
                <a:cubicBezTo>
                  <a:pt x="8179" y="10066"/>
                  <a:pt x="8388" y="10276"/>
                  <a:pt x="8388" y="10695"/>
                </a:cubicBezTo>
                <a:cubicBezTo>
                  <a:pt x="9227" y="10695"/>
                  <a:pt x="9227" y="10695"/>
                  <a:pt x="9227" y="10695"/>
                </a:cubicBezTo>
                <a:cubicBezTo>
                  <a:pt x="9227" y="9856"/>
                  <a:pt x="8598" y="9437"/>
                  <a:pt x="7969" y="9437"/>
                </a:cubicBezTo>
                <a:cubicBezTo>
                  <a:pt x="6920" y="9437"/>
                  <a:pt x="6291" y="10066"/>
                  <a:pt x="6291" y="11115"/>
                </a:cubicBezTo>
                <a:close/>
                <a:moveTo>
                  <a:pt x="9647" y="12583"/>
                </a:moveTo>
                <a:cubicBezTo>
                  <a:pt x="10485" y="12583"/>
                  <a:pt x="10485" y="12583"/>
                  <a:pt x="10485" y="12583"/>
                </a:cubicBezTo>
                <a:cubicBezTo>
                  <a:pt x="10485" y="11534"/>
                  <a:pt x="10485" y="11534"/>
                  <a:pt x="10485" y="11534"/>
                </a:cubicBezTo>
                <a:cubicBezTo>
                  <a:pt x="11115" y="11534"/>
                  <a:pt x="11115" y="11534"/>
                  <a:pt x="11115" y="11534"/>
                </a:cubicBezTo>
                <a:cubicBezTo>
                  <a:pt x="11953" y="11534"/>
                  <a:pt x="12163" y="11115"/>
                  <a:pt x="12163" y="10485"/>
                </a:cubicBezTo>
                <a:cubicBezTo>
                  <a:pt x="12163" y="9856"/>
                  <a:pt x="11744" y="9437"/>
                  <a:pt x="11115" y="9437"/>
                </a:cubicBezTo>
                <a:cubicBezTo>
                  <a:pt x="9647" y="9437"/>
                  <a:pt x="9647" y="9437"/>
                  <a:pt x="9647" y="9437"/>
                </a:cubicBezTo>
                <a:lnTo>
                  <a:pt x="9647" y="12583"/>
                </a:lnTo>
                <a:close/>
                <a:moveTo>
                  <a:pt x="12792" y="11534"/>
                </a:moveTo>
                <a:cubicBezTo>
                  <a:pt x="12792" y="12373"/>
                  <a:pt x="13212" y="12792"/>
                  <a:pt x="14050" y="12792"/>
                </a:cubicBezTo>
                <a:cubicBezTo>
                  <a:pt x="14889" y="12792"/>
                  <a:pt x="15309" y="12373"/>
                  <a:pt x="15309" y="11534"/>
                </a:cubicBezTo>
                <a:cubicBezTo>
                  <a:pt x="15309" y="9437"/>
                  <a:pt x="15309" y="9437"/>
                  <a:pt x="15309" y="9437"/>
                </a:cubicBezTo>
                <a:cubicBezTo>
                  <a:pt x="14470" y="9437"/>
                  <a:pt x="14470" y="9437"/>
                  <a:pt x="14470" y="9437"/>
                </a:cubicBezTo>
                <a:cubicBezTo>
                  <a:pt x="14470" y="11534"/>
                  <a:pt x="14470" y="11534"/>
                  <a:pt x="14470" y="11534"/>
                </a:cubicBezTo>
                <a:cubicBezTo>
                  <a:pt x="14470" y="11953"/>
                  <a:pt x="14470" y="11953"/>
                  <a:pt x="14050" y="11953"/>
                </a:cubicBezTo>
                <a:cubicBezTo>
                  <a:pt x="13631" y="11953"/>
                  <a:pt x="13421" y="11744"/>
                  <a:pt x="13421" y="11534"/>
                </a:cubicBezTo>
                <a:cubicBezTo>
                  <a:pt x="13421" y="9437"/>
                  <a:pt x="13421" y="9437"/>
                  <a:pt x="13421" y="9437"/>
                </a:cubicBezTo>
                <a:cubicBezTo>
                  <a:pt x="12792" y="9437"/>
                  <a:pt x="12792" y="9437"/>
                  <a:pt x="12792" y="9437"/>
                </a:cubicBezTo>
                <a:lnTo>
                  <a:pt x="12792" y="11534"/>
                </a:lnTo>
                <a:close/>
                <a:moveTo>
                  <a:pt x="3565" y="3775"/>
                </a:moveTo>
                <a:cubicBezTo>
                  <a:pt x="18035" y="3775"/>
                  <a:pt x="18035" y="3775"/>
                  <a:pt x="18035" y="3775"/>
                </a:cubicBezTo>
                <a:cubicBezTo>
                  <a:pt x="18035" y="18035"/>
                  <a:pt x="18035" y="18035"/>
                  <a:pt x="18035" y="18035"/>
                </a:cubicBezTo>
                <a:cubicBezTo>
                  <a:pt x="3565" y="18035"/>
                  <a:pt x="3565" y="18035"/>
                  <a:pt x="3565" y="18035"/>
                </a:cubicBezTo>
                <a:lnTo>
                  <a:pt x="3565" y="3775"/>
                </a:lnTo>
                <a:close/>
                <a:moveTo>
                  <a:pt x="11534" y="10485"/>
                </a:moveTo>
                <a:cubicBezTo>
                  <a:pt x="11534" y="10276"/>
                  <a:pt x="11324" y="10276"/>
                  <a:pt x="10905" y="10276"/>
                </a:cubicBezTo>
                <a:cubicBezTo>
                  <a:pt x="10485" y="10276"/>
                  <a:pt x="10485" y="10276"/>
                  <a:pt x="10485" y="10276"/>
                </a:cubicBezTo>
                <a:cubicBezTo>
                  <a:pt x="10485" y="10905"/>
                  <a:pt x="10485" y="10905"/>
                  <a:pt x="10485" y="10905"/>
                </a:cubicBezTo>
                <a:cubicBezTo>
                  <a:pt x="10905" y="10905"/>
                  <a:pt x="10905" y="10905"/>
                  <a:pt x="10905" y="10905"/>
                </a:cubicBezTo>
                <a:cubicBezTo>
                  <a:pt x="11324" y="10905"/>
                  <a:pt x="11534" y="10905"/>
                  <a:pt x="11534" y="10485"/>
                </a:cubicBezTo>
                <a:close/>
                <a:moveTo>
                  <a:pt x="14470" y="0"/>
                </a:moveTo>
                <a:cubicBezTo>
                  <a:pt x="12583" y="0"/>
                  <a:pt x="12583" y="0"/>
                  <a:pt x="12583" y="0"/>
                </a:cubicBezTo>
                <a:cubicBezTo>
                  <a:pt x="12583" y="1887"/>
                  <a:pt x="12583" y="1887"/>
                  <a:pt x="12583" y="1887"/>
                </a:cubicBezTo>
                <a:cubicBezTo>
                  <a:pt x="14470" y="1887"/>
                  <a:pt x="14470" y="1887"/>
                  <a:pt x="14470" y="1887"/>
                </a:cubicBezTo>
                <a:lnTo>
                  <a:pt x="14470" y="0"/>
                </a:lnTo>
                <a:close/>
                <a:moveTo>
                  <a:pt x="11744" y="0"/>
                </a:moveTo>
                <a:cubicBezTo>
                  <a:pt x="9856" y="0"/>
                  <a:pt x="9856" y="0"/>
                  <a:pt x="9856" y="0"/>
                </a:cubicBezTo>
                <a:cubicBezTo>
                  <a:pt x="9856" y="1887"/>
                  <a:pt x="9856" y="1887"/>
                  <a:pt x="9856" y="1887"/>
                </a:cubicBezTo>
                <a:cubicBezTo>
                  <a:pt x="11744" y="1887"/>
                  <a:pt x="11744" y="1887"/>
                  <a:pt x="11744" y="1887"/>
                </a:cubicBezTo>
                <a:lnTo>
                  <a:pt x="11744" y="0"/>
                </a:lnTo>
                <a:close/>
                <a:moveTo>
                  <a:pt x="1887" y="2726"/>
                </a:moveTo>
                <a:cubicBezTo>
                  <a:pt x="1887" y="2307"/>
                  <a:pt x="2307" y="1887"/>
                  <a:pt x="2726" y="1887"/>
                </a:cubicBezTo>
                <a:cubicBezTo>
                  <a:pt x="6291" y="1887"/>
                  <a:pt x="6291" y="1887"/>
                  <a:pt x="6291" y="1887"/>
                </a:cubicBezTo>
                <a:cubicBezTo>
                  <a:pt x="6291" y="0"/>
                  <a:pt x="6291" y="0"/>
                  <a:pt x="6291" y="0"/>
                </a:cubicBezTo>
                <a:cubicBezTo>
                  <a:pt x="2726" y="0"/>
                  <a:pt x="2726" y="0"/>
                  <a:pt x="2726" y="0"/>
                </a:cubicBezTo>
                <a:cubicBezTo>
                  <a:pt x="1258" y="0"/>
                  <a:pt x="0" y="1258"/>
                  <a:pt x="0" y="2726"/>
                </a:cubicBezTo>
                <a:cubicBezTo>
                  <a:pt x="0" y="6501"/>
                  <a:pt x="0" y="6501"/>
                  <a:pt x="0" y="6501"/>
                </a:cubicBezTo>
                <a:cubicBezTo>
                  <a:pt x="1887" y="6501"/>
                  <a:pt x="1887" y="6501"/>
                  <a:pt x="1887" y="6501"/>
                </a:cubicBezTo>
                <a:lnTo>
                  <a:pt x="1887" y="2726"/>
                </a:lnTo>
                <a:close/>
                <a:moveTo>
                  <a:pt x="1887" y="7340"/>
                </a:moveTo>
                <a:cubicBezTo>
                  <a:pt x="0" y="7340"/>
                  <a:pt x="0" y="7340"/>
                  <a:pt x="0" y="7340"/>
                </a:cubicBezTo>
                <a:cubicBezTo>
                  <a:pt x="0" y="9017"/>
                  <a:pt x="0" y="9017"/>
                  <a:pt x="0" y="9017"/>
                </a:cubicBezTo>
                <a:cubicBezTo>
                  <a:pt x="1887" y="9017"/>
                  <a:pt x="1887" y="9017"/>
                  <a:pt x="1887" y="9017"/>
                </a:cubicBezTo>
                <a:lnTo>
                  <a:pt x="1887" y="7340"/>
                </a:lnTo>
                <a:close/>
                <a:moveTo>
                  <a:pt x="1887" y="10066"/>
                </a:moveTo>
                <a:cubicBezTo>
                  <a:pt x="0" y="10066"/>
                  <a:pt x="0" y="10066"/>
                  <a:pt x="0" y="10066"/>
                </a:cubicBezTo>
                <a:cubicBezTo>
                  <a:pt x="0" y="11744"/>
                  <a:pt x="0" y="11744"/>
                  <a:pt x="0" y="11744"/>
                </a:cubicBezTo>
                <a:cubicBezTo>
                  <a:pt x="1887" y="11744"/>
                  <a:pt x="1887" y="11744"/>
                  <a:pt x="1887" y="11744"/>
                </a:cubicBezTo>
                <a:lnTo>
                  <a:pt x="1887" y="10066"/>
                </a:lnTo>
                <a:close/>
                <a:moveTo>
                  <a:pt x="1887" y="12792"/>
                </a:moveTo>
                <a:cubicBezTo>
                  <a:pt x="0" y="12792"/>
                  <a:pt x="0" y="12792"/>
                  <a:pt x="0" y="12792"/>
                </a:cubicBezTo>
                <a:cubicBezTo>
                  <a:pt x="0" y="14470"/>
                  <a:pt x="0" y="14470"/>
                  <a:pt x="0" y="14470"/>
                </a:cubicBezTo>
                <a:cubicBezTo>
                  <a:pt x="1887" y="14470"/>
                  <a:pt x="1887" y="14470"/>
                  <a:pt x="1887" y="14470"/>
                </a:cubicBezTo>
                <a:lnTo>
                  <a:pt x="1887" y="12792"/>
                </a:lnTo>
                <a:close/>
                <a:moveTo>
                  <a:pt x="9017" y="1887"/>
                </a:moveTo>
                <a:cubicBezTo>
                  <a:pt x="7340" y="1887"/>
                  <a:pt x="7340" y="1887"/>
                  <a:pt x="7340" y="1887"/>
                </a:cubicBezTo>
                <a:cubicBezTo>
                  <a:pt x="7340" y="0"/>
                  <a:pt x="7340" y="0"/>
                  <a:pt x="7340" y="0"/>
                </a:cubicBezTo>
                <a:cubicBezTo>
                  <a:pt x="9017" y="0"/>
                  <a:pt x="9017" y="0"/>
                  <a:pt x="9017" y="0"/>
                </a:cubicBezTo>
                <a:lnTo>
                  <a:pt x="9017" y="1887"/>
                </a:lnTo>
                <a:close/>
              </a:path>
            </a:pathLst>
          </a:custGeom>
          <a:solidFill>
            <a:schemeClr val="accent4">
              <a:lumOff val="58054"/>
            </a:schemeClr>
          </a:solidFill>
          <a:ln w="12700">
            <a:miter lim="400000"/>
          </a:ln>
        </p:spPr>
        <p:txBody>
          <a:bodyPr lIns="109727" tIns="109727" rIns="109727" bIns="109727"/>
          <a:lstStyle/>
          <a:p>
            <a:endParaRPr/>
          </a:p>
        </p:txBody>
      </p:sp>
      <p:sp>
        <p:nvSpPr>
          <p:cNvPr id="696" name="Shape"/>
          <p:cNvSpPr/>
          <p:nvPr/>
        </p:nvSpPr>
        <p:spPr>
          <a:xfrm>
            <a:off x="20085989" y="3383312"/>
            <a:ext cx="531486" cy="483233"/>
          </a:xfrm>
          <a:custGeom>
            <a:avLst/>
            <a:gdLst/>
            <a:ahLst/>
            <a:cxnLst>
              <a:cxn ang="0">
                <a:pos x="wd2" y="hd2"/>
              </a:cxn>
              <a:cxn ang="5400000">
                <a:pos x="wd2" y="hd2"/>
              </a:cxn>
              <a:cxn ang="10800000">
                <a:pos x="wd2" y="hd2"/>
              </a:cxn>
              <a:cxn ang="16200000">
                <a:pos x="wd2" y="hd2"/>
              </a:cxn>
            </a:cxnLst>
            <a:rect l="0" t="0" r="r" b="b"/>
            <a:pathLst>
              <a:path w="20944" h="20773" extrusionOk="0">
                <a:moveTo>
                  <a:pt x="18925" y="4959"/>
                </a:moveTo>
                <a:cubicBezTo>
                  <a:pt x="14484" y="331"/>
                  <a:pt x="14484" y="331"/>
                  <a:pt x="14484" y="331"/>
                </a:cubicBezTo>
                <a:cubicBezTo>
                  <a:pt x="14080" y="-110"/>
                  <a:pt x="13475" y="-110"/>
                  <a:pt x="13071" y="331"/>
                </a:cubicBezTo>
                <a:cubicBezTo>
                  <a:pt x="12667" y="551"/>
                  <a:pt x="12667" y="1433"/>
                  <a:pt x="13071" y="1874"/>
                </a:cubicBezTo>
                <a:cubicBezTo>
                  <a:pt x="17512" y="6502"/>
                  <a:pt x="17512" y="6502"/>
                  <a:pt x="17512" y="6502"/>
                </a:cubicBezTo>
                <a:cubicBezTo>
                  <a:pt x="17916" y="6943"/>
                  <a:pt x="18522" y="6943"/>
                  <a:pt x="18925" y="6502"/>
                </a:cubicBezTo>
                <a:cubicBezTo>
                  <a:pt x="19329" y="6061"/>
                  <a:pt x="19329" y="5400"/>
                  <a:pt x="18925" y="4959"/>
                </a:cubicBezTo>
                <a:close/>
                <a:moveTo>
                  <a:pt x="13071" y="8045"/>
                </a:moveTo>
                <a:cubicBezTo>
                  <a:pt x="11456" y="9808"/>
                  <a:pt x="11254" y="11572"/>
                  <a:pt x="11254" y="13114"/>
                </a:cubicBezTo>
                <a:cubicBezTo>
                  <a:pt x="2170" y="13114"/>
                  <a:pt x="2170" y="13114"/>
                  <a:pt x="2170" y="13114"/>
                </a:cubicBezTo>
                <a:cubicBezTo>
                  <a:pt x="2170" y="12012"/>
                  <a:pt x="2776" y="10910"/>
                  <a:pt x="3381" y="10029"/>
                </a:cubicBezTo>
                <a:cubicBezTo>
                  <a:pt x="5804" y="7384"/>
                  <a:pt x="8630" y="10029"/>
                  <a:pt x="11658" y="6502"/>
                </a:cubicBezTo>
                <a:cubicBezTo>
                  <a:pt x="13475" y="4519"/>
                  <a:pt x="13475" y="4519"/>
                  <a:pt x="13475" y="4519"/>
                </a:cubicBezTo>
                <a:cubicBezTo>
                  <a:pt x="12062" y="2976"/>
                  <a:pt x="12062" y="2976"/>
                  <a:pt x="12062" y="2976"/>
                </a:cubicBezTo>
                <a:cubicBezTo>
                  <a:pt x="10245" y="4959"/>
                  <a:pt x="10245" y="4959"/>
                  <a:pt x="10245" y="4959"/>
                </a:cubicBezTo>
                <a:cubicBezTo>
                  <a:pt x="7823" y="7825"/>
                  <a:pt x="5198" y="4959"/>
                  <a:pt x="1968" y="8486"/>
                </a:cubicBezTo>
                <a:cubicBezTo>
                  <a:pt x="-656" y="11351"/>
                  <a:pt x="-656" y="15759"/>
                  <a:pt x="1968" y="18625"/>
                </a:cubicBezTo>
                <a:cubicBezTo>
                  <a:pt x="4593" y="21490"/>
                  <a:pt x="8630" y="21490"/>
                  <a:pt x="11254" y="18625"/>
                </a:cubicBezTo>
                <a:cubicBezTo>
                  <a:pt x="14484" y="15098"/>
                  <a:pt x="12062" y="12453"/>
                  <a:pt x="14484" y="9588"/>
                </a:cubicBezTo>
                <a:cubicBezTo>
                  <a:pt x="16301" y="7604"/>
                  <a:pt x="16301" y="7604"/>
                  <a:pt x="16301" y="7604"/>
                </a:cubicBezTo>
                <a:cubicBezTo>
                  <a:pt x="14888" y="6061"/>
                  <a:pt x="14888" y="6061"/>
                  <a:pt x="14888" y="6061"/>
                </a:cubicBezTo>
                <a:lnTo>
                  <a:pt x="13071" y="8045"/>
                </a:lnTo>
                <a:close/>
                <a:moveTo>
                  <a:pt x="18925" y="10029"/>
                </a:moveTo>
                <a:cubicBezTo>
                  <a:pt x="18723" y="10249"/>
                  <a:pt x="18320" y="10690"/>
                  <a:pt x="18118" y="11131"/>
                </a:cubicBezTo>
                <a:cubicBezTo>
                  <a:pt x="18118" y="12012"/>
                  <a:pt x="18925" y="12233"/>
                  <a:pt x="18925" y="11131"/>
                </a:cubicBezTo>
                <a:cubicBezTo>
                  <a:pt x="18925" y="10690"/>
                  <a:pt x="18925" y="10470"/>
                  <a:pt x="18925" y="10029"/>
                </a:cubicBezTo>
                <a:close/>
                <a:moveTo>
                  <a:pt x="20944" y="13114"/>
                </a:moveTo>
                <a:cubicBezTo>
                  <a:pt x="20944" y="14217"/>
                  <a:pt x="19935" y="15319"/>
                  <a:pt x="18925" y="15319"/>
                </a:cubicBezTo>
                <a:cubicBezTo>
                  <a:pt x="16503" y="15319"/>
                  <a:pt x="15695" y="11131"/>
                  <a:pt x="19531" y="7825"/>
                </a:cubicBezTo>
                <a:cubicBezTo>
                  <a:pt x="19531" y="10029"/>
                  <a:pt x="20944" y="11131"/>
                  <a:pt x="20944" y="13114"/>
                </a:cubicBezTo>
                <a:close/>
              </a:path>
            </a:pathLst>
          </a:custGeom>
          <a:solidFill>
            <a:schemeClr val="accent4">
              <a:lumOff val="58054"/>
            </a:schemeClr>
          </a:solidFill>
          <a:ln w="12700">
            <a:miter lim="400000"/>
          </a:ln>
        </p:spPr>
        <p:txBody>
          <a:bodyPr lIns="109727" tIns="109727" rIns="109727" bIns="109727"/>
          <a:lstStyle/>
          <a:p>
            <a:endParaRPr/>
          </a:p>
        </p:txBody>
      </p:sp>
      <p:sp>
        <p:nvSpPr>
          <p:cNvPr id="697" name="Shape"/>
          <p:cNvSpPr/>
          <p:nvPr/>
        </p:nvSpPr>
        <p:spPr>
          <a:xfrm>
            <a:off x="20099791" y="4644506"/>
            <a:ext cx="517681" cy="487232"/>
          </a:xfrm>
          <a:custGeom>
            <a:avLst/>
            <a:gdLst/>
            <a:ahLst/>
            <a:cxnLst>
              <a:cxn ang="0">
                <a:pos x="wd2" y="hd2"/>
              </a:cxn>
              <a:cxn ang="5400000">
                <a:pos x="wd2" y="hd2"/>
              </a:cxn>
              <a:cxn ang="10800000">
                <a:pos x="wd2" y="hd2"/>
              </a:cxn>
              <a:cxn ang="16200000">
                <a:pos x="wd2" y="hd2"/>
              </a:cxn>
            </a:cxnLst>
            <a:rect l="0" t="0" r="r" b="b"/>
            <a:pathLst>
              <a:path w="21600" h="21600" extrusionOk="0">
                <a:moveTo>
                  <a:pt x="15938" y="7650"/>
                </a:moveTo>
                <a:cubicBezTo>
                  <a:pt x="15938" y="10350"/>
                  <a:pt x="14260" y="11925"/>
                  <a:pt x="12163" y="12375"/>
                </a:cubicBezTo>
                <a:cubicBezTo>
                  <a:pt x="11744" y="11475"/>
                  <a:pt x="11744" y="11475"/>
                  <a:pt x="11744" y="11475"/>
                </a:cubicBezTo>
                <a:cubicBezTo>
                  <a:pt x="12792" y="11025"/>
                  <a:pt x="13421" y="10125"/>
                  <a:pt x="13421" y="9225"/>
                </a:cubicBezTo>
                <a:cubicBezTo>
                  <a:pt x="11744" y="9225"/>
                  <a:pt x="11744" y="9225"/>
                  <a:pt x="11744" y="9225"/>
                </a:cubicBezTo>
                <a:cubicBezTo>
                  <a:pt x="11744" y="4950"/>
                  <a:pt x="11744" y="4950"/>
                  <a:pt x="11744" y="4950"/>
                </a:cubicBezTo>
                <a:cubicBezTo>
                  <a:pt x="15938" y="4950"/>
                  <a:pt x="15938" y="4950"/>
                  <a:pt x="15938" y="4950"/>
                </a:cubicBezTo>
                <a:cubicBezTo>
                  <a:pt x="15938" y="4950"/>
                  <a:pt x="15938" y="6300"/>
                  <a:pt x="15938" y="7650"/>
                </a:cubicBezTo>
                <a:close/>
                <a:moveTo>
                  <a:pt x="10066" y="7650"/>
                </a:moveTo>
                <a:cubicBezTo>
                  <a:pt x="10066" y="10350"/>
                  <a:pt x="8388" y="11925"/>
                  <a:pt x="6291" y="12375"/>
                </a:cubicBezTo>
                <a:cubicBezTo>
                  <a:pt x="5872" y="11475"/>
                  <a:pt x="5872" y="11475"/>
                  <a:pt x="5872" y="11475"/>
                </a:cubicBezTo>
                <a:cubicBezTo>
                  <a:pt x="6920" y="11025"/>
                  <a:pt x="7550" y="10125"/>
                  <a:pt x="7550" y="9225"/>
                </a:cubicBezTo>
                <a:cubicBezTo>
                  <a:pt x="5872" y="9225"/>
                  <a:pt x="5872" y="9225"/>
                  <a:pt x="5872" y="9225"/>
                </a:cubicBezTo>
                <a:cubicBezTo>
                  <a:pt x="5872" y="4950"/>
                  <a:pt x="5872" y="4950"/>
                  <a:pt x="5872" y="4950"/>
                </a:cubicBezTo>
                <a:cubicBezTo>
                  <a:pt x="10066" y="4950"/>
                  <a:pt x="10066" y="4950"/>
                  <a:pt x="10066" y="4950"/>
                </a:cubicBezTo>
                <a:cubicBezTo>
                  <a:pt x="10066" y="4950"/>
                  <a:pt x="10066" y="6300"/>
                  <a:pt x="10066" y="7650"/>
                </a:cubicBezTo>
                <a:close/>
                <a:moveTo>
                  <a:pt x="0" y="0"/>
                </a:moveTo>
                <a:cubicBezTo>
                  <a:pt x="0" y="16650"/>
                  <a:pt x="0" y="16650"/>
                  <a:pt x="0" y="16650"/>
                </a:cubicBezTo>
                <a:cubicBezTo>
                  <a:pt x="3355" y="16650"/>
                  <a:pt x="3355" y="16650"/>
                  <a:pt x="3355" y="16650"/>
                </a:cubicBezTo>
                <a:cubicBezTo>
                  <a:pt x="3355" y="21600"/>
                  <a:pt x="3355" y="21600"/>
                  <a:pt x="3355" y="21600"/>
                </a:cubicBezTo>
                <a:cubicBezTo>
                  <a:pt x="10276" y="16650"/>
                  <a:pt x="10276" y="16650"/>
                  <a:pt x="10276" y="16650"/>
                </a:cubicBezTo>
                <a:cubicBezTo>
                  <a:pt x="21600" y="16650"/>
                  <a:pt x="21600" y="16650"/>
                  <a:pt x="21600" y="16650"/>
                </a:cubicBezTo>
                <a:cubicBezTo>
                  <a:pt x="21600" y="0"/>
                  <a:pt x="21600" y="0"/>
                  <a:pt x="21600" y="0"/>
                </a:cubicBez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698" name="Shape"/>
          <p:cNvSpPr/>
          <p:nvPr/>
        </p:nvSpPr>
        <p:spPr>
          <a:xfrm>
            <a:off x="21485345" y="3365527"/>
            <a:ext cx="441558" cy="532914"/>
          </a:xfrm>
          <a:custGeom>
            <a:avLst/>
            <a:gdLst/>
            <a:ahLst/>
            <a:cxnLst>
              <a:cxn ang="0">
                <a:pos x="wd2" y="hd2"/>
              </a:cxn>
              <a:cxn ang="5400000">
                <a:pos x="wd2" y="hd2"/>
              </a:cxn>
              <a:cxn ang="10800000">
                <a:pos x="wd2" y="hd2"/>
              </a:cxn>
              <a:cxn ang="16200000">
                <a:pos x="wd2" y="hd2"/>
              </a:cxn>
            </a:cxnLst>
            <a:rect l="0" t="0" r="r" b="b"/>
            <a:pathLst>
              <a:path w="21600" h="21600" extrusionOk="0">
                <a:moveTo>
                  <a:pt x="2234" y="4320"/>
                </a:moveTo>
                <a:lnTo>
                  <a:pt x="3724" y="6171"/>
                </a:lnTo>
                <a:lnTo>
                  <a:pt x="18621" y="6171"/>
                </a:lnTo>
                <a:lnTo>
                  <a:pt x="18621" y="3086"/>
                </a:lnTo>
                <a:lnTo>
                  <a:pt x="3724" y="3086"/>
                </a:lnTo>
                <a:lnTo>
                  <a:pt x="2234" y="4320"/>
                </a:lnTo>
                <a:close/>
                <a:moveTo>
                  <a:pt x="2979" y="7406"/>
                </a:moveTo>
                <a:lnTo>
                  <a:pt x="0" y="4320"/>
                </a:lnTo>
                <a:lnTo>
                  <a:pt x="2979" y="1851"/>
                </a:lnTo>
                <a:lnTo>
                  <a:pt x="9683" y="1851"/>
                </a:lnTo>
                <a:lnTo>
                  <a:pt x="9683" y="0"/>
                </a:lnTo>
                <a:lnTo>
                  <a:pt x="12662" y="0"/>
                </a:lnTo>
                <a:lnTo>
                  <a:pt x="12662" y="1851"/>
                </a:lnTo>
                <a:lnTo>
                  <a:pt x="20110" y="1851"/>
                </a:lnTo>
                <a:lnTo>
                  <a:pt x="20110" y="7406"/>
                </a:lnTo>
                <a:lnTo>
                  <a:pt x="2979" y="7406"/>
                </a:lnTo>
                <a:close/>
                <a:moveTo>
                  <a:pt x="19366" y="11109"/>
                </a:moveTo>
                <a:lnTo>
                  <a:pt x="17131" y="9874"/>
                </a:lnTo>
                <a:lnTo>
                  <a:pt x="2979" y="9874"/>
                </a:lnTo>
                <a:lnTo>
                  <a:pt x="2979" y="12960"/>
                </a:lnTo>
                <a:lnTo>
                  <a:pt x="17131" y="12960"/>
                </a:lnTo>
                <a:lnTo>
                  <a:pt x="19366" y="11109"/>
                </a:lnTo>
                <a:close/>
                <a:moveTo>
                  <a:pt x="21600" y="11109"/>
                </a:moveTo>
                <a:lnTo>
                  <a:pt x="17876" y="14194"/>
                </a:lnTo>
                <a:lnTo>
                  <a:pt x="1490" y="14194"/>
                </a:lnTo>
                <a:lnTo>
                  <a:pt x="1490" y="8640"/>
                </a:lnTo>
                <a:lnTo>
                  <a:pt x="17876" y="8640"/>
                </a:lnTo>
                <a:lnTo>
                  <a:pt x="21600" y="11109"/>
                </a:lnTo>
                <a:close/>
                <a:moveTo>
                  <a:pt x="9683" y="15429"/>
                </a:moveTo>
                <a:lnTo>
                  <a:pt x="12662" y="15429"/>
                </a:lnTo>
                <a:lnTo>
                  <a:pt x="12662" y="21600"/>
                </a:lnTo>
                <a:lnTo>
                  <a:pt x="9683" y="21600"/>
                </a:lnTo>
                <a:lnTo>
                  <a:pt x="9683" y="15429"/>
                </a:lnTo>
                <a:close/>
              </a:path>
            </a:pathLst>
          </a:custGeom>
          <a:solidFill>
            <a:schemeClr val="accent4">
              <a:lumOff val="58054"/>
            </a:schemeClr>
          </a:solidFill>
          <a:ln w="12700">
            <a:miter lim="400000"/>
          </a:ln>
        </p:spPr>
        <p:txBody>
          <a:bodyPr lIns="109727" tIns="109727" rIns="109727" bIns="109727"/>
          <a:lstStyle/>
          <a:p>
            <a:endParaRPr/>
          </a:p>
        </p:txBody>
      </p:sp>
      <p:sp>
        <p:nvSpPr>
          <p:cNvPr id="699" name="Shape"/>
          <p:cNvSpPr/>
          <p:nvPr/>
        </p:nvSpPr>
        <p:spPr>
          <a:xfrm>
            <a:off x="21439671" y="4644506"/>
            <a:ext cx="517681" cy="487232"/>
          </a:xfrm>
          <a:custGeom>
            <a:avLst/>
            <a:gdLst/>
            <a:ahLst/>
            <a:cxnLst>
              <a:cxn ang="0">
                <a:pos x="wd2" y="hd2"/>
              </a:cxn>
              <a:cxn ang="5400000">
                <a:pos x="wd2" y="hd2"/>
              </a:cxn>
              <a:cxn ang="10800000">
                <a:pos x="wd2" y="hd2"/>
              </a:cxn>
              <a:cxn ang="16200000">
                <a:pos x="wd2" y="hd2"/>
              </a:cxn>
            </a:cxnLst>
            <a:rect l="0" t="0" r="r" b="b"/>
            <a:pathLst>
              <a:path w="21600" h="21600" extrusionOk="0">
                <a:moveTo>
                  <a:pt x="10905" y="2250"/>
                </a:moveTo>
                <a:cubicBezTo>
                  <a:pt x="6082" y="2250"/>
                  <a:pt x="2097" y="5625"/>
                  <a:pt x="2097" y="9900"/>
                </a:cubicBezTo>
                <a:cubicBezTo>
                  <a:pt x="2097" y="11925"/>
                  <a:pt x="2936" y="13275"/>
                  <a:pt x="4194" y="14625"/>
                </a:cubicBezTo>
                <a:cubicBezTo>
                  <a:pt x="3984" y="16650"/>
                  <a:pt x="3355" y="18450"/>
                  <a:pt x="3355" y="18450"/>
                </a:cubicBezTo>
                <a:cubicBezTo>
                  <a:pt x="3355" y="18450"/>
                  <a:pt x="5243" y="18000"/>
                  <a:pt x="7130" y="16650"/>
                </a:cubicBezTo>
                <a:cubicBezTo>
                  <a:pt x="14889" y="18900"/>
                  <a:pt x="19503" y="14175"/>
                  <a:pt x="19503" y="9900"/>
                </a:cubicBezTo>
                <a:cubicBezTo>
                  <a:pt x="19503" y="5625"/>
                  <a:pt x="15728" y="2250"/>
                  <a:pt x="10905" y="2250"/>
                </a:cubicBezTo>
                <a:close/>
                <a:moveTo>
                  <a:pt x="0" y="21600"/>
                </a:moveTo>
                <a:cubicBezTo>
                  <a:pt x="1049" y="19575"/>
                  <a:pt x="1887" y="17100"/>
                  <a:pt x="1887" y="15300"/>
                </a:cubicBezTo>
                <a:cubicBezTo>
                  <a:pt x="629" y="13725"/>
                  <a:pt x="0" y="11925"/>
                  <a:pt x="0" y="9900"/>
                </a:cubicBezTo>
                <a:cubicBezTo>
                  <a:pt x="0" y="4275"/>
                  <a:pt x="5243" y="0"/>
                  <a:pt x="10905" y="0"/>
                </a:cubicBezTo>
                <a:cubicBezTo>
                  <a:pt x="16567" y="0"/>
                  <a:pt x="21600" y="4050"/>
                  <a:pt x="21600" y="9900"/>
                </a:cubicBezTo>
                <a:cubicBezTo>
                  <a:pt x="21600" y="15750"/>
                  <a:pt x="15518" y="21150"/>
                  <a:pt x="7340" y="19125"/>
                </a:cubicBezTo>
                <a:cubicBezTo>
                  <a:pt x="5662" y="20025"/>
                  <a:pt x="2517" y="21150"/>
                  <a:pt x="0" y="21600"/>
                </a:cubicBezTo>
                <a:close/>
                <a:moveTo>
                  <a:pt x="15309" y="11475"/>
                </a:moveTo>
                <a:cubicBezTo>
                  <a:pt x="15309" y="6300"/>
                  <a:pt x="15309" y="6300"/>
                  <a:pt x="15309" y="6300"/>
                </a:cubicBezTo>
                <a:cubicBezTo>
                  <a:pt x="9017" y="6300"/>
                  <a:pt x="9017" y="6300"/>
                  <a:pt x="9017" y="6300"/>
                </a:cubicBezTo>
                <a:cubicBezTo>
                  <a:pt x="10485" y="7875"/>
                  <a:pt x="10485" y="7875"/>
                  <a:pt x="10485" y="7875"/>
                </a:cubicBezTo>
                <a:cubicBezTo>
                  <a:pt x="13841" y="7875"/>
                  <a:pt x="13841" y="7875"/>
                  <a:pt x="13841" y="7875"/>
                </a:cubicBezTo>
                <a:cubicBezTo>
                  <a:pt x="13841" y="11475"/>
                  <a:pt x="13841" y="11475"/>
                  <a:pt x="13841" y="11475"/>
                </a:cubicBezTo>
                <a:cubicBezTo>
                  <a:pt x="12583" y="11475"/>
                  <a:pt x="12583" y="11475"/>
                  <a:pt x="12583" y="11475"/>
                </a:cubicBezTo>
                <a:cubicBezTo>
                  <a:pt x="14470" y="13725"/>
                  <a:pt x="14470" y="13725"/>
                  <a:pt x="14470" y="13725"/>
                </a:cubicBezTo>
                <a:cubicBezTo>
                  <a:pt x="16567" y="11475"/>
                  <a:pt x="16567" y="11475"/>
                  <a:pt x="16567" y="11475"/>
                </a:cubicBezTo>
                <a:lnTo>
                  <a:pt x="15309" y="11475"/>
                </a:lnTo>
                <a:close/>
                <a:moveTo>
                  <a:pt x="8179" y="8325"/>
                </a:moveTo>
                <a:cubicBezTo>
                  <a:pt x="8179" y="12150"/>
                  <a:pt x="8179" y="12150"/>
                  <a:pt x="8179" y="12150"/>
                </a:cubicBezTo>
                <a:cubicBezTo>
                  <a:pt x="11534" y="12150"/>
                  <a:pt x="11534" y="12150"/>
                  <a:pt x="11534" y="12150"/>
                </a:cubicBezTo>
                <a:cubicBezTo>
                  <a:pt x="12792" y="13725"/>
                  <a:pt x="12792" y="13725"/>
                  <a:pt x="12792" y="13725"/>
                </a:cubicBezTo>
                <a:cubicBezTo>
                  <a:pt x="6711" y="13725"/>
                  <a:pt x="6711" y="13725"/>
                  <a:pt x="6711" y="13725"/>
                </a:cubicBezTo>
                <a:cubicBezTo>
                  <a:pt x="6711" y="8325"/>
                  <a:pt x="6711" y="8325"/>
                  <a:pt x="6711" y="8325"/>
                </a:cubicBezTo>
                <a:cubicBezTo>
                  <a:pt x="5452" y="8325"/>
                  <a:pt x="5452" y="8325"/>
                  <a:pt x="5452" y="8325"/>
                </a:cubicBezTo>
                <a:cubicBezTo>
                  <a:pt x="7340" y="6300"/>
                  <a:pt x="7340" y="6300"/>
                  <a:pt x="7340" y="6300"/>
                </a:cubicBezTo>
                <a:cubicBezTo>
                  <a:pt x="9437" y="8325"/>
                  <a:pt x="9437" y="8325"/>
                  <a:pt x="9437" y="8325"/>
                </a:cubicBezTo>
                <a:cubicBezTo>
                  <a:pt x="8179" y="8325"/>
                  <a:pt x="8179" y="8325"/>
                  <a:pt x="8179" y="8325"/>
                </a:cubicBezTo>
                <a:close/>
              </a:path>
            </a:pathLst>
          </a:custGeom>
          <a:solidFill>
            <a:schemeClr val="accent4">
              <a:lumOff val="58054"/>
            </a:schemeClr>
          </a:solidFill>
          <a:ln w="12700">
            <a:miter lim="400000"/>
          </a:ln>
        </p:spPr>
        <p:txBody>
          <a:bodyPr lIns="109727" tIns="109727" rIns="109727" bIns="109727"/>
          <a:lstStyle/>
          <a:p>
            <a:endParaRPr/>
          </a:p>
        </p:txBody>
      </p:sp>
      <p:sp>
        <p:nvSpPr>
          <p:cNvPr id="700" name="Shape"/>
          <p:cNvSpPr/>
          <p:nvPr/>
        </p:nvSpPr>
        <p:spPr>
          <a:xfrm>
            <a:off x="16042079" y="3373140"/>
            <a:ext cx="502461" cy="532914"/>
          </a:xfrm>
          <a:custGeom>
            <a:avLst/>
            <a:gdLst/>
            <a:ahLst/>
            <a:cxnLst>
              <a:cxn ang="0">
                <a:pos x="wd2" y="hd2"/>
              </a:cxn>
              <a:cxn ang="5400000">
                <a:pos x="wd2" y="hd2"/>
              </a:cxn>
              <a:cxn ang="10800000">
                <a:pos x="wd2" y="hd2"/>
              </a:cxn>
              <a:cxn ang="16200000">
                <a:pos x="wd2" y="hd2"/>
              </a:cxn>
            </a:cxnLst>
            <a:rect l="0" t="0" r="r" b="b"/>
            <a:pathLst>
              <a:path w="21600" h="21600" extrusionOk="0">
                <a:moveTo>
                  <a:pt x="17814" y="10276"/>
                </a:moveTo>
                <a:cubicBezTo>
                  <a:pt x="15365" y="10276"/>
                  <a:pt x="15365" y="10276"/>
                  <a:pt x="15365" y="10276"/>
                </a:cubicBezTo>
                <a:cubicBezTo>
                  <a:pt x="15365" y="11953"/>
                  <a:pt x="15365" y="11953"/>
                  <a:pt x="15365" y="11953"/>
                </a:cubicBezTo>
                <a:cubicBezTo>
                  <a:pt x="17814" y="11953"/>
                  <a:pt x="17814" y="11953"/>
                  <a:pt x="17814" y="11953"/>
                </a:cubicBezTo>
                <a:lnTo>
                  <a:pt x="17814" y="10276"/>
                </a:lnTo>
                <a:close/>
                <a:moveTo>
                  <a:pt x="17814" y="13212"/>
                </a:moveTo>
                <a:cubicBezTo>
                  <a:pt x="15365" y="13212"/>
                  <a:pt x="15365" y="13212"/>
                  <a:pt x="15365" y="13212"/>
                </a:cubicBezTo>
                <a:cubicBezTo>
                  <a:pt x="15365" y="18035"/>
                  <a:pt x="15365" y="18035"/>
                  <a:pt x="15365" y="18035"/>
                </a:cubicBezTo>
                <a:cubicBezTo>
                  <a:pt x="17814" y="18035"/>
                  <a:pt x="17814" y="18035"/>
                  <a:pt x="17814" y="18035"/>
                </a:cubicBezTo>
                <a:lnTo>
                  <a:pt x="17814" y="13212"/>
                </a:lnTo>
                <a:close/>
                <a:moveTo>
                  <a:pt x="14029" y="10276"/>
                </a:moveTo>
                <a:cubicBezTo>
                  <a:pt x="11579" y="10276"/>
                  <a:pt x="11579" y="10276"/>
                  <a:pt x="11579" y="10276"/>
                </a:cubicBezTo>
                <a:cubicBezTo>
                  <a:pt x="11579" y="11953"/>
                  <a:pt x="11579" y="11953"/>
                  <a:pt x="11579" y="11953"/>
                </a:cubicBezTo>
                <a:cubicBezTo>
                  <a:pt x="14029" y="11953"/>
                  <a:pt x="14029" y="11953"/>
                  <a:pt x="14029" y="11953"/>
                </a:cubicBezTo>
                <a:lnTo>
                  <a:pt x="14029" y="10276"/>
                </a:lnTo>
                <a:close/>
                <a:moveTo>
                  <a:pt x="14029" y="13212"/>
                </a:moveTo>
                <a:cubicBezTo>
                  <a:pt x="11579" y="13212"/>
                  <a:pt x="11579" y="13212"/>
                  <a:pt x="11579" y="13212"/>
                </a:cubicBezTo>
                <a:cubicBezTo>
                  <a:pt x="11579" y="14889"/>
                  <a:pt x="11579" y="14889"/>
                  <a:pt x="11579" y="14889"/>
                </a:cubicBezTo>
                <a:cubicBezTo>
                  <a:pt x="14029" y="14889"/>
                  <a:pt x="14029" y="14889"/>
                  <a:pt x="14029" y="14889"/>
                </a:cubicBezTo>
                <a:lnTo>
                  <a:pt x="14029" y="13212"/>
                </a:lnTo>
                <a:close/>
                <a:moveTo>
                  <a:pt x="14029" y="16148"/>
                </a:moveTo>
                <a:cubicBezTo>
                  <a:pt x="11579" y="16148"/>
                  <a:pt x="11579" y="16148"/>
                  <a:pt x="11579" y="16148"/>
                </a:cubicBezTo>
                <a:cubicBezTo>
                  <a:pt x="11579" y="18035"/>
                  <a:pt x="11579" y="18035"/>
                  <a:pt x="11579" y="18035"/>
                </a:cubicBezTo>
                <a:cubicBezTo>
                  <a:pt x="14029" y="18035"/>
                  <a:pt x="14029" y="18035"/>
                  <a:pt x="14029" y="18035"/>
                </a:cubicBezTo>
                <a:lnTo>
                  <a:pt x="14029" y="16148"/>
                </a:lnTo>
                <a:close/>
                <a:moveTo>
                  <a:pt x="6458" y="10276"/>
                </a:moveTo>
                <a:cubicBezTo>
                  <a:pt x="4008" y="10276"/>
                  <a:pt x="4008" y="10276"/>
                  <a:pt x="4008" y="10276"/>
                </a:cubicBezTo>
                <a:cubicBezTo>
                  <a:pt x="4008" y="11953"/>
                  <a:pt x="4008" y="11953"/>
                  <a:pt x="4008" y="11953"/>
                </a:cubicBezTo>
                <a:cubicBezTo>
                  <a:pt x="6458" y="11953"/>
                  <a:pt x="6458" y="11953"/>
                  <a:pt x="6458" y="11953"/>
                </a:cubicBezTo>
                <a:lnTo>
                  <a:pt x="6458" y="10276"/>
                </a:lnTo>
                <a:close/>
                <a:moveTo>
                  <a:pt x="6458" y="13212"/>
                </a:moveTo>
                <a:cubicBezTo>
                  <a:pt x="4008" y="13212"/>
                  <a:pt x="4008" y="13212"/>
                  <a:pt x="4008" y="13212"/>
                </a:cubicBezTo>
                <a:cubicBezTo>
                  <a:pt x="4008" y="14889"/>
                  <a:pt x="4008" y="14889"/>
                  <a:pt x="4008" y="14889"/>
                </a:cubicBezTo>
                <a:cubicBezTo>
                  <a:pt x="6458" y="14889"/>
                  <a:pt x="6458" y="14889"/>
                  <a:pt x="6458" y="14889"/>
                </a:cubicBezTo>
                <a:lnTo>
                  <a:pt x="6458" y="13212"/>
                </a:lnTo>
                <a:close/>
                <a:moveTo>
                  <a:pt x="6458" y="16148"/>
                </a:moveTo>
                <a:cubicBezTo>
                  <a:pt x="4008" y="16148"/>
                  <a:pt x="4008" y="16148"/>
                  <a:pt x="4008" y="16148"/>
                </a:cubicBezTo>
                <a:cubicBezTo>
                  <a:pt x="4008" y="18035"/>
                  <a:pt x="4008" y="18035"/>
                  <a:pt x="4008" y="18035"/>
                </a:cubicBezTo>
                <a:cubicBezTo>
                  <a:pt x="6458" y="18035"/>
                  <a:pt x="6458" y="18035"/>
                  <a:pt x="6458" y="18035"/>
                </a:cubicBezTo>
                <a:lnTo>
                  <a:pt x="6458" y="16148"/>
                </a:lnTo>
                <a:close/>
                <a:moveTo>
                  <a:pt x="10243" y="10276"/>
                </a:moveTo>
                <a:cubicBezTo>
                  <a:pt x="7794" y="10276"/>
                  <a:pt x="7794" y="10276"/>
                  <a:pt x="7794" y="10276"/>
                </a:cubicBezTo>
                <a:cubicBezTo>
                  <a:pt x="7794" y="11953"/>
                  <a:pt x="7794" y="11953"/>
                  <a:pt x="7794" y="11953"/>
                </a:cubicBezTo>
                <a:cubicBezTo>
                  <a:pt x="10243" y="11953"/>
                  <a:pt x="10243" y="11953"/>
                  <a:pt x="10243" y="11953"/>
                </a:cubicBezTo>
                <a:lnTo>
                  <a:pt x="10243" y="10276"/>
                </a:lnTo>
                <a:close/>
                <a:moveTo>
                  <a:pt x="10243" y="13212"/>
                </a:moveTo>
                <a:cubicBezTo>
                  <a:pt x="7794" y="13212"/>
                  <a:pt x="7794" y="13212"/>
                  <a:pt x="7794" y="13212"/>
                </a:cubicBezTo>
                <a:cubicBezTo>
                  <a:pt x="7794" y="14889"/>
                  <a:pt x="7794" y="14889"/>
                  <a:pt x="7794" y="14889"/>
                </a:cubicBezTo>
                <a:cubicBezTo>
                  <a:pt x="10243" y="14889"/>
                  <a:pt x="10243" y="14889"/>
                  <a:pt x="10243" y="14889"/>
                </a:cubicBezTo>
                <a:lnTo>
                  <a:pt x="10243" y="13212"/>
                </a:lnTo>
                <a:close/>
                <a:moveTo>
                  <a:pt x="10243" y="16148"/>
                </a:moveTo>
                <a:cubicBezTo>
                  <a:pt x="7794" y="16148"/>
                  <a:pt x="7794" y="16148"/>
                  <a:pt x="7794" y="16148"/>
                </a:cubicBezTo>
                <a:cubicBezTo>
                  <a:pt x="7794" y="18035"/>
                  <a:pt x="7794" y="18035"/>
                  <a:pt x="7794" y="18035"/>
                </a:cubicBezTo>
                <a:cubicBezTo>
                  <a:pt x="10243" y="18035"/>
                  <a:pt x="10243" y="18035"/>
                  <a:pt x="10243" y="18035"/>
                </a:cubicBezTo>
                <a:lnTo>
                  <a:pt x="10243" y="16148"/>
                </a:lnTo>
                <a:close/>
                <a:moveTo>
                  <a:pt x="16256" y="6291"/>
                </a:moveTo>
                <a:cubicBezTo>
                  <a:pt x="16256" y="5662"/>
                  <a:pt x="16033" y="5033"/>
                  <a:pt x="15365" y="5033"/>
                </a:cubicBezTo>
                <a:cubicBezTo>
                  <a:pt x="14697" y="5033"/>
                  <a:pt x="14474" y="5662"/>
                  <a:pt x="14474" y="6291"/>
                </a:cubicBezTo>
                <a:cubicBezTo>
                  <a:pt x="14474" y="6920"/>
                  <a:pt x="14697" y="7550"/>
                  <a:pt x="15365" y="7550"/>
                </a:cubicBezTo>
                <a:cubicBezTo>
                  <a:pt x="16033" y="7550"/>
                  <a:pt x="16256" y="7130"/>
                  <a:pt x="16256" y="6291"/>
                </a:cubicBezTo>
                <a:close/>
                <a:moveTo>
                  <a:pt x="17814" y="3565"/>
                </a:moveTo>
                <a:cubicBezTo>
                  <a:pt x="17814" y="8808"/>
                  <a:pt x="17814" y="8808"/>
                  <a:pt x="17814" y="8808"/>
                </a:cubicBezTo>
                <a:cubicBezTo>
                  <a:pt x="4008" y="8808"/>
                  <a:pt x="4008" y="8808"/>
                  <a:pt x="4008" y="8808"/>
                </a:cubicBezTo>
                <a:cubicBezTo>
                  <a:pt x="4008" y="3565"/>
                  <a:pt x="4008" y="3565"/>
                  <a:pt x="4008" y="3565"/>
                </a:cubicBezTo>
                <a:lnTo>
                  <a:pt x="17814" y="3565"/>
                </a:lnTo>
                <a:close/>
                <a:moveTo>
                  <a:pt x="15810" y="6291"/>
                </a:moveTo>
                <a:cubicBezTo>
                  <a:pt x="15810" y="6920"/>
                  <a:pt x="15588" y="7130"/>
                  <a:pt x="15365" y="7130"/>
                </a:cubicBezTo>
                <a:cubicBezTo>
                  <a:pt x="15142" y="7130"/>
                  <a:pt x="14920" y="6920"/>
                  <a:pt x="14920" y="6291"/>
                </a:cubicBezTo>
                <a:cubicBezTo>
                  <a:pt x="14920" y="5662"/>
                  <a:pt x="15142" y="5452"/>
                  <a:pt x="15365" y="5452"/>
                </a:cubicBezTo>
                <a:cubicBezTo>
                  <a:pt x="15588" y="5452"/>
                  <a:pt x="15810" y="5662"/>
                  <a:pt x="15810" y="6291"/>
                </a:cubicBezTo>
                <a:close/>
                <a:moveTo>
                  <a:pt x="21600" y="0"/>
                </a:moveTo>
                <a:cubicBezTo>
                  <a:pt x="0" y="0"/>
                  <a:pt x="0" y="0"/>
                  <a:pt x="0" y="0"/>
                </a:cubicBezTo>
                <a:cubicBezTo>
                  <a:pt x="0" y="21600"/>
                  <a:pt x="0" y="21600"/>
                  <a:pt x="0" y="21600"/>
                </a:cubicBezTo>
                <a:cubicBezTo>
                  <a:pt x="21600" y="21600"/>
                  <a:pt x="21600" y="21600"/>
                  <a:pt x="21600" y="21600"/>
                </a:cubicBezTo>
                <a:cubicBezTo>
                  <a:pt x="21600" y="0"/>
                  <a:pt x="21600" y="0"/>
                  <a:pt x="21600" y="0"/>
                </a:cubicBezTo>
                <a:close/>
                <a:moveTo>
                  <a:pt x="19373" y="2097"/>
                </a:moveTo>
                <a:cubicBezTo>
                  <a:pt x="19373" y="19503"/>
                  <a:pt x="19373" y="19503"/>
                  <a:pt x="19373" y="19503"/>
                </a:cubicBezTo>
                <a:cubicBezTo>
                  <a:pt x="2227" y="19503"/>
                  <a:pt x="2227" y="19503"/>
                  <a:pt x="2227" y="19503"/>
                </a:cubicBezTo>
                <a:cubicBezTo>
                  <a:pt x="2227" y="2097"/>
                  <a:pt x="2227" y="2097"/>
                  <a:pt x="2227" y="2097"/>
                </a:cubicBezTo>
                <a:lnTo>
                  <a:pt x="19373" y="2097"/>
                </a:lnTo>
                <a:close/>
              </a:path>
            </a:pathLst>
          </a:custGeom>
          <a:solidFill>
            <a:schemeClr val="accent4">
              <a:lumOff val="58054"/>
            </a:schemeClr>
          </a:solidFill>
          <a:ln w="12700">
            <a:miter lim="400000"/>
          </a:ln>
        </p:spPr>
        <p:txBody>
          <a:bodyPr lIns="109727" tIns="109727" rIns="109727" bIns="109727"/>
          <a:lstStyle/>
          <a:p>
            <a:endParaRPr/>
          </a:p>
        </p:txBody>
      </p:sp>
      <p:sp>
        <p:nvSpPr>
          <p:cNvPr id="701" name="Shape"/>
          <p:cNvSpPr/>
          <p:nvPr/>
        </p:nvSpPr>
        <p:spPr>
          <a:xfrm>
            <a:off x="13545029" y="3461201"/>
            <a:ext cx="517681" cy="380653"/>
          </a:xfrm>
          <a:custGeom>
            <a:avLst/>
            <a:gdLst/>
            <a:ahLst/>
            <a:cxnLst>
              <a:cxn ang="0">
                <a:pos x="wd2" y="hd2"/>
              </a:cxn>
              <a:cxn ang="5400000">
                <a:pos x="wd2" y="hd2"/>
              </a:cxn>
              <a:cxn ang="10800000">
                <a:pos x="wd2" y="hd2"/>
              </a:cxn>
              <a:cxn ang="16200000">
                <a:pos x="wd2" y="hd2"/>
              </a:cxn>
            </a:cxnLst>
            <a:rect l="0" t="0" r="r" b="b"/>
            <a:pathLst>
              <a:path w="21600" h="21600" extrusionOk="0">
                <a:moveTo>
                  <a:pt x="9437" y="19584"/>
                </a:moveTo>
                <a:cubicBezTo>
                  <a:pt x="9437" y="20736"/>
                  <a:pt x="8808" y="21600"/>
                  <a:pt x="7969" y="21600"/>
                </a:cubicBezTo>
                <a:cubicBezTo>
                  <a:pt x="7130" y="21600"/>
                  <a:pt x="6501" y="20736"/>
                  <a:pt x="6501" y="19584"/>
                </a:cubicBezTo>
                <a:cubicBezTo>
                  <a:pt x="6501" y="18720"/>
                  <a:pt x="7130" y="17856"/>
                  <a:pt x="7969" y="17856"/>
                </a:cubicBezTo>
                <a:cubicBezTo>
                  <a:pt x="8808" y="17856"/>
                  <a:pt x="9437" y="18720"/>
                  <a:pt x="9437" y="19584"/>
                </a:cubicBezTo>
                <a:close/>
                <a:moveTo>
                  <a:pt x="14050" y="19584"/>
                </a:moveTo>
                <a:cubicBezTo>
                  <a:pt x="14050" y="20736"/>
                  <a:pt x="13421" y="21600"/>
                  <a:pt x="12583" y="21600"/>
                </a:cubicBezTo>
                <a:cubicBezTo>
                  <a:pt x="11953" y="21600"/>
                  <a:pt x="11324" y="20736"/>
                  <a:pt x="11324" y="19584"/>
                </a:cubicBezTo>
                <a:cubicBezTo>
                  <a:pt x="11324" y="18720"/>
                  <a:pt x="11953" y="17856"/>
                  <a:pt x="12583" y="17856"/>
                </a:cubicBezTo>
                <a:cubicBezTo>
                  <a:pt x="13421" y="17856"/>
                  <a:pt x="14050" y="18720"/>
                  <a:pt x="14050" y="19584"/>
                </a:cubicBezTo>
                <a:close/>
                <a:moveTo>
                  <a:pt x="21600" y="0"/>
                </a:moveTo>
                <a:cubicBezTo>
                  <a:pt x="20971" y="2880"/>
                  <a:pt x="20971" y="2880"/>
                  <a:pt x="20971" y="2880"/>
                </a:cubicBezTo>
                <a:cubicBezTo>
                  <a:pt x="19503" y="2880"/>
                  <a:pt x="19503" y="2880"/>
                  <a:pt x="19503" y="2880"/>
                </a:cubicBezTo>
                <a:cubicBezTo>
                  <a:pt x="16357" y="16416"/>
                  <a:pt x="16357" y="16416"/>
                  <a:pt x="16357" y="16416"/>
                </a:cubicBezTo>
                <a:cubicBezTo>
                  <a:pt x="4404" y="16416"/>
                  <a:pt x="4404" y="16416"/>
                  <a:pt x="4404" y="16416"/>
                </a:cubicBezTo>
                <a:cubicBezTo>
                  <a:pt x="3565" y="13536"/>
                  <a:pt x="3565" y="13536"/>
                  <a:pt x="3565" y="13536"/>
                </a:cubicBezTo>
                <a:cubicBezTo>
                  <a:pt x="14889" y="13536"/>
                  <a:pt x="14889" y="13536"/>
                  <a:pt x="14889" y="13536"/>
                </a:cubicBezTo>
                <a:cubicBezTo>
                  <a:pt x="17825" y="0"/>
                  <a:pt x="17825" y="0"/>
                  <a:pt x="17825" y="0"/>
                </a:cubicBezTo>
                <a:lnTo>
                  <a:pt x="21600" y="0"/>
                </a:lnTo>
                <a:close/>
                <a:moveTo>
                  <a:pt x="15728" y="2592"/>
                </a:moveTo>
                <a:cubicBezTo>
                  <a:pt x="0" y="2592"/>
                  <a:pt x="0" y="2592"/>
                  <a:pt x="0" y="2592"/>
                </a:cubicBezTo>
                <a:cubicBezTo>
                  <a:pt x="2936" y="11520"/>
                  <a:pt x="2936" y="11520"/>
                  <a:pt x="2936" y="11520"/>
                </a:cubicBezTo>
                <a:cubicBezTo>
                  <a:pt x="13631" y="11520"/>
                  <a:pt x="13631" y="11520"/>
                  <a:pt x="13631" y="11520"/>
                </a:cubicBezTo>
                <a:lnTo>
                  <a:pt x="15728" y="2592"/>
                </a:lnTo>
                <a:close/>
              </a:path>
            </a:pathLst>
          </a:custGeom>
          <a:solidFill>
            <a:schemeClr val="accent4">
              <a:lumOff val="58054"/>
            </a:schemeClr>
          </a:solidFill>
          <a:ln w="12700">
            <a:miter lim="400000"/>
          </a:ln>
        </p:spPr>
        <p:txBody>
          <a:bodyPr lIns="109727" tIns="109727" rIns="109727" bIns="109727"/>
          <a:lstStyle/>
          <a:p>
            <a:endParaRPr/>
          </a:p>
        </p:txBody>
      </p:sp>
      <p:sp>
        <p:nvSpPr>
          <p:cNvPr id="702" name="Shape"/>
          <p:cNvSpPr/>
          <p:nvPr/>
        </p:nvSpPr>
        <p:spPr>
          <a:xfrm>
            <a:off x="12122560" y="2102314"/>
            <a:ext cx="532914" cy="532914"/>
          </a:xfrm>
          <a:custGeom>
            <a:avLst/>
            <a:gdLst/>
            <a:ahLst/>
            <a:cxnLst>
              <a:cxn ang="0">
                <a:pos x="wd2" y="hd2"/>
              </a:cxn>
              <a:cxn ang="5400000">
                <a:pos x="wd2" y="hd2"/>
              </a:cxn>
              <a:cxn ang="10800000">
                <a:pos x="wd2" y="hd2"/>
              </a:cxn>
              <a:cxn ang="16200000">
                <a:pos x="wd2" y="hd2"/>
              </a:cxn>
            </a:cxnLst>
            <a:rect l="0" t="0" r="r" b="b"/>
            <a:pathLst>
              <a:path w="21600" h="21600" extrusionOk="0">
                <a:moveTo>
                  <a:pt x="11744" y="13212"/>
                </a:moveTo>
                <a:cubicBezTo>
                  <a:pt x="11744" y="13421"/>
                  <a:pt x="11744" y="13421"/>
                  <a:pt x="11744" y="13421"/>
                </a:cubicBezTo>
                <a:cubicBezTo>
                  <a:pt x="11744" y="13421"/>
                  <a:pt x="9856" y="13421"/>
                  <a:pt x="9647" y="13421"/>
                </a:cubicBezTo>
                <a:cubicBezTo>
                  <a:pt x="9647" y="13212"/>
                  <a:pt x="9647" y="13212"/>
                  <a:pt x="9647" y="13212"/>
                </a:cubicBezTo>
                <a:cubicBezTo>
                  <a:pt x="9647" y="12373"/>
                  <a:pt x="9856" y="11534"/>
                  <a:pt x="10485" y="10905"/>
                </a:cubicBezTo>
                <a:cubicBezTo>
                  <a:pt x="11324" y="10066"/>
                  <a:pt x="12163" y="9437"/>
                  <a:pt x="12163" y="8598"/>
                </a:cubicBezTo>
                <a:cubicBezTo>
                  <a:pt x="12163" y="7550"/>
                  <a:pt x="11534" y="7130"/>
                  <a:pt x="10695" y="7130"/>
                </a:cubicBezTo>
                <a:cubicBezTo>
                  <a:pt x="9227" y="7130"/>
                  <a:pt x="9017" y="8598"/>
                  <a:pt x="9017" y="9017"/>
                </a:cubicBezTo>
                <a:cubicBezTo>
                  <a:pt x="6920" y="9017"/>
                  <a:pt x="6920" y="9017"/>
                  <a:pt x="6920" y="9017"/>
                </a:cubicBezTo>
                <a:cubicBezTo>
                  <a:pt x="7130" y="7340"/>
                  <a:pt x="7759" y="5033"/>
                  <a:pt x="10695" y="5033"/>
                </a:cubicBezTo>
                <a:cubicBezTo>
                  <a:pt x="13212" y="5033"/>
                  <a:pt x="14470" y="6711"/>
                  <a:pt x="14470" y="8388"/>
                </a:cubicBezTo>
                <a:cubicBezTo>
                  <a:pt x="14470" y="10905"/>
                  <a:pt x="11744" y="11534"/>
                  <a:pt x="11744" y="13212"/>
                </a:cubicBezTo>
                <a:close/>
                <a:moveTo>
                  <a:pt x="10695" y="16986"/>
                </a:moveTo>
                <a:cubicBezTo>
                  <a:pt x="10066" y="16986"/>
                  <a:pt x="9437" y="16357"/>
                  <a:pt x="9437" y="15728"/>
                </a:cubicBezTo>
                <a:cubicBezTo>
                  <a:pt x="9437" y="14889"/>
                  <a:pt x="10066" y="14260"/>
                  <a:pt x="10695" y="14260"/>
                </a:cubicBezTo>
                <a:cubicBezTo>
                  <a:pt x="11534" y="14260"/>
                  <a:pt x="12163" y="14889"/>
                  <a:pt x="12163" y="15728"/>
                </a:cubicBezTo>
                <a:cubicBezTo>
                  <a:pt x="12163" y="16357"/>
                  <a:pt x="11534" y="16986"/>
                  <a:pt x="10695" y="16986"/>
                </a:cubicBezTo>
                <a:close/>
                <a:moveTo>
                  <a:pt x="10695" y="2517"/>
                </a:moveTo>
                <a:cubicBezTo>
                  <a:pt x="6082" y="2517"/>
                  <a:pt x="2307" y="6291"/>
                  <a:pt x="2307" y="10905"/>
                </a:cubicBezTo>
                <a:cubicBezTo>
                  <a:pt x="2307" y="15518"/>
                  <a:pt x="6082" y="19293"/>
                  <a:pt x="10695" y="19293"/>
                </a:cubicBezTo>
                <a:cubicBezTo>
                  <a:pt x="15309" y="19293"/>
                  <a:pt x="19083" y="15518"/>
                  <a:pt x="19083" y="10905"/>
                </a:cubicBezTo>
                <a:cubicBezTo>
                  <a:pt x="19083" y="6291"/>
                  <a:pt x="15309" y="2517"/>
                  <a:pt x="10695" y="2517"/>
                </a:cubicBezTo>
                <a:close/>
                <a:moveTo>
                  <a:pt x="10695" y="20342"/>
                </a:moveTo>
                <a:cubicBezTo>
                  <a:pt x="5452" y="20342"/>
                  <a:pt x="1258" y="16148"/>
                  <a:pt x="1258" y="10905"/>
                </a:cubicBezTo>
                <a:cubicBezTo>
                  <a:pt x="1258" y="5662"/>
                  <a:pt x="5452" y="1468"/>
                  <a:pt x="10695" y="1468"/>
                </a:cubicBezTo>
                <a:cubicBezTo>
                  <a:pt x="15938" y="1468"/>
                  <a:pt x="20132" y="5662"/>
                  <a:pt x="20132" y="10905"/>
                </a:cubicBezTo>
                <a:cubicBezTo>
                  <a:pt x="20132" y="16148"/>
                  <a:pt x="15938" y="20342"/>
                  <a:pt x="10695" y="20342"/>
                </a:cubicBezTo>
                <a:close/>
                <a:moveTo>
                  <a:pt x="10695" y="0"/>
                </a:moveTo>
                <a:cubicBezTo>
                  <a:pt x="4823" y="0"/>
                  <a:pt x="0" y="4823"/>
                  <a:pt x="0" y="10905"/>
                </a:cubicBezTo>
                <a:cubicBezTo>
                  <a:pt x="0" y="16777"/>
                  <a:pt x="4823" y="21600"/>
                  <a:pt x="10695" y="21600"/>
                </a:cubicBezTo>
                <a:cubicBezTo>
                  <a:pt x="16567" y="21600"/>
                  <a:pt x="21600" y="16777"/>
                  <a:pt x="21600" y="10905"/>
                </a:cubicBezTo>
                <a:cubicBezTo>
                  <a:pt x="21600" y="4823"/>
                  <a:pt x="16567" y="0"/>
                  <a:pt x="1069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703" name="Shape"/>
          <p:cNvSpPr/>
          <p:nvPr/>
        </p:nvSpPr>
        <p:spPr>
          <a:xfrm>
            <a:off x="13477664" y="2109903"/>
            <a:ext cx="456778" cy="522241"/>
          </a:xfrm>
          <a:custGeom>
            <a:avLst/>
            <a:gdLst/>
            <a:ahLst/>
            <a:cxnLst>
              <a:cxn ang="0">
                <a:pos x="wd2" y="hd2"/>
              </a:cxn>
              <a:cxn ang="5400000">
                <a:pos x="wd2" y="hd2"/>
              </a:cxn>
              <a:cxn ang="10800000">
                <a:pos x="wd2" y="hd2"/>
              </a:cxn>
              <a:cxn ang="16200000">
                <a:pos x="wd2" y="hd2"/>
              </a:cxn>
            </a:cxnLst>
            <a:rect l="0" t="0" r="r" b="b"/>
            <a:pathLst>
              <a:path w="21600" h="21167" extrusionOk="0">
                <a:moveTo>
                  <a:pt x="6960" y="16149"/>
                </a:moveTo>
                <a:cubicBezTo>
                  <a:pt x="6000" y="16561"/>
                  <a:pt x="4800" y="16972"/>
                  <a:pt x="2880" y="17589"/>
                </a:cubicBezTo>
                <a:cubicBezTo>
                  <a:pt x="2640" y="17589"/>
                  <a:pt x="2400" y="17383"/>
                  <a:pt x="2160" y="17178"/>
                </a:cubicBezTo>
                <a:cubicBezTo>
                  <a:pt x="1920" y="16972"/>
                  <a:pt x="2160" y="16561"/>
                  <a:pt x="2640" y="16355"/>
                </a:cubicBezTo>
                <a:cubicBezTo>
                  <a:pt x="4560" y="15943"/>
                  <a:pt x="5760" y="15532"/>
                  <a:pt x="6720" y="15121"/>
                </a:cubicBezTo>
                <a:cubicBezTo>
                  <a:pt x="6720" y="15532"/>
                  <a:pt x="6960" y="15943"/>
                  <a:pt x="6960" y="16149"/>
                </a:cubicBezTo>
                <a:close/>
                <a:moveTo>
                  <a:pt x="6720" y="13475"/>
                </a:moveTo>
                <a:cubicBezTo>
                  <a:pt x="5280" y="14298"/>
                  <a:pt x="3600" y="14915"/>
                  <a:pt x="1680" y="15326"/>
                </a:cubicBezTo>
                <a:cubicBezTo>
                  <a:pt x="1440" y="15326"/>
                  <a:pt x="960" y="15121"/>
                  <a:pt x="960" y="14915"/>
                </a:cubicBezTo>
                <a:cubicBezTo>
                  <a:pt x="960" y="14709"/>
                  <a:pt x="960" y="14709"/>
                  <a:pt x="960" y="14503"/>
                </a:cubicBezTo>
                <a:cubicBezTo>
                  <a:pt x="1200" y="14298"/>
                  <a:pt x="1200" y="14298"/>
                  <a:pt x="1440" y="14092"/>
                </a:cubicBezTo>
                <a:cubicBezTo>
                  <a:pt x="3600" y="13681"/>
                  <a:pt x="5760" y="12858"/>
                  <a:pt x="7440" y="11829"/>
                </a:cubicBezTo>
                <a:cubicBezTo>
                  <a:pt x="6960" y="12241"/>
                  <a:pt x="6960" y="12858"/>
                  <a:pt x="6720" y="13475"/>
                </a:cubicBezTo>
                <a:close/>
                <a:moveTo>
                  <a:pt x="11520" y="20675"/>
                </a:moveTo>
                <a:cubicBezTo>
                  <a:pt x="11520" y="21086"/>
                  <a:pt x="11040" y="21292"/>
                  <a:pt x="10560" y="21086"/>
                </a:cubicBezTo>
                <a:cubicBezTo>
                  <a:pt x="8640" y="20263"/>
                  <a:pt x="9360" y="20263"/>
                  <a:pt x="7680" y="21086"/>
                </a:cubicBezTo>
                <a:cubicBezTo>
                  <a:pt x="7200" y="21086"/>
                  <a:pt x="6720" y="20881"/>
                  <a:pt x="6480" y="20469"/>
                </a:cubicBezTo>
                <a:cubicBezTo>
                  <a:pt x="6480" y="20263"/>
                  <a:pt x="6720" y="20058"/>
                  <a:pt x="6960" y="20058"/>
                </a:cubicBezTo>
                <a:cubicBezTo>
                  <a:pt x="9360" y="19029"/>
                  <a:pt x="8640" y="19029"/>
                  <a:pt x="11280" y="20058"/>
                </a:cubicBezTo>
                <a:cubicBezTo>
                  <a:pt x="11520" y="20263"/>
                  <a:pt x="11760" y="20469"/>
                  <a:pt x="11520" y="20675"/>
                </a:cubicBezTo>
                <a:close/>
                <a:moveTo>
                  <a:pt x="8400" y="18206"/>
                </a:moveTo>
                <a:cubicBezTo>
                  <a:pt x="7680" y="18618"/>
                  <a:pt x="6480" y="19029"/>
                  <a:pt x="4800" y="19441"/>
                </a:cubicBezTo>
                <a:cubicBezTo>
                  <a:pt x="4320" y="19646"/>
                  <a:pt x="3840" y="19235"/>
                  <a:pt x="3840" y="18823"/>
                </a:cubicBezTo>
                <a:cubicBezTo>
                  <a:pt x="4080" y="18618"/>
                  <a:pt x="4080" y="18412"/>
                  <a:pt x="4320" y="18412"/>
                </a:cubicBezTo>
                <a:cubicBezTo>
                  <a:pt x="6000" y="18001"/>
                  <a:pt x="6960" y="17589"/>
                  <a:pt x="7680" y="17178"/>
                </a:cubicBezTo>
                <a:cubicBezTo>
                  <a:pt x="7680" y="17589"/>
                  <a:pt x="7920" y="18001"/>
                  <a:pt x="8400" y="18206"/>
                </a:cubicBezTo>
                <a:cubicBezTo>
                  <a:pt x="8400" y="18206"/>
                  <a:pt x="8400" y="18206"/>
                  <a:pt x="8400" y="18206"/>
                </a:cubicBezTo>
                <a:close/>
                <a:moveTo>
                  <a:pt x="960" y="12858"/>
                </a:moveTo>
                <a:cubicBezTo>
                  <a:pt x="720" y="12858"/>
                  <a:pt x="240" y="12652"/>
                  <a:pt x="240" y="12446"/>
                </a:cubicBezTo>
                <a:cubicBezTo>
                  <a:pt x="240" y="12035"/>
                  <a:pt x="480" y="11829"/>
                  <a:pt x="720" y="11829"/>
                </a:cubicBezTo>
                <a:cubicBezTo>
                  <a:pt x="4320" y="11006"/>
                  <a:pt x="6960" y="9361"/>
                  <a:pt x="8160" y="7098"/>
                </a:cubicBezTo>
                <a:cubicBezTo>
                  <a:pt x="8400" y="6892"/>
                  <a:pt x="8640" y="6686"/>
                  <a:pt x="9120" y="6892"/>
                </a:cubicBezTo>
                <a:cubicBezTo>
                  <a:pt x="9360" y="6892"/>
                  <a:pt x="9600" y="7303"/>
                  <a:pt x="9360" y="7509"/>
                </a:cubicBezTo>
                <a:cubicBezTo>
                  <a:pt x="7920" y="10389"/>
                  <a:pt x="4560" y="12035"/>
                  <a:pt x="960" y="12858"/>
                </a:cubicBezTo>
                <a:close/>
                <a:moveTo>
                  <a:pt x="960" y="3601"/>
                </a:moveTo>
                <a:cubicBezTo>
                  <a:pt x="1200" y="3189"/>
                  <a:pt x="1440" y="2778"/>
                  <a:pt x="1920" y="2366"/>
                </a:cubicBezTo>
                <a:cubicBezTo>
                  <a:pt x="4080" y="515"/>
                  <a:pt x="6960" y="-308"/>
                  <a:pt x="10080" y="103"/>
                </a:cubicBezTo>
                <a:cubicBezTo>
                  <a:pt x="13440" y="515"/>
                  <a:pt x="16320" y="2161"/>
                  <a:pt x="17280" y="4423"/>
                </a:cubicBezTo>
                <a:cubicBezTo>
                  <a:pt x="18000" y="6481"/>
                  <a:pt x="17760" y="7921"/>
                  <a:pt x="17520" y="9155"/>
                </a:cubicBezTo>
                <a:cubicBezTo>
                  <a:pt x="17040" y="8949"/>
                  <a:pt x="16800" y="8743"/>
                  <a:pt x="16320" y="8538"/>
                </a:cubicBezTo>
                <a:cubicBezTo>
                  <a:pt x="16560" y="7509"/>
                  <a:pt x="16560" y="6275"/>
                  <a:pt x="16080" y="4835"/>
                </a:cubicBezTo>
                <a:cubicBezTo>
                  <a:pt x="15120" y="2983"/>
                  <a:pt x="12720" y="1543"/>
                  <a:pt x="9840" y="1132"/>
                </a:cubicBezTo>
                <a:cubicBezTo>
                  <a:pt x="6720" y="721"/>
                  <a:pt x="3840" y="1749"/>
                  <a:pt x="2400" y="3806"/>
                </a:cubicBezTo>
                <a:cubicBezTo>
                  <a:pt x="2160" y="3806"/>
                  <a:pt x="2160" y="4012"/>
                  <a:pt x="1920" y="4218"/>
                </a:cubicBezTo>
                <a:cubicBezTo>
                  <a:pt x="1680" y="4423"/>
                  <a:pt x="1440" y="4629"/>
                  <a:pt x="1200" y="4423"/>
                </a:cubicBezTo>
                <a:cubicBezTo>
                  <a:pt x="960" y="4218"/>
                  <a:pt x="720" y="4012"/>
                  <a:pt x="960" y="3601"/>
                </a:cubicBezTo>
                <a:close/>
                <a:moveTo>
                  <a:pt x="240" y="7303"/>
                </a:moveTo>
                <a:cubicBezTo>
                  <a:pt x="240" y="7098"/>
                  <a:pt x="240" y="6892"/>
                  <a:pt x="480" y="6892"/>
                </a:cubicBezTo>
                <a:cubicBezTo>
                  <a:pt x="1920" y="6481"/>
                  <a:pt x="2400" y="5863"/>
                  <a:pt x="2880" y="5246"/>
                </a:cubicBezTo>
                <a:cubicBezTo>
                  <a:pt x="3360" y="4629"/>
                  <a:pt x="3600" y="4218"/>
                  <a:pt x="4320" y="3601"/>
                </a:cubicBezTo>
                <a:cubicBezTo>
                  <a:pt x="5760" y="2572"/>
                  <a:pt x="7680" y="1955"/>
                  <a:pt x="9600" y="2161"/>
                </a:cubicBezTo>
                <a:cubicBezTo>
                  <a:pt x="11520" y="2366"/>
                  <a:pt x="13200" y="3189"/>
                  <a:pt x="14160" y="4423"/>
                </a:cubicBezTo>
                <a:cubicBezTo>
                  <a:pt x="15360" y="5658"/>
                  <a:pt x="15360" y="7098"/>
                  <a:pt x="15120" y="8332"/>
                </a:cubicBezTo>
                <a:cubicBezTo>
                  <a:pt x="14640" y="8332"/>
                  <a:pt x="14160" y="8332"/>
                  <a:pt x="13920" y="8332"/>
                </a:cubicBezTo>
                <a:cubicBezTo>
                  <a:pt x="13920" y="8332"/>
                  <a:pt x="13680" y="8332"/>
                  <a:pt x="13680" y="8332"/>
                </a:cubicBezTo>
                <a:cubicBezTo>
                  <a:pt x="13920" y="7098"/>
                  <a:pt x="13920" y="6069"/>
                  <a:pt x="12960" y="5041"/>
                </a:cubicBezTo>
                <a:cubicBezTo>
                  <a:pt x="12240" y="4012"/>
                  <a:pt x="11040" y="3395"/>
                  <a:pt x="9360" y="3189"/>
                </a:cubicBezTo>
                <a:cubicBezTo>
                  <a:pt x="7920" y="3189"/>
                  <a:pt x="6240" y="3601"/>
                  <a:pt x="5040" y="4423"/>
                </a:cubicBezTo>
                <a:cubicBezTo>
                  <a:pt x="4560" y="4835"/>
                  <a:pt x="4320" y="5246"/>
                  <a:pt x="4080" y="5658"/>
                </a:cubicBezTo>
                <a:cubicBezTo>
                  <a:pt x="3600" y="6481"/>
                  <a:pt x="2880" y="7509"/>
                  <a:pt x="960" y="7921"/>
                </a:cubicBezTo>
                <a:cubicBezTo>
                  <a:pt x="480" y="8126"/>
                  <a:pt x="0" y="7715"/>
                  <a:pt x="240" y="7303"/>
                </a:cubicBezTo>
                <a:close/>
                <a:moveTo>
                  <a:pt x="0" y="9978"/>
                </a:moveTo>
                <a:cubicBezTo>
                  <a:pt x="0" y="9566"/>
                  <a:pt x="240" y="9361"/>
                  <a:pt x="480" y="9361"/>
                </a:cubicBezTo>
                <a:cubicBezTo>
                  <a:pt x="2880" y="8743"/>
                  <a:pt x="4560" y="7715"/>
                  <a:pt x="5280" y="6275"/>
                </a:cubicBezTo>
                <a:cubicBezTo>
                  <a:pt x="5520" y="5658"/>
                  <a:pt x="6000" y="5246"/>
                  <a:pt x="6720" y="4835"/>
                </a:cubicBezTo>
                <a:cubicBezTo>
                  <a:pt x="7200" y="4423"/>
                  <a:pt x="7920" y="4218"/>
                  <a:pt x="8640" y="4218"/>
                </a:cubicBezTo>
                <a:cubicBezTo>
                  <a:pt x="9840" y="4218"/>
                  <a:pt x="11040" y="4835"/>
                  <a:pt x="11760" y="5658"/>
                </a:cubicBezTo>
                <a:cubicBezTo>
                  <a:pt x="12480" y="6481"/>
                  <a:pt x="12480" y="7509"/>
                  <a:pt x="12000" y="8538"/>
                </a:cubicBezTo>
                <a:cubicBezTo>
                  <a:pt x="11280" y="8538"/>
                  <a:pt x="10800" y="8743"/>
                  <a:pt x="10080" y="9155"/>
                </a:cubicBezTo>
                <a:cubicBezTo>
                  <a:pt x="10320" y="8743"/>
                  <a:pt x="10560" y="8332"/>
                  <a:pt x="10800" y="8126"/>
                </a:cubicBezTo>
                <a:cubicBezTo>
                  <a:pt x="11520" y="6481"/>
                  <a:pt x="10080" y="5452"/>
                  <a:pt x="8640" y="5452"/>
                </a:cubicBezTo>
                <a:cubicBezTo>
                  <a:pt x="7680" y="5452"/>
                  <a:pt x="6960" y="5863"/>
                  <a:pt x="6480" y="6686"/>
                </a:cubicBezTo>
                <a:cubicBezTo>
                  <a:pt x="5520" y="8538"/>
                  <a:pt x="3600" y="9772"/>
                  <a:pt x="720" y="10389"/>
                </a:cubicBezTo>
                <a:cubicBezTo>
                  <a:pt x="480" y="10595"/>
                  <a:pt x="0" y="10183"/>
                  <a:pt x="0" y="9978"/>
                </a:cubicBezTo>
                <a:close/>
                <a:moveTo>
                  <a:pt x="13920" y="11418"/>
                </a:moveTo>
                <a:cubicBezTo>
                  <a:pt x="15600" y="11418"/>
                  <a:pt x="17280" y="12858"/>
                  <a:pt x="17280" y="14298"/>
                </a:cubicBezTo>
                <a:cubicBezTo>
                  <a:pt x="17280" y="15943"/>
                  <a:pt x="15600" y="17178"/>
                  <a:pt x="13920" y="17178"/>
                </a:cubicBezTo>
                <a:cubicBezTo>
                  <a:pt x="12000" y="17178"/>
                  <a:pt x="10560" y="15943"/>
                  <a:pt x="10560" y="14298"/>
                </a:cubicBezTo>
                <a:cubicBezTo>
                  <a:pt x="10560" y="12858"/>
                  <a:pt x="12000" y="11418"/>
                  <a:pt x="13920" y="11418"/>
                </a:cubicBezTo>
                <a:close/>
                <a:moveTo>
                  <a:pt x="13920" y="18823"/>
                </a:moveTo>
                <a:cubicBezTo>
                  <a:pt x="14880" y="18823"/>
                  <a:pt x="15840" y="18618"/>
                  <a:pt x="16560" y="18206"/>
                </a:cubicBezTo>
                <a:cubicBezTo>
                  <a:pt x="19680" y="21086"/>
                  <a:pt x="19680" y="21086"/>
                  <a:pt x="19680" y="21086"/>
                </a:cubicBezTo>
                <a:cubicBezTo>
                  <a:pt x="21600" y="19441"/>
                  <a:pt x="21600" y="19441"/>
                  <a:pt x="21600" y="19441"/>
                </a:cubicBezTo>
                <a:cubicBezTo>
                  <a:pt x="18240" y="16766"/>
                  <a:pt x="18240" y="16766"/>
                  <a:pt x="18240" y="16766"/>
                </a:cubicBezTo>
                <a:cubicBezTo>
                  <a:pt x="18960" y="16149"/>
                  <a:pt x="19200" y="15326"/>
                  <a:pt x="19200" y="14298"/>
                </a:cubicBezTo>
                <a:cubicBezTo>
                  <a:pt x="19200" y="11829"/>
                  <a:pt x="16800" y="9772"/>
                  <a:pt x="13920" y="9772"/>
                </a:cubicBezTo>
                <a:cubicBezTo>
                  <a:pt x="10800" y="9772"/>
                  <a:pt x="8400" y="11829"/>
                  <a:pt x="8400" y="14298"/>
                </a:cubicBezTo>
                <a:cubicBezTo>
                  <a:pt x="8400" y="16972"/>
                  <a:pt x="10800" y="18823"/>
                  <a:pt x="13920" y="18823"/>
                </a:cubicBezTo>
                <a:close/>
              </a:path>
            </a:pathLst>
          </a:custGeom>
          <a:solidFill>
            <a:schemeClr val="accent4">
              <a:lumOff val="58054"/>
            </a:schemeClr>
          </a:solidFill>
          <a:ln w="12700">
            <a:miter lim="400000"/>
          </a:ln>
        </p:spPr>
        <p:txBody>
          <a:bodyPr lIns="109727" tIns="109727" rIns="109727" bIns="109727"/>
          <a:lstStyle/>
          <a:p>
            <a:endParaRPr/>
          </a:p>
        </p:txBody>
      </p:sp>
      <p:sp>
        <p:nvSpPr>
          <p:cNvPr id="704" name="Shape"/>
          <p:cNvSpPr/>
          <p:nvPr/>
        </p:nvSpPr>
        <p:spPr>
          <a:xfrm>
            <a:off x="14619611" y="2102314"/>
            <a:ext cx="532914" cy="532914"/>
          </a:xfrm>
          <a:custGeom>
            <a:avLst/>
            <a:gdLst/>
            <a:ahLst/>
            <a:cxnLst>
              <a:cxn ang="0">
                <a:pos x="wd2" y="hd2"/>
              </a:cxn>
              <a:cxn ang="5400000">
                <a:pos x="wd2" y="hd2"/>
              </a:cxn>
              <a:cxn ang="10800000">
                <a:pos x="wd2" y="hd2"/>
              </a:cxn>
              <a:cxn ang="16200000">
                <a:pos x="wd2" y="hd2"/>
              </a:cxn>
            </a:cxnLst>
            <a:rect l="0" t="0" r="r" b="b"/>
            <a:pathLst>
              <a:path w="21600" h="21600" extrusionOk="0">
                <a:moveTo>
                  <a:pt x="14260" y="5872"/>
                </a:moveTo>
                <a:cubicBezTo>
                  <a:pt x="14260" y="5872"/>
                  <a:pt x="13212" y="5872"/>
                  <a:pt x="12583" y="5872"/>
                </a:cubicBezTo>
                <a:cubicBezTo>
                  <a:pt x="12163" y="5872"/>
                  <a:pt x="11953" y="6082"/>
                  <a:pt x="11953" y="6711"/>
                </a:cubicBezTo>
                <a:cubicBezTo>
                  <a:pt x="11953" y="7130"/>
                  <a:pt x="11953" y="8179"/>
                  <a:pt x="11953" y="8179"/>
                </a:cubicBezTo>
                <a:cubicBezTo>
                  <a:pt x="14260" y="8179"/>
                  <a:pt x="14260" y="8179"/>
                  <a:pt x="14260" y="8179"/>
                </a:cubicBezTo>
                <a:cubicBezTo>
                  <a:pt x="14050" y="10695"/>
                  <a:pt x="14050" y="10695"/>
                  <a:pt x="14050" y="10695"/>
                </a:cubicBezTo>
                <a:cubicBezTo>
                  <a:pt x="11953" y="10695"/>
                  <a:pt x="11953" y="10695"/>
                  <a:pt x="11953" y="10695"/>
                </a:cubicBezTo>
                <a:cubicBezTo>
                  <a:pt x="11953" y="18454"/>
                  <a:pt x="11953" y="18454"/>
                  <a:pt x="11953" y="18454"/>
                </a:cubicBezTo>
                <a:cubicBezTo>
                  <a:pt x="8808" y="18454"/>
                  <a:pt x="8808" y="18454"/>
                  <a:pt x="8808" y="18454"/>
                </a:cubicBezTo>
                <a:cubicBezTo>
                  <a:pt x="8808" y="10905"/>
                  <a:pt x="8808" y="10905"/>
                  <a:pt x="8808" y="10905"/>
                </a:cubicBezTo>
                <a:cubicBezTo>
                  <a:pt x="7340" y="10905"/>
                  <a:pt x="7340" y="10905"/>
                  <a:pt x="7340" y="10905"/>
                </a:cubicBezTo>
                <a:cubicBezTo>
                  <a:pt x="7340" y="8179"/>
                  <a:pt x="7340" y="8179"/>
                  <a:pt x="7340" y="8179"/>
                </a:cubicBezTo>
                <a:cubicBezTo>
                  <a:pt x="8808" y="8179"/>
                  <a:pt x="8808" y="8179"/>
                  <a:pt x="8808" y="8179"/>
                </a:cubicBezTo>
                <a:cubicBezTo>
                  <a:pt x="8808" y="8179"/>
                  <a:pt x="8808" y="7759"/>
                  <a:pt x="8808" y="6082"/>
                </a:cubicBezTo>
                <a:cubicBezTo>
                  <a:pt x="8808" y="4194"/>
                  <a:pt x="9856" y="3146"/>
                  <a:pt x="12163" y="3146"/>
                </a:cubicBezTo>
                <a:cubicBezTo>
                  <a:pt x="12583" y="3146"/>
                  <a:pt x="14260" y="3146"/>
                  <a:pt x="14260" y="3146"/>
                </a:cubicBezTo>
                <a:lnTo>
                  <a:pt x="14260" y="5872"/>
                </a:lnTo>
                <a:close/>
                <a:moveTo>
                  <a:pt x="0" y="0"/>
                </a:moveTo>
                <a:cubicBezTo>
                  <a:pt x="0" y="21600"/>
                  <a:pt x="0" y="21600"/>
                  <a:pt x="0" y="21600"/>
                </a:cubicBezTo>
                <a:cubicBezTo>
                  <a:pt x="21600" y="21600"/>
                  <a:pt x="21600" y="21600"/>
                  <a:pt x="21600" y="21600"/>
                </a:cubicBezTo>
                <a:cubicBezTo>
                  <a:pt x="21600" y="0"/>
                  <a:pt x="21600" y="0"/>
                  <a:pt x="21600" y="0"/>
                </a:cubicBezTo>
                <a:lnTo>
                  <a:pt x="0" y="0"/>
                </a:lnTo>
                <a:close/>
              </a:path>
            </a:pathLst>
          </a:custGeom>
          <a:solidFill>
            <a:schemeClr val="accent4">
              <a:lumOff val="58054"/>
            </a:schemeClr>
          </a:solidFill>
          <a:ln w="12700">
            <a:miter lim="400000"/>
          </a:ln>
        </p:spPr>
        <p:txBody>
          <a:bodyPr lIns="109727" tIns="109727" rIns="109727" bIns="109727"/>
          <a:lstStyle/>
          <a:p>
            <a:endParaRPr/>
          </a:p>
        </p:txBody>
      </p:sp>
      <p:sp>
        <p:nvSpPr>
          <p:cNvPr id="705" name="Shape"/>
          <p:cNvSpPr/>
          <p:nvPr/>
        </p:nvSpPr>
        <p:spPr>
          <a:xfrm>
            <a:off x="15913810" y="2224124"/>
            <a:ext cx="532913" cy="304520"/>
          </a:xfrm>
          <a:custGeom>
            <a:avLst/>
            <a:gdLst/>
            <a:ahLst/>
            <a:cxnLst>
              <a:cxn ang="0">
                <a:pos x="wd2" y="hd2"/>
              </a:cxn>
              <a:cxn ang="5400000">
                <a:pos x="wd2" y="hd2"/>
              </a:cxn>
              <a:cxn ang="10800000">
                <a:pos x="wd2" y="hd2"/>
              </a:cxn>
              <a:cxn ang="16200000">
                <a:pos x="wd2" y="hd2"/>
              </a:cxn>
            </a:cxnLst>
            <a:rect l="0" t="0" r="r" b="b"/>
            <a:pathLst>
              <a:path w="21600" h="21600" extrusionOk="0">
                <a:moveTo>
                  <a:pt x="9437" y="10800"/>
                </a:moveTo>
                <a:cubicBezTo>
                  <a:pt x="9437" y="11880"/>
                  <a:pt x="10066" y="12960"/>
                  <a:pt x="10905" y="12960"/>
                </a:cubicBezTo>
                <a:cubicBezTo>
                  <a:pt x="11534" y="12960"/>
                  <a:pt x="12163" y="11880"/>
                  <a:pt x="12163" y="10800"/>
                </a:cubicBezTo>
                <a:cubicBezTo>
                  <a:pt x="12163" y="9360"/>
                  <a:pt x="11534" y="8280"/>
                  <a:pt x="10905" y="8280"/>
                </a:cubicBezTo>
                <a:cubicBezTo>
                  <a:pt x="10066" y="8280"/>
                  <a:pt x="9437" y="9360"/>
                  <a:pt x="9437" y="10800"/>
                </a:cubicBezTo>
                <a:close/>
                <a:moveTo>
                  <a:pt x="10905" y="4320"/>
                </a:moveTo>
                <a:cubicBezTo>
                  <a:pt x="12792" y="4320"/>
                  <a:pt x="14470" y="7200"/>
                  <a:pt x="14470" y="10800"/>
                </a:cubicBezTo>
                <a:cubicBezTo>
                  <a:pt x="14470" y="14040"/>
                  <a:pt x="12792" y="16920"/>
                  <a:pt x="10905" y="16920"/>
                </a:cubicBezTo>
                <a:cubicBezTo>
                  <a:pt x="8808" y="16920"/>
                  <a:pt x="7130" y="14040"/>
                  <a:pt x="7130" y="10800"/>
                </a:cubicBezTo>
                <a:cubicBezTo>
                  <a:pt x="7130" y="7200"/>
                  <a:pt x="8808" y="4320"/>
                  <a:pt x="10905" y="4320"/>
                </a:cubicBezTo>
                <a:close/>
                <a:moveTo>
                  <a:pt x="2307" y="10080"/>
                </a:moveTo>
                <a:cubicBezTo>
                  <a:pt x="4194" y="14400"/>
                  <a:pt x="7340" y="18360"/>
                  <a:pt x="10695" y="18360"/>
                </a:cubicBezTo>
                <a:cubicBezTo>
                  <a:pt x="15309" y="18360"/>
                  <a:pt x="18245" y="12600"/>
                  <a:pt x="19293" y="10080"/>
                </a:cubicBezTo>
                <a:cubicBezTo>
                  <a:pt x="17196" y="6120"/>
                  <a:pt x="14260" y="2880"/>
                  <a:pt x="10695" y="2880"/>
                </a:cubicBezTo>
                <a:cubicBezTo>
                  <a:pt x="6291" y="2880"/>
                  <a:pt x="3355" y="7920"/>
                  <a:pt x="2307" y="10080"/>
                </a:cubicBezTo>
                <a:close/>
                <a:moveTo>
                  <a:pt x="10695" y="21600"/>
                </a:moveTo>
                <a:cubicBezTo>
                  <a:pt x="6291" y="21600"/>
                  <a:pt x="2307" y="16200"/>
                  <a:pt x="0" y="10080"/>
                </a:cubicBezTo>
                <a:cubicBezTo>
                  <a:pt x="2517" y="3960"/>
                  <a:pt x="6501" y="0"/>
                  <a:pt x="10695" y="0"/>
                </a:cubicBezTo>
                <a:cubicBezTo>
                  <a:pt x="15099" y="0"/>
                  <a:pt x="19083" y="3960"/>
                  <a:pt x="21600" y="10080"/>
                </a:cubicBezTo>
                <a:cubicBezTo>
                  <a:pt x="19293" y="16560"/>
                  <a:pt x="15309" y="21600"/>
                  <a:pt x="10695" y="21600"/>
                </a:cubicBezTo>
                <a:close/>
              </a:path>
            </a:pathLst>
          </a:custGeom>
          <a:solidFill>
            <a:schemeClr val="accent4">
              <a:lumOff val="58054"/>
            </a:schemeClr>
          </a:solidFill>
          <a:ln w="12700">
            <a:miter lim="400000"/>
          </a:ln>
        </p:spPr>
        <p:txBody>
          <a:bodyPr lIns="109727" tIns="109727" rIns="109727" bIns="109727"/>
          <a:lstStyle/>
          <a:p>
            <a:endParaRPr/>
          </a:p>
        </p:txBody>
      </p:sp>
      <p:sp>
        <p:nvSpPr>
          <p:cNvPr id="706" name="Shape"/>
          <p:cNvSpPr/>
          <p:nvPr/>
        </p:nvSpPr>
        <p:spPr>
          <a:xfrm>
            <a:off x="17284140" y="2254573"/>
            <a:ext cx="517681" cy="228397"/>
          </a:xfrm>
          <a:custGeom>
            <a:avLst/>
            <a:gdLst/>
            <a:ahLst/>
            <a:cxnLst>
              <a:cxn ang="0">
                <a:pos x="wd2" y="hd2"/>
              </a:cxn>
              <a:cxn ang="5400000">
                <a:pos x="wd2" y="hd2"/>
              </a:cxn>
              <a:cxn ang="10800000">
                <a:pos x="wd2" y="hd2"/>
              </a:cxn>
              <a:cxn ang="16200000">
                <a:pos x="wd2" y="hd2"/>
              </a:cxn>
            </a:cxnLst>
            <a:rect l="0" t="0" r="r" b="b"/>
            <a:pathLst>
              <a:path w="21600" h="21600" extrusionOk="0">
                <a:moveTo>
                  <a:pt x="12583" y="8160"/>
                </a:moveTo>
                <a:cubicBezTo>
                  <a:pt x="11953" y="8160"/>
                  <a:pt x="11324" y="9600"/>
                  <a:pt x="11324" y="11040"/>
                </a:cubicBezTo>
                <a:cubicBezTo>
                  <a:pt x="11324" y="12480"/>
                  <a:pt x="11953" y="13920"/>
                  <a:pt x="12583" y="13920"/>
                </a:cubicBezTo>
                <a:cubicBezTo>
                  <a:pt x="13421" y="13920"/>
                  <a:pt x="14050" y="12480"/>
                  <a:pt x="14050" y="11040"/>
                </a:cubicBezTo>
                <a:cubicBezTo>
                  <a:pt x="14050" y="9600"/>
                  <a:pt x="13421" y="8160"/>
                  <a:pt x="12583" y="8160"/>
                </a:cubicBezTo>
                <a:close/>
                <a:moveTo>
                  <a:pt x="8808" y="8160"/>
                </a:moveTo>
                <a:cubicBezTo>
                  <a:pt x="7969" y="8160"/>
                  <a:pt x="7340" y="9600"/>
                  <a:pt x="7340" y="11040"/>
                </a:cubicBezTo>
                <a:cubicBezTo>
                  <a:pt x="7340" y="12480"/>
                  <a:pt x="7969" y="13920"/>
                  <a:pt x="8808" y="13920"/>
                </a:cubicBezTo>
                <a:cubicBezTo>
                  <a:pt x="9437" y="13920"/>
                  <a:pt x="10066" y="12480"/>
                  <a:pt x="10066" y="11040"/>
                </a:cubicBezTo>
                <a:cubicBezTo>
                  <a:pt x="10066" y="9600"/>
                  <a:pt x="9437" y="8160"/>
                  <a:pt x="8808" y="8160"/>
                </a:cubicBezTo>
                <a:close/>
                <a:moveTo>
                  <a:pt x="6082" y="11040"/>
                </a:moveTo>
                <a:cubicBezTo>
                  <a:pt x="6082" y="12480"/>
                  <a:pt x="5452" y="13920"/>
                  <a:pt x="4823" y="13920"/>
                </a:cubicBezTo>
                <a:cubicBezTo>
                  <a:pt x="3984" y="13920"/>
                  <a:pt x="3565" y="12480"/>
                  <a:pt x="3565" y="11040"/>
                </a:cubicBezTo>
                <a:cubicBezTo>
                  <a:pt x="3565" y="9600"/>
                  <a:pt x="3984" y="8160"/>
                  <a:pt x="4823" y="8160"/>
                </a:cubicBezTo>
                <a:cubicBezTo>
                  <a:pt x="5452" y="8160"/>
                  <a:pt x="6082" y="9600"/>
                  <a:pt x="6082" y="11040"/>
                </a:cubicBezTo>
                <a:close/>
                <a:moveTo>
                  <a:pt x="21600" y="0"/>
                </a:moveTo>
                <a:cubicBezTo>
                  <a:pt x="0" y="0"/>
                  <a:pt x="0" y="0"/>
                  <a:pt x="0" y="0"/>
                </a:cubicBezTo>
                <a:cubicBezTo>
                  <a:pt x="0" y="21600"/>
                  <a:pt x="0" y="21600"/>
                  <a:pt x="0" y="21600"/>
                </a:cubicBezTo>
                <a:cubicBezTo>
                  <a:pt x="21600" y="21600"/>
                  <a:pt x="21600" y="21600"/>
                  <a:pt x="21600" y="21600"/>
                </a:cubicBezTo>
                <a:lnTo>
                  <a:pt x="21600" y="0"/>
                </a:lnTo>
                <a:close/>
                <a:moveTo>
                  <a:pt x="19503" y="4800"/>
                </a:moveTo>
                <a:cubicBezTo>
                  <a:pt x="19503" y="16800"/>
                  <a:pt x="19503" y="16800"/>
                  <a:pt x="19503" y="16800"/>
                </a:cubicBezTo>
                <a:cubicBezTo>
                  <a:pt x="2097" y="16800"/>
                  <a:pt x="2097" y="16800"/>
                  <a:pt x="2097" y="16800"/>
                </a:cubicBezTo>
                <a:cubicBezTo>
                  <a:pt x="2097" y="4800"/>
                  <a:pt x="2097" y="4800"/>
                  <a:pt x="2097" y="4800"/>
                </a:cubicBezTo>
                <a:lnTo>
                  <a:pt x="19503" y="4800"/>
                </a:lnTo>
                <a:close/>
              </a:path>
            </a:pathLst>
          </a:custGeom>
          <a:solidFill>
            <a:schemeClr val="accent4">
              <a:lumOff val="58054"/>
            </a:schemeClr>
          </a:solidFill>
          <a:ln w="12700">
            <a:miter lim="400000"/>
          </a:ln>
        </p:spPr>
        <p:txBody>
          <a:bodyPr lIns="109727" tIns="109727" rIns="109727" bIns="109727"/>
          <a:lstStyle/>
          <a:p>
            <a:endParaRPr/>
          </a:p>
        </p:txBody>
      </p:sp>
      <p:sp>
        <p:nvSpPr>
          <p:cNvPr id="707" name="Shape"/>
          <p:cNvSpPr/>
          <p:nvPr/>
        </p:nvSpPr>
        <p:spPr>
          <a:xfrm>
            <a:off x="18700159" y="2102307"/>
            <a:ext cx="456778" cy="532913"/>
          </a:xfrm>
          <a:custGeom>
            <a:avLst/>
            <a:gdLst/>
            <a:ahLst/>
            <a:cxnLst>
              <a:cxn ang="0">
                <a:pos x="wd2" y="hd2"/>
              </a:cxn>
              <a:cxn ang="5400000">
                <a:pos x="wd2" y="hd2"/>
              </a:cxn>
              <a:cxn ang="10800000">
                <a:pos x="wd2" y="hd2"/>
              </a:cxn>
              <a:cxn ang="16200000">
                <a:pos x="wd2" y="hd2"/>
              </a:cxn>
            </a:cxnLst>
            <a:rect l="0" t="0" r="r" b="b"/>
            <a:pathLst>
              <a:path w="21600" h="21600" extrusionOk="0">
                <a:moveTo>
                  <a:pt x="21600" y="13841"/>
                </a:moveTo>
                <a:cubicBezTo>
                  <a:pt x="21600" y="0"/>
                  <a:pt x="21600" y="0"/>
                  <a:pt x="21600" y="0"/>
                </a:cubicBezTo>
                <a:cubicBezTo>
                  <a:pt x="0" y="0"/>
                  <a:pt x="0" y="0"/>
                  <a:pt x="0" y="0"/>
                </a:cubicBezTo>
                <a:cubicBezTo>
                  <a:pt x="0" y="21600"/>
                  <a:pt x="0" y="21600"/>
                  <a:pt x="0" y="21600"/>
                </a:cubicBezTo>
                <a:cubicBezTo>
                  <a:pt x="12480" y="21600"/>
                  <a:pt x="12480" y="21600"/>
                  <a:pt x="12480" y="21600"/>
                </a:cubicBezTo>
                <a:cubicBezTo>
                  <a:pt x="16560" y="21600"/>
                  <a:pt x="21600" y="16986"/>
                  <a:pt x="21600" y="13841"/>
                </a:cubicBezTo>
                <a:close/>
                <a:moveTo>
                  <a:pt x="2400" y="19503"/>
                </a:moveTo>
                <a:cubicBezTo>
                  <a:pt x="2400" y="2097"/>
                  <a:pt x="2400" y="2097"/>
                  <a:pt x="2400" y="2097"/>
                </a:cubicBezTo>
                <a:cubicBezTo>
                  <a:pt x="19200" y="2097"/>
                  <a:pt x="19200" y="2097"/>
                  <a:pt x="19200" y="2097"/>
                </a:cubicBezTo>
                <a:cubicBezTo>
                  <a:pt x="19200" y="2097"/>
                  <a:pt x="19200" y="11953"/>
                  <a:pt x="19200" y="13631"/>
                </a:cubicBezTo>
                <a:cubicBezTo>
                  <a:pt x="19200" y="16986"/>
                  <a:pt x="14400" y="15518"/>
                  <a:pt x="14400" y="15518"/>
                </a:cubicBezTo>
                <a:cubicBezTo>
                  <a:pt x="14400" y="15518"/>
                  <a:pt x="15840" y="19503"/>
                  <a:pt x="12240" y="19503"/>
                </a:cubicBezTo>
                <a:cubicBezTo>
                  <a:pt x="10320" y="19503"/>
                  <a:pt x="9360" y="19503"/>
                  <a:pt x="2400" y="19503"/>
                </a:cubicBezTo>
                <a:close/>
              </a:path>
            </a:pathLst>
          </a:custGeom>
          <a:solidFill>
            <a:schemeClr val="accent4">
              <a:lumOff val="58054"/>
            </a:schemeClr>
          </a:solidFill>
          <a:ln w="12700">
            <a:miter lim="400000"/>
          </a:ln>
        </p:spPr>
        <p:txBody>
          <a:bodyPr lIns="109727" tIns="109727" rIns="109727" bIns="109727"/>
          <a:lstStyle/>
          <a:p>
            <a:endParaRPr/>
          </a:p>
        </p:txBody>
      </p:sp>
      <p:sp>
        <p:nvSpPr>
          <p:cNvPr id="708" name="Shape"/>
          <p:cNvSpPr/>
          <p:nvPr/>
        </p:nvSpPr>
        <p:spPr>
          <a:xfrm>
            <a:off x="21349464" y="2102307"/>
            <a:ext cx="532914" cy="532913"/>
          </a:xfrm>
          <a:custGeom>
            <a:avLst/>
            <a:gdLst/>
            <a:ahLst/>
            <a:cxnLst>
              <a:cxn ang="0">
                <a:pos x="wd2" y="hd2"/>
              </a:cxn>
              <a:cxn ang="5400000">
                <a:pos x="wd2" y="hd2"/>
              </a:cxn>
              <a:cxn ang="10800000">
                <a:pos x="wd2" y="hd2"/>
              </a:cxn>
              <a:cxn ang="16200000">
                <a:pos x="wd2" y="hd2"/>
              </a:cxn>
            </a:cxnLst>
            <a:rect l="0" t="0" r="r" b="b"/>
            <a:pathLst>
              <a:path w="21600" h="21600" extrusionOk="0">
                <a:moveTo>
                  <a:pt x="11631" y="3984"/>
                </a:moveTo>
                <a:cubicBezTo>
                  <a:pt x="9969" y="3984"/>
                  <a:pt x="9969" y="3984"/>
                  <a:pt x="9969" y="3984"/>
                </a:cubicBezTo>
                <a:cubicBezTo>
                  <a:pt x="13292" y="7340"/>
                  <a:pt x="13292" y="7340"/>
                  <a:pt x="13292" y="7340"/>
                </a:cubicBezTo>
                <a:cubicBezTo>
                  <a:pt x="16615" y="3984"/>
                  <a:pt x="16615" y="3984"/>
                  <a:pt x="16615" y="3984"/>
                </a:cubicBezTo>
                <a:cubicBezTo>
                  <a:pt x="14954" y="3984"/>
                  <a:pt x="14954" y="3984"/>
                  <a:pt x="14954" y="3984"/>
                </a:cubicBezTo>
                <a:cubicBezTo>
                  <a:pt x="14954" y="3984"/>
                  <a:pt x="14123" y="0"/>
                  <a:pt x="8308" y="0"/>
                </a:cubicBezTo>
                <a:cubicBezTo>
                  <a:pt x="12046" y="1468"/>
                  <a:pt x="11631" y="3984"/>
                  <a:pt x="11631" y="3984"/>
                </a:cubicBezTo>
                <a:close/>
                <a:moveTo>
                  <a:pt x="16823" y="14470"/>
                </a:moveTo>
                <a:cubicBezTo>
                  <a:pt x="16615" y="14680"/>
                  <a:pt x="16615" y="14680"/>
                  <a:pt x="16615" y="14680"/>
                </a:cubicBezTo>
                <a:cubicBezTo>
                  <a:pt x="16615" y="16148"/>
                  <a:pt x="16615" y="16148"/>
                  <a:pt x="16615" y="16148"/>
                </a:cubicBezTo>
                <a:cubicBezTo>
                  <a:pt x="16823" y="15938"/>
                  <a:pt x="16823" y="15938"/>
                  <a:pt x="16823" y="15938"/>
                </a:cubicBezTo>
                <a:lnTo>
                  <a:pt x="16823" y="14470"/>
                </a:lnTo>
                <a:close/>
                <a:moveTo>
                  <a:pt x="16200" y="14889"/>
                </a:moveTo>
                <a:cubicBezTo>
                  <a:pt x="15785" y="15099"/>
                  <a:pt x="15785" y="15099"/>
                  <a:pt x="15785" y="15099"/>
                </a:cubicBezTo>
                <a:cubicBezTo>
                  <a:pt x="15785" y="16567"/>
                  <a:pt x="15785" y="16567"/>
                  <a:pt x="15785" y="16567"/>
                </a:cubicBezTo>
                <a:cubicBezTo>
                  <a:pt x="16200" y="16357"/>
                  <a:pt x="16200" y="16357"/>
                  <a:pt x="16200" y="16357"/>
                </a:cubicBezTo>
                <a:lnTo>
                  <a:pt x="16200" y="14889"/>
                </a:lnTo>
                <a:close/>
                <a:moveTo>
                  <a:pt x="17446" y="14260"/>
                </a:moveTo>
                <a:cubicBezTo>
                  <a:pt x="17031" y="14260"/>
                  <a:pt x="17031" y="14260"/>
                  <a:pt x="17031" y="14260"/>
                </a:cubicBezTo>
                <a:cubicBezTo>
                  <a:pt x="17031" y="15938"/>
                  <a:pt x="17031" y="15938"/>
                  <a:pt x="17031" y="15938"/>
                </a:cubicBezTo>
                <a:cubicBezTo>
                  <a:pt x="17446" y="15728"/>
                  <a:pt x="17446" y="15728"/>
                  <a:pt x="17446" y="15728"/>
                </a:cubicBezTo>
                <a:lnTo>
                  <a:pt x="17446" y="14260"/>
                </a:lnTo>
                <a:close/>
                <a:moveTo>
                  <a:pt x="15577" y="16777"/>
                </a:moveTo>
                <a:cubicBezTo>
                  <a:pt x="15577" y="15099"/>
                  <a:pt x="15577" y="15099"/>
                  <a:pt x="15577" y="15099"/>
                </a:cubicBezTo>
                <a:cubicBezTo>
                  <a:pt x="15369" y="15309"/>
                  <a:pt x="15369" y="15309"/>
                  <a:pt x="15369" y="15309"/>
                </a:cubicBezTo>
                <a:cubicBezTo>
                  <a:pt x="15369" y="16986"/>
                  <a:pt x="15369" y="16986"/>
                  <a:pt x="15369" y="16986"/>
                </a:cubicBezTo>
                <a:lnTo>
                  <a:pt x="15577" y="16777"/>
                </a:lnTo>
                <a:close/>
                <a:moveTo>
                  <a:pt x="17862" y="13841"/>
                </a:moveTo>
                <a:cubicBezTo>
                  <a:pt x="17654" y="14050"/>
                  <a:pt x="17654" y="14050"/>
                  <a:pt x="17654" y="14050"/>
                </a:cubicBezTo>
                <a:cubicBezTo>
                  <a:pt x="17654" y="15518"/>
                  <a:pt x="17654" y="15518"/>
                  <a:pt x="17654" y="15518"/>
                </a:cubicBezTo>
                <a:cubicBezTo>
                  <a:pt x="17862" y="15309"/>
                  <a:pt x="17862" y="15309"/>
                  <a:pt x="17862" y="15309"/>
                </a:cubicBezTo>
                <a:lnTo>
                  <a:pt x="17862" y="13841"/>
                </a:lnTo>
                <a:close/>
                <a:moveTo>
                  <a:pt x="19938" y="8179"/>
                </a:moveTo>
                <a:cubicBezTo>
                  <a:pt x="13708" y="11744"/>
                  <a:pt x="13708" y="11744"/>
                  <a:pt x="13708" y="11744"/>
                </a:cubicBezTo>
                <a:cubicBezTo>
                  <a:pt x="13708" y="19503"/>
                  <a:pt x="13708" y="19503"/>
                  <a:pt x="13708" y="19503"/>
                </a:cubicBezTo>
                <a:cubicBezTo>
                  <a:pt x="19938" y="15728"/>
                  <a:pt x="19938" y="15728"/>
                  <a:pt x="19938" y="15728"/>
                </a:cubicBezTo>
                <a:lnTo>
                  <a:pt x="19938" y="8179"/>
                </a:lnTo>
                <a:close/>
                <a:moveTo>
                  <a:pt x="12254" y="13631"/>
                </a:moveTo>
                <a:cubicBezTo>
                  <a:pt x="10800" y="15728"/>
                  <a:pt x="10800" y="15728"/>
                  <a:pt x="10800" y="15728"/>
                </a:cubicBezTo>
                <a:cubicBezTo>
                  <a:pt x="3946" y="11744"/>
                  <a:pt x="3946" y="11744"/>
                  <a:pt x="3946" y="11744"/>
                </a:cubicBezTo>
                <a:cubicBezTo>
                  <a:pt x="3946" y="14470"/>
                  <a:pt x="3946" y="14470"/>
                  <a:pt x="3946" y="14470"/>
                </a:cubicBezTo>
                <a:cubicBezTo>
                  <a:pt x="12254" y="19293"/>
                  <a:pt x="12254" y="19293"/>
                  <a:pt x="12254" y="19293"/>
                </a:cubicBezTo>
                <a:lnTo>
                  <a:pt x="12254" y="13631"/>
                </a:lnTo>
                <a:close/>
                <a:moveTo>
                  <a:pt x="10385" y="13631"/>
                </a:moveTo>
                <a:cubicBezTo>
                  <a:pt x="10385" y="13631"/>
                  <a:pt x="10385" y="13631"/>
                  <a:pt x="10385" y="13631"/>
                </a:cubicBezTo>
                <a:cubicBezTo>
                  <a:pt x="11838" y="11534"/>
                  <a:pt x="11838" y="11534"/>
                  <a:pt x="11838" y="11534"/>
                </a:cubicBezTo>
                <a:cubicBezTo>
                  <a:pt x="3323" y="6501"/>
                  <a:pt x="3323" y="6501"/>
                  <a:pt x="3323" y="6501"/>
                </a:cubicBezTo>
                <a:cubicBezTo>
                  <a:pt x="2077" y="8808"/>
                  <a:pt x="2077" y="8808"/>
                  <a:pt x="2077" y="8808"/>
                </a:cubicBezTo>
                <a:lnTo>
                  <a:pt x="10385" y="13631"/>
                </a:lnTo>
                <a:close/>
                <a:moveTo>
                  <a:pt x="21600" y="6291"/>
                </a:moveTo>
                <a:cubicBezTo>
                  <a:pt x="21600" y="16777"/>
                  <a:pt x="21600" y="16777"/>
                  <a:pt x="21600" y="16777"/>
                </a:cubicBezTo>
                <a:cubicBezTo>
                  <a:pt x="13085" y="21600"/>
                  <a:pt x="13085" y="21600"/>
                  <a:pt x="13085" y="21600"/>
                </a:cubicBezTo>
                <a:cubicBezTo>
                  <a:pt x="2492" y="15309"/>
                  <a:pt x="2492" y="15309"/>
                  <a:pt x="2492" y="15309"/>
                </a:cubicBezTo>
                <a:cubicBezTo>
                  <a:pt x="2492" y="10905"/>
                  <a:pt x="2492" y="10905"/>
                  <a:pt x="2492" y="10905"/>
                </a:cubicBezTo>
                <a:cubicBezTo>
                  <a:pt x="0" y="9227"/>
                  <a:pt x="0" y="9227"/>
                  <a:pt x="0" y="9227"/>
                </a:cubicBezTo>
                <a:cubicBezTo>
                  <a:pt x="2492" y="5033"/>
                  <a:pt x="2492" y="5033"/>
                  <a:pt x="2492" y="5033"/>
                </a:cubicBezTo>
                <a:cubicBezTo>
                  <a:pt x="8515" y="1468"/>
                  <a:pt x="8515" y="1468"/>
                  <a:pt x="8515" y="1468"/>
                </a:cubicBezTo>
                <a:cubicBezTo>
                  <a:pt x="8931" y="1678"/>
                  <a:pt x="9346" y="2097"/>
                  <a:pt x="9762" y="2517"/>
                </a:cubicBezTo>
                <a:cubicBezTo>
                  <a:pt x="4777" y="5452"/>
                  <a:pt x="4777" y="5452"/>
                  <a:pt x="4777" y="5452"/>
                </a:cubicBezTo>
                <a:cubicBezTo>
                  <a:pt x="13085" y="10276"/>
                  <a:pt x="13085" y="10276"/>
                  <a:pt x="13085" y="10276"/>
                </a:cubicBezTo>
                <a:cubicBezTo>
                  <a:pt x="19315" y="6920"/>
                  <a:pt x="19315" y="6920"/>
                  <a:pt x="19315" y="6920"/>
                </a:cubicBezTo>
                <a:cubicBezTo>
                  <a:pt x="17031" y="5452"/>
                  <a:pt x="17031" y="5452"/>
                  <a:pt x="17031" y="5452"/>
                </a:cubicBezTo>
                <a:cubicBezTo>
                  <a:pt x="18277" y="4404"/>
                  <a:pt x="18277" y="4404"/>
                  <a:pt x="18277" y="4404"/>
                </a:cubicBezTo>
                <a:lnTo>
                  <a:pt x="21600" y="6291"/>
                </a:lnTo>
                <a:close/>
                <a:moveTo>
                  <a:pt x="18692" y="15099"/>
                </a:moveTo>
                <a:cubicBezTo>
                  <a:pt x="18277" y="15099"/>
                  <a:pt x="18277" y="15099"/>
                  <a:pt x="18277" y="15099"/>
                </a:cubicBezTo>
                <a:cubicBezTo>
                  <a:pt x="18277" y="13631"/>
                  <a:pt x="18277" y="13631"/>
                  <a:pt x="18277" y="13631"/>
                </a:cubicBezTo>
                <a:cubicBezTo>
                  <a:pt x="18692" y="13421"/>
                  <a:pt x="18692" y="13421"/>
                  <a:pt x="18692" y="13421"/>
                </a:cubicBezTo>
                <a:cubicBezTo>
                  <a:pt x="18692" y="14889"/>
                  <a:pt x="18692" y="14889"/>
                  <a:pt x="18692" y="14889"/>
                </a:cubicBezTo>
                <a:lnTo>
                  <a:pt x="18692" y="15099"/>
                </a:lnTo>
                <a:close/>
              </a:path>
            </a:pathLst>
          </a:custGeom>
          <a:solidFill>
            <a:schemeClr val="accent4">
              <a:lumOff val="58054"/>
            </a:schemeClr>
          </a:solidFill>
          <a:ln w="12700">
            <a:miter lim="400000"/>
          </a:ln>
        </p:spPr>
        <p:txBody>
          <a:bodyPr lIns="109727" tIns="109727" rIns="109727" bIns="109727"/>
          <a:lstStyle/>
          <a:p>
            <a:endParaRPr/>
          </a:p>
        </p:txBody>
      </p:sp>
      <p:sp>
        <p:nvSpPr>
          <p:cNvPr id="709" name="Shape"/>
          <p:cNvSpPr/>
          <p:nvPr/>
        </p:nvSpPr>
        <p:spPr>
          <a:xfrm>
            <a:off x="20009623" y="2047621"/>
            <a:ext cx="395874" cy="527789"/>
          </a:xfrm>
          <a:custGeom>
            <a:avLst/>
            <a:gdLst/>
            <a:ahLst/>
            <a:cxnLst>
              <a:cxn ang="0">
                <a:pos x="wd2" y="hd2"/>
              </a:cxn>
              <a:cxn ang="5400000">
                <a:pos x="wd2" y="hd2"/>
              </a:cxn>
              <a:cxn ang="10800000">
                <a:pos x="wd2" y="hd2"/>
              </a:cxn>
              <a:cxn ang="16200000">
                <a:pos x="wd2" y="hd2"/>
              </a:cxn>
            </a:cxnLst>
            <a:rect l="0" t="0" r="r" b="b"/>
            <a:pathLst>
              <a:path w="21600" h="21392" extrusionOk="0">
                <a:moveTo>
                  <a:pt x="19636" y="18069"/>
                </a:moveTo>
                <a:cubicBezTo>
                  <a:pt x="5610" y="19730"/>
                  <a:pt x="5610" y="19730"/>
                  <a:pt x="5610" y="19730"/>
                </a:cubicBezTo>
                <a:cubicBezTo>
                  <a:pt x="5610" y="9138"/>
                  <a:pt x="5610" y="9138"/>
                  <a:pt x="5610" y="9138"/>
                </a:cubicBezTo>
                <a:cubicBezTo>
                  <a:pt x="19636" y="7684"/>
                  <a:pt x="19636" y="7684"/>
                  <a:pt x="19636" y="7684"/>
                </a:cubicBezTo>
                <a:lnTo>
                  <a:pt x="19636" y="18069"/>
                </a:lnTo>
                <a:close/>
                <a:moveTo>
                  <a:pt x="1964" y="8723"/>
                </a:moveTo>
                <a:cubicBezTo>
                  <a:pt x="3647" y="9138"/>
                  <a:pt x="3647" y="9138"/>
                  <a:pt x="3647" y="9138"/>
                </a:cubicBezTo>
                <a:cubicBezTo>
                  <a:pt x="3647" y="19107"/>
                  <a:pt x="3647" y="19107"/>
                  <a:pt x="3647" y="19107"/>
                </a:cubicBezTo>
                <a:cubicBezTo>
                  <a:pt x="1964" y="18277"/>
                  <a:pt x="1964" y="18277"/>
                  <a:pt x="1964" y="18277"/>
                </a:cubicBezTo>
                <a:lnTo>
                  <a:pt x="1964" y="8723"/>
                </a:lnTo>
                <a:close/>
                <a:moveTo>
                  <a:pt x="4488" y="7892"/>
                </a:moveTo>
                <a:cubicBezTo>
                  <a:pt x="0" y="6438"/>
                  <a:pt x="0" y="6438"/>
                  <a:pt x="0" y="6438"/>
                </a:cubicBezTo>
                <a:cubicBezTo>
                  <a:pt x="0" y="19107"/>
                  <a:pt x="0" y="19107"/>
                  <a:pt x="0" y="19107"/>
                </a:cubicBezTo>
                <a:cubicBezTo>
                  <a:pt x="4488" y="21392"/>
                  <a:pt x="4488" y="21392"/>
                  <a:pt x="4488" y="21392"/>
                </a:cubicBezTo>
                <a:cubicBezTo>
                  <a:pt x="21600" y="19315"/>
                  <a:pt x="21600" y="19315"/>
                  <a:pt x="21600" y="19315"/>
                </a:cubicBezTo>
                <a:cubicBezTo>
                  <a:pt x="21600" y="6023"/>
                  <a:pt x="21600" y="6023"/>
                  <a:pt x="21600" y="6023"/>
                </a:cubicBezTo>
                <a:lnTo>
                  <a:pt x="4488" y="7892"/>
                </a:lnTo>
                <a:close/>
                <a:moveTo>
                  <a:pt x="7855" y="1454"/>
                </a:moveTo>
                <a:cubicBezTo>
                  <a:pt x="6171" y="1869"/>
                  <a:pt x="5049" y="3115"/>
                  <a:pt x="5049" y="4361"/>
                </a:cubicBezTo>
                <a:cubicBezTo>
                  <a:pt x="5049" y="5815"/>
                  <a:pt x="5049" y="5815"/>
                  <a:pt x="5049" y="5815"/>
                </a:cubicBezTo>
                <a:cubicBezTo>
                  <a:pt x="3086" y="6023"/>
                  <a:pt x="3086" y="6023"/>
                  <a:pt x="3086" y="6023"/>
                </a:cubicBezTo>
                <a:cubicBezTo>
                  <a:pt x="3086" y="4569"/>
                  <a:pt x="3086" y="4569"/>
                  <a:pt x="3086" y="4569"/>
                </a:cubicBezTo>
                <a:cubicBezTo>
                  <a:pt x="3086" y="2284"/>
                  <a:pt x="5610" y="207"/>
                  <a:pt x="8416" y="0"/>
                </a:cubicBezTo>
                <a:cubicBezTo>
                  <a:pt x="8977" y="0"/>
                  <a:pt x="9257" y="0"/>
                  <a:pt x="9818" y="0"/>
                </a:cubicBezTo>
                <a:cubicBezTo>
                  <a:pt x="8977" y="415"/>
                  <a:pt x="8416" y="830"/>
                  <a:pt x="7855" y="1454"/>
                </a:cubicBezTo>
                <a:close/>
                <a:moveTo>
                  <a:pt x="13184" y="207"/>
                </a:moveTo>
                <a:cubicBezTo>
                  <a:pt x="10379" y="415"/>
                  <a:pt x="8135" y="2492"/>
                  <a:pt x="8135" y="4777"/>
                </a:cubicBezTo>
                <a:cubicBezTo>
                  <a:pt x="8135" y="6230"/>
                  <a:pt x="8135" y="6230"/>
                  <a:pt x="8135" y="6230"/>
                </a:cubicBezTo>
                <a:cubicBezTo>
                  <a:pt x="10099" y="6023"/>
                  <a:pt x="10099" y="6023"/>
                  <a:pt x="10099" y="6023"/>
                </a:cubicBezTo>
                <a:cubicBezTo>
                  <a:pt x="10099" y="4569"/>
                  <a:pt x="10099" y="4569"/>
                  <a:pt x="10099" y="4569"/>
                </a:cubicBezTo>
                <a:cubicBezTo>
                  <a:pt x="10099" y="3115"/>
                  <a:pt x="11501" y="1869"/>
                  <a:pt x="13184" y="1661"/>
                </a:cubicBezTo>
                <a:cubicBezTo>
                  <a:pt x="15148" y="1454"/>
                  <a:pt x="16551" y="2492"/>
                  <a:pt x="16551" y="3946"/>
                </a:cubicBezTo>
                <a:cubicBezTo>
                  <a:pt x="16551" y="5192"/>
                  <a:pt x="16551" y="5192"/>
                  <a:pt x="16551" y="5192"/>
                </a:cubicBezTo>
                <a:cubicBezTo>
                  <a:pt x="18514" y="4984"/>
                  <a:pt x="18514" y="4984"/>
                  <a:pt x="18514" y="4984"/>
                </a:cubicBezTo>
                <a:cubicBezTo>
                  <a:pt x="18514" y="3738"/>
                  <a:pt x="18514" y="3738"/>
                  <a:pt x="18514" y="3738"/>
                </a:cubicBezTo>
                <a:cubicBezTo>
                  <a:pt x="18514" y="1454"/>
                  <a:pt x="16270" y="-208"/>
                  <a:pt x="13184" y="207"/>
                </a:cubicBezTo>
                <a:close/>
              </a:path>
            </a:pathLst>
          </a:custGeom>
          <a:solidFill>
            <a:schemeClr val="accent4">
              <a:lumOff val="58054"/>
            </a:schemeClr>
          </a:solidFill>
          <a:ln w="12700">
            <a:miter lim="400000"/>
          </a:ln>
        </p:spPr>
        <p:txBody>
          <a:bodyPr lIns="109727" tIns="109727" rIns="109727" bIns="109727"/>
          <a:lstStyle/>
          <a:p>
            <a:endParaRPr/>
          </a:p>
        </p:txBody>
      </p:sp>
      <p:sp>
        <p:nvSpPr>
          <p:cNvPr id="710" name="Shape"/>
          <p:cNvSpPr/>
          <p:nvPr/>
        </p:nvSpPr>
        <p:spPr>
          <a:xfrm>
            <a:off x="12230862" y="1055034"/>
            <a:ext cx="258846" cy="532914"/>
          </a:xfrm>
          <a:custGeom>
            <a:avLst/>
            <a:gdLst/>
            <a:ahLst/>
            <a:cxnLst>
              <a:cxn ang="0">
                <a:pos x="wd2" y="hd2"/>
              </a:cxn>
              <a:cxn ang="5400000">
                <a:pos x="wd2" y="hd2"/>
              </a:cxn>
              <a:cxn ang="10800000">
                <a:pos x="wd2" y="hd2"/>
              </a:cxn>
              <a:cxn ang="16200000">
                <a:pos x="wd2" y="hd2"/>
              </a:cxn>
            </a:cxnLst>
            <a:rect l="0" t="0" r="r" b="b"/>
            <a:pathLst>
              <a:path w="21600" h="21600" extrusionOk="0">
                <a:moveTo>
                  <a:pt x="9318" y="2307"/>
                </a:moveTo>
                <a:cubicBezTo>
                  <a:pt x="8471" y="1887"/>
                  <a:pt x="6776" y="1887"/>
                  <a:pt x="5929" y="2517"/>
                </a:cubicBezTo>
                <a:cubicBezTo>
                  <a:pt x="5082" y="3146"/>
                  <a:pt x="4659" y="3984"/>
                  <a:pt x="5929" y="4404"/>
                </a:cubicBezTo>
                <a:cubicBezTo>
                  <a:pt x="6776" y="4823"/>
                  <a:pt x="8471" y="4614"/>
                  <a:pt x="9318" y="3984"/>
                </a:cubicBezTo>
                <a:cubicBezTo>
                  <a:pt x="10165" y="3355"/>
                  <a:pt x="10165" y="2726"/>
                  <a:pt x="9318" y="2307"/>
                </a:cubicBezTo>
                <a:close/>
                <a:moveTo>
                  <a:pt x="21600" y="5452"/>
                </a:moveTo>
                <a:cubicBezTo>
                  <a:pt x="21600" y="8388"/>
                  <a:pt x="16518" y="10695"/>
                  <a:pt x="10588" y="10695"/>
                </a:cubicBezTo>
                <a:cubicBezTo>
                  <a:pt x="4659" y="10695"/>
                  <a:pt x="0" y="8388"/>
                  <a:pt x="0" y="5452"/>
                </a:cubicBezTo>
                <a:cubicBezTo>
                  <a:pt x="0" y="2517"/>
                  <a:pt x="4659" y="0"/>
                  <a:pt x="10588" y="0"/>
                </a:cubicBezTo>
                <a:cubicBezTo>
                  <a:pt x="16518" y="0"/>
                  <a:pt x="21600" y="2517"/>
                  <a:pt x="21600" y="5452"/>
                </a:cubicBezTo>
                <a:close/>
                <a:moveTo>
                  <a:pt x="12706" y="11953"/>
                </a:moveTo>
                <a:cubicBezTo>
                  <a:pt x="12706" y="19503"/>
                  <a:pt x="12706" y="19503"/>
                  <a:pt x="12706" y="19503"/>
                </a:cubicBezTo>
                <a:cubicBezTo>
                  <a:pt x="8471" y="21600"/>
                  <a:pt x="8471" y="21600"/>
                  <a:pt x="8471" y="21600"/>
                </a:cubicBezTo>
                <a:cubicBezTo>
                  <a:pt x="8471" y="11953"/>
                  <a:pt x="8471" y="11953"/>
                  <a:pt x="8471" y="11953"/>
                </a:cubicBezTo>
                <a:cubicBezTo>
                  <a:pt x="9318" y="11953"/>
                  <a:pt x="9741" y="11953"/>
                  <a:pt x="10588" y="11953"/>
                </a:cubicBezTo>
                <a:cubicBezTo>
                  <a:pt x="11435" y="11953"/>
                  <a:pt x="11859" y="11953"/>
                  <a:pt x="12706" y="11953"/>
                </a:cubicBezTo>
                <a:close/>
              </a:path>
            </a:pathLst>
          </a:custGeom>
          <a:solidFill>
            <a:schemeClr val="accent4">
              <a:lumOff val="58054"/>
            </a:schemeClr>
          </a:solidFill>
          <a:ln w="12700">
            <a:miter lim="400000"/>
          </a:ln>
        </p:spPr>
        <p:txBody>
          <a:bodyPr lIns="109727" tIns="109727" rIns="109727" bIns="109727"/>
          <a:lstStyle/>
          <a:p>
            <a:endParaRPr/>
          </a:p>
        </p:txBody>
      </p:sp>
      <p:sp>
        <p:nvSpPr>
          <p:cNvPr id="711" name="Shape"/>
          <p:cNvSpPr/>
          <p:nvPr/>
        </p:nvSpPr>
        <p:spPr>
          <a:xfrm>
            <a:off x="13403262" y="1055034"/>
            <a:ext cx="532914" cy="532914"/>
          </a:xfrm>
          <a:custGeom>
            <a:avLst/>
            <a:gdLst/>
            <a:ahLst/>
            <a:cxnLst>
              <a:cxn ang="0">
                <a:pos x="wd2" y="hd2"/>
              </a:cxn>
              <a:cxn ang="5400000">
                <a:pos x="wd2" y="hd2"/>
              </a:cxn>
              <a:cxn ang="10800000">
                <a:pos x="wd2" y="hd2"/>
              </a:cxn>
              <a:cxn ang="16200000">
                <a:pos x="wd2" y="hd2"/>
              </a:cxn>
            </a:cxnLst>
            <a:rect l="0" t="0" r="r" b="b"/>
            <a:pathLst>
              <a:path w="21600" h="21600" extrusionOk="0">
                <a:moveTo>
                  <a:pt x="9437" y="17825"/>
                </a:moveTo>
                <a:cubicBezTo>
                  <a:pt x="7550" y="15938"/>
                  <a:pt x="7550" y="15938"/>
                  <a:pt x="7550" y="15938"/>
                </a:cubicBezTo>
                <a:cubicBezTo>
                  <a:pt x="12583" y="10905"/>
                  <a:pt x="12583" y="10905"/>
                  <a:pt x="12583" y="10905"/>
                </a:cubicBezTo>
                <a:cubicBezTo>
                  <a:pt x="7550" y="5662"/>
                  <a:pt x="7550" y="5662"/>
                  <a:pt x="7550" y="5662"/>
                </a:cubicBezTo>
                <a:cubicBezTo>
                  <a:pt x="9437" y="3775"/>
                  <a:pt x="9437" y="3775"/>
                  <a:pt x="9437" y="3775"/>
                </a:cubicBezTo>
                <a:cubicBezTo>
                  <a:pt x="16357" y="10905"/>
                  <a:pt x="16357" y="10905"/>
                  <a:pt x="16357" y="10905"/>
                </a:cubicBezTo>
                <a:lnTo>
                  <a:pt x="9437" y="17825"/>
                </a:lnTo>
                <a:close/>
                <a:moveTo>
                  <a:pt x="10905" y="0"/>
                </a:moveTo>
                <a:cubicBezTo>
                  <a:pt x="4823" y="0"/>
                  <a:pt x="0" y="4823"/>
                  <a:pt x="0" y="10905"/>
                </a:cubicBezTo>
                <a:cubicBezTo>
                  <a:pt x="0" y="16777"/>
                  <a:pt x="4823" y="21600"/>
                  <a:pt x="10905" y="21600"/>
                </a:cubicBezTo>
                <a:cubicBezTo>
                  <a:pt x="16777" y="21600"/>
                  <a:pt x="21600" y="16777"/>
                  <a:pt x="21600" y="10905"/>
                </a:cubicBezTo>
                <a:cubicBezTo>
                  <a:pt x="21600" y="4823"/>
                  <a:pt x="16777" y="0"/>
                  <a:pt x="10905" y="0"/>
                </a:cubicBezTo>
                <a:close/>
              </a:path>
            </a:pathLst>
          </a:custGeom>
          <a:solidFill>
            <a:schemeClr val="accent4">
              <a:lumOff val="58054"/>
            </a:schemeClr>
          </a:solidFill>
          <a:ln w="12700">
            <a:miter lim="400000"/>
          </a:ln>
        </p:spPr>
        <p:txBody>
          <a:bodyPr lIns="109727" tIns="109727" rIns="109727" bIns="109727"/>
          <a:lstStyle/>
          <a:p>
            <a:endParaRPr/>
          </a:p>
        </p:txBody>
      </p:sp>
      <p:sp>
        <p:nvSpPr>
          <p:cNvPr id="712" name="Shape"/>
          <p:cNvSpPr/>
          <p:nvPr/>
        </p:nvSpPr>
        <p:spPr>
          <a:xfrm>
            <a:off x="14590886" y="1070255"/>
            <a:ext cx="532913" cy="502460"/>
          </a:xfrm>
          <a:custGeom>
            <a:avLst/>
            <a:gdLst/>
            <a:ahLst/>
            <a:cxnLst>
              <a:cxn ang="0">
                <a:pos x="wd2" y="hd2"/>
              </a:cxn>
              <a:cxn ang="5400000">
                <a:pos x="wd2" y="hd2"/>
              </a:cxn>
              <a:cxn ang="10800000">
                <a:pos x="wd2" y="hd2"/>
              </a:cxn>
              <a:cxn ang="16200000">
                <a:pos x="wd2" y="hd2"/>
              </a:cxn>
            </a:cxnLst>
            <a:rect l="0" t="0" r="r" b="b"/>
            <a:pathLst>
              <a:path w="21600" h="21600" extrusionOk="0">
                <a:moveTo>
                  <a:pt x="16357" y="7794"/>
                </a:moveTo>
                <a:cubicBezTo>
                  <a:pt x="16357" y="7794"/>
                  <a:pt x="16357" y="7794"/>
                  <a:pt x="16357" y="7794"/>
                </a:cubicBezTo>
                <a:cubicBezTo>
                  <a:pt x="16357" y="7794"/>
                  <a:pt x="15099" y="7794"/>
                  <a:pt x="15099" y="7794"/>
                </a:cubicBezTo>
                <a:cubicBezTo>
                  <a:pt x="15099" y="7794"/>
                  <a:pt x="15099" y="7794"/>
                  <a:pt x="15099" y="7794"/>
                </a:cubicBezTo>
                <a:cubicBezTo>
                  <a:pt x="15099" y="7348"/>
                  <a:pt x="15099" y="6680"/>
                  <a:pt x="15728" y="6235"/>
                </a:cubicBezTo>
                <a:cubicBezTo>
                  <a:pt x="16148" y="5790"/>
                  <a:pt x="16777" y="5344"/>
                  <a:pt x="16777" y="4676"/>
                </a:cubicBezTo>
                <a:cubicBezTo>
                  <a:pt x="16777" y="4008"/>
                  <a:pt x="16357" y="3563"/>
                  <a:pt x="15728" y="3563"/>
                </a:cubicBezTo>
                <a:cubicBezTo>
                  <a:pt x="14680" y="3563"/>
                  <a:pt x="14680" y="4676"/>
                  <a:pt x="14680" y="4899"/>
                </a:cubicBezTo>
                <a:cubicBezTo>
                  <a:pt x="13421" y="4899"/>
                  <a:pt x="13421" y="4899"/>
                  <a:pt x="13421" y="4899"/>
                </a:cubicBezTo>
                <a:cubicBezTo>
                  <a:pt x="13421" y="3786"/>
                  <a:pt x="13841" y="2227"/>
                  <a:pt x="15728" y="2227"/>
                </a:cubicBezTo>
                <a:cubicBezTo>
                  <a:pt x="17406" y="2227"/>
                  <a:pt x="18035" y="3340"/>
                  <a:pt x="18035" y="4454"/>
                </a:cubicBezTo>
                <a:cubicBezTo>
                  <a:pt x="18035" y="6235"/>
                  <a:pt x="16357" y="6680"/>
                  <a:pt x="16357" y="7794"/>
                </a:cubicBezTo>
                <a:close/>
                <a:moveTo>
                  <a:pt x="15728" y="10243"/>
                </a:moveTo>
                <a:cubicBezTo>
                  <a:pt x="15309" y="10243"/>
                  <a:pt x="14889" y="10021"/>
                  <a:pt x="14889" y="9353"/>
                </a:cubicBezTo>
                <a:cubicBezTo>
                  <a:pt x="14889" y="8907"/>
                  <a:pt x="15309" y="8462"/>
                  <a:pt x="15728" y="8462"/>
                </a:cubicBezTo>
                <a:cubicBezTo>
                  <a:pt x="16148" y="8462"/>
                  <a:pt x="16567" y="8907"/>
                  <a:pt x="16567" y="9353"/>
                </a:cubicBezTo>
                <a:cubicBezTo>
                  <a:pt x="16567" y="10021"/>
                  <a:pt x="16148" y="10243"/>
                  <a:pt x="15728" y="10243"/>
                </a:cubicBezTo>
                <a:close/>
                <a:moveTo>
                  <a:pt x="15728" y="0"/>
                </a:moveTo>
                <a:cubicBezTo>
                  <a:pt x="12583" y="0"/>
                  <a:pt x="9856" y="2672"/>
                  <a:pt x="9856" y="6235"/>
                </a:cubicBezTo>
                <a:cubicBezTo>
                  <a:pt x="9856" y="9575"/>
                  <a:pt x="12583" y="12470"/>
                  <a:pt x="15728" y="12470"/>
                </a:cubicBezTo>
                <a:cubicBezTo>
                  <a:pt x="18874" y="12470"/>
                  <a:pt x="21600" y="9575"/>
                  <a:pt x="21600" y="6235"/>
                </a:cubicBezTo>
                <a:cubicBezTo>
                  <a:pt x="21600" y="2672"/>
                  <a:pt x="18874" y="0"/>
                  <a:pt x="15728" y="0"/>
                </a:cubicBezTo>
                <a:close/>
                <a:moveTo>
                  <a:pt x="0" y="3340"/>
                </a:moveTo>
                <a:cubicBezTo>
                  <a:pt x="11115" y="12693"/>
                  <a:pt x="11115" y="12693"/>
                  <a:pt x="11115" y="12693"/>
                </a:cubicBezTo>
                <a:cubicBezTo>
                  <a:pt x="6501" y="13584"/>
                  <a:pt x="6501" y="13584"/>
                  <a:pt x="6501" y="13584"/>
                </a:cubicBezTo>
                <a:cubicBezTo>
                  <a:pt x="9437" y="20264"/>
                  <a:pt x="9437" y="20264"/>
                  <a:pt x="9437" y="20264"/>
                </a:cubicBezTo>
                <a:cubicBezTo>
                  <a:pt x="6711" y="21600"/>
                  <a:pt x="6711" y="21600"/>
                  <a:pt x="6711" y="21600"/>
                </a:cubicBezTo>
                <a:cubicBezTo>
                  <a:pt x="3565" y="14920"/>
                  <a:pt x="3565" y="14920"/>
                  <a:pt x="3565" y="14920"/>
                </a:cubicBezTo>
                <a:cubicBezTo>
                  <a:pt x="0" y="18482"/>
                  <a:pt x="0" y="18482"/>
                  <a:pt x="0" y="18482"/>
                </a:cubicBezTo>
                <a:lnTo>
                  <a:pt x="0" y="3340"/>
                </a:lnTo>
                <a:close/>
              </a:path>
            </a:pathLst>
          </a:custGeom>
          <a:solidFill>
            <a:schemeClr val="accent4">
              <a:lumOff val="58054"/>
            </a:schemeClr>
          </a:solidFill>
          <a:ln w="12700">
            <a:miter lim="400000"/>
          </a:ln>
        </p:spPr>
        <p:txBody>
          <a:bodyPr lIns="109727" tIns="109727" rIns="109727" bIns="109727"/>
          <a:lstStyle/>
          <a:p>
            <a:endParaRPr/>
          </a:p>
        </p:txBody>
      </p:sp>
      <p:sp>
        <p:nvSpPr>
          <p:cNvPr id="713" name="Shape"/>
          <p:cNvSpPr/>
          <p:nvPr/>
        </p:nvSpPr>
        <p:spPr>
          <a:xfrm>
            <a:off x="15915538" y="1055034"/>
            <a:ext cx="472012" cy="532914"/>
          </a:xfrm>
          <a:custGeom>
            <a:avLst/>
            <a:gdLst/>
            <a:ahLst/>
            <a:cxnLst>
              <a:cxn ang="0">
                <a:pos x="wd2" y="hd2"/>
              </a:cxn>
              <a:cxn ang="5400000">
                <a:pos x="wd2" y="hd2"/>
              </a:cxn>
              <a:cxn ang="10800000">
                <a:pos x="wd2" y="hd2"/>
              </a:cxn>
              <a:cxn ang="16200000">
                <a:pos x="wd2" y="hd2"/>
              </a:cxn>
            </a:cxnLst>
            <a:rect l="0" t="0" r="r" b="b"/>
            <a:pathLst>
              <a:path w="21600" h="21600" extrusionOk="0">
                <a:moveTo>
                  <a:pt x="15965" y="16148"/>
                </a:moveTo>
                <a:cubicBezTo>
                  <a:pt x="16435" y="15938"/>
                  <a:pt x="16435" y="15938"/>
                  <a:pt x="16435" y="15938"/>
                </a:cubicBezTo>
                <a:cubicBezTo>
                  <a:pt x="16435" y="14470"/>
                  <a:pt x="16435" y="14470"/>
                  <a:pt x="16435" y="14470"/>
                </a:cubicBezTo>
                <a:cubicBezTo>
                  <a:pt x="15965" y="14470"/>
                  <a:pt x="15965" y="14470"/>
                  <a:pt x="15965" y="14470"/>
                </a:cubicBezTo>
                <a:lnTo>
                  <a:pt x="15965" y="16148"/>
                </a:lnTo>
                <a:close/>
                <a:moveTo>
                  <a:pt x="16670" y="15728"/>
                </a:moveTo>
                <a:cubicBezTo>
                  <a:pt x="16904" y="15728"/>
                  <a:pt x="16904" y="15728"/>
                  <a:pt x="16904" y="15728"/>
                </a:cubicBezTo>
                <a:cubicBezTo>
                  <a:pt x="16904" y="14050"/>
                  <a:pt x="16904" y="14050"/>
                  <a:pt x="16904" y="14050"/>
                </a:cubicBezTo>
                <a:cubicBezTo>
                  <a:pt x="16670" y="14260"/>
                  <a:pt x="16670" y="14260"/>
                  <a:pt x="16670" y="14260"/>
                </a:cubicBezTo>
                <a:lnTo>
                  <a:pt x="16670" y="15728"/>
                </a:lnTo>
                <a:close/>
                <a:moveTo>
                  <a:pt x="17139" y="15518"/>
                </a:moveTo>
                <a:cubicBezTo>
                  <a:pt x="17609" y="15309"/>
                  <a:pt x="17609" y="15309"/>
                  <a:pt x="17609" y="15309"/>
                </a:cubicBezTo>
                <a:cubicBezTo>
                  <a:pt x="17609" y="13841"/>
                  <a:pt x="17609" y="13841"/>
                  <a:pt x="17609" y="13841"/>
                </a:cubicBezTo>
                <a:cubicBezTo>
                  <a:pt x="17139" y="14050"/>
                  <a:pt x="17139" y="14050"/>
                  <a:pt x="17139" y="14050"/>
                </a:cubicBezTo>
                <a:lnTo>
                  <a:pt x="17139" y="15518"/>
                </a:lnTo>
                <a:close/>
                <a:moveTo>
                  <a:pt x="5165" y="11744"/>
                </a:moveTo>
                <a:cubicBezTo>
                  <a:pt x="4696" y="11324"/>
                  <a:pt x="4696" y="11324"/>
                  <a:pt x="4696" y="11324"/>
                </a:cubicBezTo>
                <a:cubicBezTo>
                  <a:pt x="4696" y="12163"/>
                  <a:pt x="4696" y="12163"/>
                  <a:pt x="4696" y="12163"/>
                </a:cubicBezTo>
                <a:cubicBezTo>
                  <a:pt x="5165" y="12373"/>
                  <a:pt x="5165" y="12373"/>
                  <a:pt x="5165" y="12373"/>
                </a:cubicBezTo>
                <a:cubicBezTo>
                  <a:pt x="5635" y="12583"/>
                  <a:pt x="5635" y="11953"/>
                  <a:pt x="5165" y="11744"/>
                </a:cubicBezTo>
                <a:close/>
                <a:moveTo>
                  <a:pt x="18078" y="15099"/>
                </a:moveTo>
                <a:cubicBezTo>
                  <a:pt x="18313" y="14889"/>
                  <a:pt x="18313" y="14889"/>
                  <a:pt x="18313" y="14889"/>
                </a:cubicBezTo>
                <a:cubicBezTo>
                  <a:pt x="18313" y="13421"/>
                  <a:pt x="18313" y="13421"/>
                  <a:pt x="18313" y="13421"/>
                </a:cubicBezTo>
                <a:cubicBezTo>
                  <a:pt x="18078" y="13631"/>
                  <a:pt x="18078" y="13631"/>
                  <a:pt x="18078" y="13631"/>
                </a:cubicBezTo>
                <a:lnTo>
                  <a:pt x="18078" y="15099"/>
                </a:lnTo>
                <a:close/>
                <a:moveTo>
                  <a:pt x="19957" y="8179"/>
                </a:moveTo>
                <a:cubicBezTo>
                  <a:pt x="18313" y="9017"/>
                  <a:pt x="18313" y="9017"/>
                  <a:pt x="18313" y="9017"/>
                </a:cubicBezTo>
                <a:cubicBezTo>
                  <a:pt x="18313" y="11744"/>
                  <a:pt x="18313" y="11744"/>
                  <a:pt x="18313" y="11744"/>
                </a:cubicBezTo>
                <a:cubicBezTo>
                  <a:pt x="18078" y="11744"/>
                  <a:pt x="18078" y="11744"/>
                  <a:pt x="18078" y="11744"/>
                </a:cubicBezTo>
                <a:cubicBezTo>
                  <a:pt x="18078" y="11744"/>
                  <a:pt x="18078" y="11744"/>
                  <a:pt x="18078" y="11744"/>
                </a:cubicBezTo>
                <a:cubicBezTo>
                  <a:pt x="14791" y="13421"/>
                  <a:pt x="14791" y="13421"/>
                  <a:pt x="14791" y="13421"/>
                </a:cubicBezTo>
                <a:cubicBezTo>
                  <a:pt x="14791" y="13421"/>
                  <a:pt x="14791" y="13421"/>
                  <a:pt x="14791" y="13421"/>
                </a:cubicBezTo>
                <a:cubicBezTo>
                  <a:pt x="14791" y="13421"/>
                  <a:pt x="14791" y="13421"/>
                  <a:pt x="14791" y="13421"/>
                </a:cubicBezTo>
                <a:cubicBezTo>
                  <a:pt x="14791" y="10695"/>
                  <a:pt x="14791" y="10695"/>
                  <a:pt x="14791" y="10695"/>
                </a:cubicBezTo>
                <a:cubicBezTo>
                  <a:pt x="12913" y="11744"/>
                  <a:pt x="12913" y="11744"/>
                  <a:pt x="12913" y="11744"/>
                </a:cubicBezTo>
                <a:cubicBezTo>
                  <a:pt x="12913" y="19293"/>
                  <a:pt x="12913" y="19293"/>
                  <a:pt x="12913" y="19293"/>
                </a:cubicBezTo>
                <a:cubicBezTo>
                  <a:pt x="19957" y="15728"/>
                  <a:pt x="19957" y="15728"/>
                  <a:pt x="19957" y="15728"/>
                </a:cubicBezTo>
                <a:lnTo>
                  <a:pt x="19957" y="8179"/>
                </a:lnTo>
                <a:close/>
                <a:moveTo>
                  <a:pt x="13852" y="9437"/>
                </a:moveTo>
                <a:cubicBezTo>
                  <a:pt x="4696" y="4404"/>
                  <a:pt x="4696" y="4404"/>
                  <a:pt x="4696" y="4404"/>
                </a:cubicBezTo>
                <a:cubicBezTo>
                  <a:pt x="2583" y="5452"/>
                  <a:pt x="2583" y="5452"/>
                  <a:pt x="2583" y="5452"/>
                </a:cubicBezTo>
                <a:cubicBezTo>
                  <a:pt x="11974" y="10276"/>
                  <a:pt x="11974" y="10276"/>
                  <a:pt x="11974" y="10276"/>
                </a:cubicBezTo>
                <a:cubicBezTo>
                  <a:pt x="13852" y="9437"/>
                  <a:pt x="13852" y="9437"/>
                  <a:pt x="13852" y="9437"/>
                </a:cubicBezTo>
                <a:close/>
                <a:moveTo>
                  <a:pt x="10565" y="15938"/>
                </a:moveTo>
                <a:cubicBezTo>
                  <a:pt x="9157" y="15309"/>
                  <a:pt x="9157" y="15309"/>
                  <a:pt x="9157" y="15309"/>
                </a:cubicBezTo>
                <a:cubicBezTo>
                  <a:pt x="9157" y="14680"/>
                  <a:pt x="9157" y="14680"/>
                  <a:pt x="9157" y="14680"/>
                </a:cubicBezTo>
                <a:cubicBezTo>
                  <a:pt x="10330" y="15309"/>
                  <a:pt x="10330" y="15309"/>
                  <a:pt x="10330" y="15309"/>
                </a:cubicBezTo>
                <a:cubicBezTo>
                  <a:pt x="10330" y="14889"/>
                  <a:pt x="10330" y="14889"/>
                  <a:pt x="10330" y="14889"/>
                </a:cubicBezTo>
                <a:cubicBezTo>
                  <a:pt x="9157" y="14260"/>
                  <a:pt x="9157" y="14260"/>
                  <a:pt x="9157" y="14260"/>
                </a:cubicBezTo>
                <a:cubicBezTo>
                  <a:pt x="9157" y="13841"/>
                  <a:pt x="9157" y="13841"/>
                  <a:pt x="9157" y="13841"/>
                </a:cubicBezTo>
                <a:cubicBezTo>
                  <a:pt x="10565" y="14470"/>
                  <a:pt x="10565" y="14470"/>
                  <a:pt x="10565" y="14470"/>
                </a:cubicBezTo>
                <a:cubicBezTo>
                  <a:pt x="10565" y="14050"/>
                  <a:pt x="10565" y="14050"/>
                  <a:pt x="10565" y="14050"/>
                </a:cubicBezTo>
                <a:cubicBezTo>
                  <a:pt x="8687" y="13212"/>
                  <a:pt x="8687" y="13212"/>
                  <a:pt x="8687" y="13212"/>
                </a:cubicBezTo>
                <a:cubicBezTo>
                  <a:pt x="8687" y="15518"/>
                  <a:pt x="8687" y="15518"/>
                  <a:pt x="8687" y="15518"/>
                </a:cubicBezTo>
                <a:cubicBezTo>
                  <a:pt x="10565" y="16357"/>
                  <a:pt x="10565" y="16357"/>
                  <a:pt x="10565" y="16357"/>
                </a:cubicBezTo>
                <a:lnTo>
                  <a:pt x="10565" y="15938"/>
                </a:lnTo>
                <a:close/>
                <a:moveTo>
                  <a:pt x="8452" y="14889"/>
                </a:moveTo>
                <a:cubicBezTo>
                  <a:pt x="7043" y="14260"/>
                  <a:pt x="7043" y="14260"/>
                  <a:pt x="7043" y="14260"/>
                </a:cubicBezTo>
                <a:cubicBezTo>
                  <a:pt x="7043" y="13631"/>
                  <a:pt x="7043" y="13631"/>
                  <a:pt x="7043" y="13631"/>
                </a:cubicBezTo>
                <a:cubicBezTo>
                  <a:pt x="8217" y="14260"/>
                  <a:pt x="8217" y="14260"/>
                  <a:pt x="8217" y="14260"/>
                </a:cubicBezTo>
                <a:cubicBezTo>
                  <a:pt x="8217" y="13841"/>
                  <a:pt x="8217" y="13841"/>
                  <a:pt x="8217" y="13841"/>
                </a:cubicBezTo>
                <a:cubicBezTo>
                  <a:pt x="7043" y="13212"/>
                  <a:pt x="7043" y="13212"/>
                  <a:pt x="7043" y="13212"/>
                </a:cubicBezTo>
                <a:cubicBezTo>
                  <a:pt x="7043" y="12792"/>
                  <a:pt x="7043" y="12792"/>
                  <a:pt x="7043" y="12792"/>
                </a:cubicBezTo>
                <a:cubicBezTo>
                  <a:pt x="8217" y="13421"/>
                  <a:pt x="8217" y="13421"/>
                  <a:pt x="8217" y="13421"/>
                </a:cubicBezTo>
                <a:cubicBezTo>
                  <a:pt x="8217" y="13002"/>
                  <a:pt x="8217" y="13002"/>
                  <a:pt x="8217" y="13002"/>
                </a:cubicBezTo>
                <a:cubicBezTo>
                  <a:pt x="6574" y="11953"/>
                  <a:pt x="6574" y="11953"/>
                  <a:pt x="6574" y="11953"/>
                </a:cubicBezTo>
                <a:cubicBezTo>
                  <a:pt x="6574" y="14260"/>
                  <a:pt x="6574" y="14260"/>
                  <a:pt x="6574" y="14260"/>
                </a:cubicBezTo>
                <a:cubicBezTo>
                  <a:pt x="8452" y="15309"/>
                  <a:pt x="8452" y="15309"/>
                  <a:pt x="8452" y="15309"/>
                </a:cubicBezTo>
                <a:lnTo>
                  <a:pt x="8452" y="14889"/>
                </a:lnTo>
                <a:close/>
                <a:moveTo>
                  <a:pt x="6104" y="14050"/>
                </a:moveTo>
                <a:cubicBezTo>
                  <a:pt x="5870" y="13841"/>
                  <a:pt x="6339" y="13212"/>
                  <a:pt x="5635" y="12792"/>
                </a:cubicBezTo>
                <a:cubicBezTo>
                  <a:pt x="5635" y="12792"/>
                  <a:pt x="5635" y="12792"/>
                  <a:pt x="5635" y="12792"/>
                </a:cubicBezTo>
                <a:cubicBezTo>
                  <a:pt x="6339" y="12792"/>
                  <a:pt x="6104" y="11744"/>
                  <a:pt x="5400" y="11324"/>
                </a:cubicBezTo>
                <a:cubicBezTo>
                  <a:pt x="3991" y="10695"/>
                  <a:pt x="3991" y="10695"/>
                  <a:pt x="3991" y="10695"/>
                </a:cubicBezTo>
                <a:cubicBezTo>
                  <a:pt x="3991" y="13002"/>
                  <a:pt x="3991" y="13002"/>
                  <a:pt x="3991" y="13002"/>
                </a:cubicBezTo>
                <a:cubicBezTo>
                  <a:pt x="4696" y="13421"/>
                  <a:pt x="4696" y="13421"/>
                  <a:pt x="4696" y="13421"/>
                </a:cubicBezTo>
                <a:cubicBezTo>
                  <a:pt x="4696" y="12373"/>
                  <a:pt x="4696" y="12373"/>
                  <a:pt x="4696" y="12373"/>
                </a:cubicBezTo>
                <a:cubicBezTo>
                  <a:pt x="5165" y="12792"/>
                  <a:pt x="5165" y="12792"/>
                  <a:pt x="5165" y="12792"/>
                </a:cubicBezTo>
                <a:cubicBezTo>
                  <a:pt x="5635" y="13002"/>
                  <a:pt x="5400" y="13421"/>
                  <a:pt x="5635" y="13841"/>
                </a:cubicBezTo>
                <a:lnTo>
                  <a:pt x="6104" y="14050"/>
                </a:lnTo>
                <a:close/>
                <a:moveTo>
                  <a:pt x="3757" y="10695"/>
                </a:moveTo>
                <a:cubicBezTo>
                  <a:pt x="2113" y="9647"/>
                  <a:pt x="2113" y="9647"/>
                  <a:pt x="2113" y="9647"/>
                </a:cubicBezTo>
                <a:cubicBezTo>
                  <a:pt x="2113" y="12163"/>
                  <a:pt x="2113" y="12163"/>
                  <a:pt x="2113" y="12163"/>
                </a:cubicBezTo>
                <a:cubicBezTo>
                  <a:pt x="2583" y="12373"/>
                  <a:pt x="2583" y="12373"/>
                  <a:pt x="2583" y="12373"/>
                </a:cubicBezTo>
                <a:cubicBezTo>
                  <a:pt x="2583" y="11324"/>
                  <a:pt x="2583" y="11324"/>
                  <a:pt x="2583" y="11324"/>
                </a:cubicBezTo>
                <a:cubicBezTo>
                  <a:pt x="3757" y="11953"/>
                  <a:pt x="3757" y="11953"/>
                  <a:pt x="3757" y="11953"/>
                </a:cubicBezTo>
                <a:cubicBezTo>
                  <a:pt x="3757" y="11534"/>
                  <a:pt x="3757" y="11534"/>
                  <a:pt x="3757" y="11534"/>
                </a:cubicBezTo>
                <a:cubicBezTo>
                  <a:pt x="2583" y="10905"/>
                  <a:pt x="2583" y="10905"/>
                  <a:pt x="2583" y="10905"/>
                </a:cubicBezTo>
                <a:cubicBezTo>
                  <a:pt x="2583" y="10485"/>
                  <a:pt x="2583" y="10485"/>
                  <a:pt x="2583" y="10485"/>
                </a:cubicBezTo>
                <a:cubicBezTo>
                  <a:pt x="3757" y="11115"/>
                  <a:pt x="3757" y="11115"/>
                  <a:pt x="3757" y="11115"/>
                </a:cubicBezTo>
                <a:lnTo>
                  <a:pt x="3757" y="10695"/>
                </a:lnTo>
                <a:close/>
                <a:moveTo>
                  <a:pt x="7748" y="2726"/>
                </a:moveTo>
                <a:cubicBezTo>
                  <a:pt x="17139" y="7759"/>
                  <a:pt x="17139" y="7759"/>
                  <a:pt x="17139" y="7759"/>
                </a:cubicBezTo>
                <a:cubicBezTo>
                  <a:pt x="19017" y="6711"/>
                  <a:pt x="19017" y="6711"/>
                  <a:pt x="19017" y="6711"/>
                </a:cubicBezTo>
                <a:cubicBezTo>
                  <a:pt x="9626" y="1887"/>
                  <a:pt x="9626" y="1887"/>
                  <a:pt x="9626" y="1887"/>
                </a:cubicBezTo>
                <a:lnTo>
                  <a:pt x="7748" y="2726"/>
                </a:lnTo>
                <a:close/>
                <a:moveTo>
                  <a:pt x="21600" y="6291"/>
                </a:moveTo>
                <a:cubicBezTo>
                  <a:pt x="21600" y="16567"/>
                  <a:pt x="21600" y="16567"/>
                  <a:pt x="21600" y="16567"/>
                </a:cubicBezTo>
                <a:cubicBezTo>
                  <a:pt x="11974" y="21600"/>
                  <a:pt x="11974" y="21600"/>
                  <a:pt x="11974" y="21600"/>
                </a:cubicBezTo>
                <a:cubicBezTo>
                  <a:pt x="0" y="15309"/>
                  <a:pt x="0" y="15309"/>
                  <a:pt x="0" y="15309"/>
                </a:cubicBezTo>
                <a:cubicBezTo>
                  <a:pt x="0" y="5033"/>
                  <a:pt x="0" y="5033"/>
                  <a:pt x="0" y="5033"/>
                </a:cubicBezTo>
                <a:cubicBezTo>
                  <a:pt x="9626" y="0"/>
                  <a:pt x="9626" y="0"/>
                  <a:pt x="9626" y="0"/>
                </a:cubicBezTo>
                <a:lnTo>
                  <a:pt x="21600" y="6291"/>
                </a:lnTo>
                <a:close/>
                <a:moveTo>
                  <a:pt x="14557" y="16777"/>
                </a:moveTo>
                <a:cubicBezTo>
                  <a:pt x="15026" y="16567"/>
                  <a:pt x="15026" y="16567"/>
                  <a:pt x="15026" y="16567"/>
                </a:cubicBezTo>
                <a:cubicBezTo>
                  <a:pt x="15026" y="15099"/>
                  <a:pt x="15026" y="15099"/>
                  <a:pt x="15026" y="15099"/>
                </a:cubicBezTo>
                <a:cubicBezTo>
                  <a:pt x="14557" y="15309"/>
                  <a:pt x="14557" y="15309"/>
                  <a:pt x="14557" y="15309"/>
                </a:cubicBezTo>
                <a:lnTo>
                  <a:pt x="14557" y="16777"/>
                </a:lnTo>
                <a:close/>
                <a:moveTo>
                  <a:pt x="15261" y="14889"/>
                </a:moveTo>
                <a:cubicBezTo>
                  <a:pt x="15496" y="14889"/>
                  <a:pt x="15496" y="14889"/>
                  <a:pt x="15496" y="14889"/>
                </a:cubicBezTo>
                <a:cubicBezTo>
                  <a:pt x="15496" y="16357"/>
                  <a:pt x="15496" y="16357"/>
                  <a:pt x="15496" y="16357"/>
                </a:cubicBezTo>
                <a:cubicBezTo>
                  <a:pt x="15261" y="16567"/>
                  <a:pt x="15261" y="16567"/>
                  <a:pt x="15261" y="16567"/>
                </a:cubicBezTo>
                <a:lnTo>
                  <a:pt x="15261" y="14889"/>
                </a:lnTo>
                <a:close/>
              </a:path>
            </a:pathLst>
          </a:custGeom>
          <a:solidFill>
            <a:schemeClr val="accent4">
              <a:lumOff val="58054"/>
            </a:schemeClr>
          </a:solidFill>
          <a:ln w="12700">
            <a:miter lim="400000"/>
          </a:ln>
        </p:spPr>
        <p:txBody>
          <a:bodyPr lIns="109727" tIns="109727" rIns="109727" bIns="109727"/>
          <a:lstStyle/>
          <a:p>
            <a:endParaRPr/>
          </a:p>
        </p:txBody>
      </p:sp>
      <p:sp>
        <p:nvSpPr>
          <p:cNvPr id="714" name="Shape"/>
          <p:cNvSpPr/>
          <p:nvPr/>
        </p:nvSpPr>
        <p:spPr>
          <a:xfrm>
            <a:off x="18684186" y="1064107"/>
            <a:ext cx="417779" cy="514771"/>
          </a:xfrm>
          <a:custGeom>
            <a:avLst/>
            <a:gdLst/>
            <a:ahLst/>
            <a:cxnLst>
              <a:cxn ang="0">
                <a:pos x="wd2" y="hd2"/>
              </a:cxn>
              <a:cxn ang="5400000">
                <a:pos x="wd2" y="hd2"/>
              </a:cxn>
              <a:cxn ang="10800000">
                <a:pos x="wd2" y="hd2"/>
              </a:cxn>
              <a:cxn ang="16200000">
                <a:pos x="wd2" y="hd2"/>
              </a:cxn>
            </a:cxnLst>
            <a:rect l="0" t="0" r="r" b="b"/>
            <a:pathLst>
              <a:path w="20437" h="20865" extrusionOk="0">
                <a:moveTo>
                  <a:pt x="11511" y="1651"/>
                </a:moveTo>
                <a:cubicBezTo>
                  <a:pt x="12239" y="1449"/>
                  <a:pt x="13210" y="1651"/>
                  <a:pt x="13695" y="2256"/>
                </a:cubicBezTo>
                <a:cubicBezTo>
                  <a:pt x="13938" y="2862"/>
                  <a:pt x="13938" y="3669"/>
                  <a:pt x="12967" y="4073"/>
                </a:cubicBezTo>
                <a:cubicBezTo>
                  <a:pt x="7385" y="6899"/>
                  <a:pt x="7385" y="6899"/>
                  <a:pt x="7385" y="6899"/>
                </a:cubicBezTo>
                <a:cubicBezTo>
                  <a:pt x="7385" y="5688"/>
                  <a:pt x="6657" y="4679"/>
                  <a:pt x="5686" y="4073"/>
                </a:cubicBezTo>
                <a:lnTo>
                  <a:pt x="11511" y="1651"/>
                </a:lnTo>
                <a:close/>
                <a:moveTo>
                  <a:pt x="5686" y="11542"/>
                </a:moveTo>
                <a:cubicBezTo>
                  <a:pt x="5686" y="11542"/>
                  <a:pt x="3016" y="8514"/>
                  <a:pt x="2288" y="7909"/>
                </a:cubicBezTo>
                <a:cubicBezTo>
                  <a:pt x="1075" y="6496"/>
                  <a:pt x="2288" y="5284"/>
                  <a:pt x="3745" y="5284"/>
                </a:cubicBezTo>
                <a:cubicBezTo>
                  <a:pt x="5686" y="5284"/>
                  <a:pt x="6172" y="7303"/>
                  <a:pt x="4473" y="8111"/>
                </a:cubicBezTo>
                <a:cubicBezTo>
                  <a:pt x="5686" y="9322"/>
                  <a:pt x="5686" y="9322"/>
                  <a:pt x="5686" y="9322"/>
                </a:cubicBezTo>
                <a:cubicBezTo>
                  <a:pt x="12482" y="6092"/>
                  <a:pt x="12482" y="6092"/>
                  <a:pt x="12482" y="6092"/>
                </a:cubicBezTo>
                <a:cubicBezTo>
                  <a:pt x="13938" y="7505"/>
                  <a:pt x="13938" y="7505"/>
                  <a:pt x="13938" y="7505"/>
                </a:cubicBezTo>
                <a:cubicBezTo>
                  <a:pt x="14909" y="6092"/>
                  <a:pt x="14909" y="6092"/>
                  <a:pt x="14909" y="6092"/>
                </a:cubicBezTo>
                <a:cubicBezTo>
                  <a:pt x="14180" y="5284"/>
                  <a:pt x="14180" y="5284"/>
                  <a:pt x="14180" y="5284"/>
                </a:cubicBezTo>
                <a:cubicBezTo>
                  <a:pt x="15394" y="4679"/>
                  <a:pt x="16122" y="3064"/>
                  <a:pt x="15151" y="1449"/>
                </a:cubicBezTo>
                <a:cubicBezTo>
                  <a:pt x="14180" y="238"/>
                  <a:pt x="12239" y="-368"/>
                  <a:pt x="10783" y="238"/>
                </a:cubicBezTo>
                <a:cubicBezTo>
                  <a:pt x="10783" y="238"/>
                  <a:pt x="10783" y="238"/>
                  <a:pt x="10783" y="238"/>
                </a:cubicBezTo>
                <a:cubicBezTo>
                  <a:pt x="2046" y="4073"/>
                  <a:pt x="2046" y="4073"/>
                  <a:pt x="2046" y="4073"/>
                </a:cubicBezTo>
                <a:cubicBezTo>
                  <a:pt x="-139" y="4881"/>
                  <a:pt x="-624" y="7101"/>
                  <a:pt x="832" y="8716"/>
                </a:cubicBezTo>
                <a:cubicBezTo>
                  <a:pt x="1560" y="9524"/>
                  <a:pt x="2046" y="9927"/>
                  <a:pt x="3745" y="11744"/>
                </a:cubicBezTo>
                <a:lnTo>
                  <a:pt x="5686" y="11542"/>
                </a:lnTo>
                <a:close/>
                <a:moveTo>
                  <a:pt x="17821" y="13965"/>
                </a:moveTo>
                <a:cubicBezTo>
                  <a:pt x="16850" y="14570"/>
                  <a:pt x="10783" y="17598"/>
                  <a:pt x="10783" y="17598"/>
                </a:cubicBezTo>
                <a:cubicBezTo>
                  <a:pt x="10783" y="16993"/>
                  <a:pt x="10540" y="16387"/>
                  <a:pt x="9812" y="15782"/>
                </a:cubicBezTo>
                <a:cubicBezTo>
                  <a:pt x="9812" y="15782"/>
                  <a:pt x="8356" y="14368"/>
                  <a:pt x="8113" y="13965"/>
                </a:cubicBezTo>
                <a:cubicBezTo>
                  <a:pt x="9569" y="13965"/>
                  <a:pt x="9569" y="13965"/>
                  <a:pt x="9569" y="13965"/>
                </a:cubicBezTo>
                <a:cubicBezTo>
                  <a:pt x="10297" y="12552"/>
                  <a:pt x="10297" y="12552"/>
                  <a:pt x="10297" y="12552"/>
                </a:cubicBezTo>
                <a:cubicBezTo>
                  <a:pt x="12724" y="12552"/>
                  <a:pt x="12724" y="12552"/>
                  <a:pt x="12724" y="12552"/>
                </a:cubicBezTo>
                <a:cubicBezTo>
                  <a:pt x="13452" y="10937"/>
                  <a:pt x="13452" y="10937"/>
                  <a:pt x="13452" y="10937"/>
                </a:cubicBezTo>
                <a:cubicBezTo>
                  <a:pt x="15637" y="10937"/>
                  <a:pt x="15637" y="10937"/>
                  <a:pt x="15637" y="10937"/>
                </a:cubicBezTo>
                <a:cubicBezTo>
                  <a:pt x="16122" y="9927"/>
                  <a:pt x="16122" y="9927"/>
                  <a:pt x="16122" y="9927"/>
                </a:cubicBezTo>
                <a:cubicBezTo>
                  <a:pt x="16607" y="10331"/>
                  <a:pt x="18064" y="11946"/>
                  <a:pt x="18064" y="11946"/>
                </a:cubicBezTo>
                <a:cubicBezTo>
                  <a:pt x="18792" y="12552"/>
                  <a:pt x="18792" y="13561"/>
                  <a:pt x="17821" y="13965"/>
                </a:cubicBezTo>
                <a:close/>
                <a:moveTo>
                  <a:pt x="19763" y="11139"/>
                </a:moveTo>
                <a:cubicBezTo>
                  <a:pt x="19520" y="10937"/>
                  <a:pt x="17821" y="8918"/>
                  <a:pt x="17821" y="8918"/>
                </a:cubicBezTo>
                <a:cubicBezTo>
                  <a:pt x="17821" y="8918"/>
                  <a:pt x="16365" y="7707"/>
                  <a:pt x="15879" y="7101"/>
                </a:cubicBezTo>
                <a:cubicBezTo>
                  <a:pt x="14423" y="9322"/>
                  <a:pt x="14423" y="9322"/>
                  <a:pt x="14423" y="9322"/>
                </a:cubicBezTo>
                <a:cubicBezTo>
                  <a:pt x="12482" y="9322"/>
                  <a:pt x="12482" y="9322"/>
                  <a:pt x="12482" y="9322"/>
                </a:cubicBezTo>
                <a:cubicBezTo>
                  <a:pt x="11511" y="10937"/>
                  <a:pt x="11511" y="10937"/>
                  <a:pt x="11511" y="10937"/>
                </a:cubicBezTo>
                <a:cubicBezTo>
                  <a:pt x="9327" y="10937"/>
                  <a:pt x="9327" y="10937"/>
                  <a:pt x="9327" y="10937"/>
                </a:cubicBezTo>
                <a:cubicBezTo>
                  <a:pt x="8356" y="12552"/>
                  <a:pt x="8356" y="12552"/>
                  <a:pt x="8356" y="12552"/>
                </a:cubicBezTo>
                <a:cubicBezTo>
                  <a:pt x="4715" y="12753"/>
                  <a:pt x="4715" y="12753"/>
                  <a:pt x="4715" y="12753"/>
                </a:cubicBezTo>
                <a:cubicBezTo>
                  <a:pt x="5443" y="13561"/>
                  <a:pt x="6657" y="14974"/>
                  <a:pt x="6657" y="14974"/>
                </a:cubicBezTo>
                <a:cubicBezTo>
                  <a:pt x="8598" y="16791"/>
                  <a:pt x="8598" y="16791"/>
                  <a:pt x="8598" y="16791"/>
                </a:cubicBezTo>
                <a:cubicBezTo>
                  <a:pt x="9569" y="17800"/>
                  <a:pt x="8598" y="19415"/>
                  <a:pt x="7142" y="19415"/>
                </a:cubicBezTo>
                <a:cubicBezTo>
                  <a:pt x="5201" y="19415"/>
                  <a:pt x="4473" y="17195"/>
                  <a:pt x="6172" y="16387"/>
                </a:cubicBezTo>
                <a:cubicBezTo>
                  <a:pt x="5201" y="15176"/>
                  <a:pt x="5201" y="15176"/>
                  <a:pt x="5201" y="15176"/>
                </a:cubicBezTo>
                <a:cubicBezTo>
                  <a:pt x="3016" y="16387"/>
                  <a:pt x="2774" y="18608"/>
                  <a:pt x="4473" y="20021"/>
                </a:cubicBezTo>
                <a:cubicBezTo>
                  <a:pt x="5686" y="20828"/>
                  <a:pt x="7385" y="21232"/>
                  <a:pt x="9084" y="20425"/>
                </a:cubicBezTo>
                <a:cubicBezTo>
                  <a:pt x="9084" y="20425"/>
                  <a:pt x="9084" y="20425"/>
                  <a:pt x="9084" y="20425"/>
                </a:cubicBezTo>
                <a:cubicBezTo>
                  <a:pt x="9084" y="20425"/>
                  <a:pt x="17578" y="15983"/>
                  <a:pt x="18792" y="15378"/>
                </a:cubicBezTo>
                <a:cubicBezTo>
                  <a:pt x="18792" y="15176"/>
                  <a:pt x="18792" y="15176"/>
                  <a:pt x="18792" y="15176"/>
                </a:cubicBezTo>
                <a:cubicBezTo>
                  <a:pt x="20491" y="14368"/>
                  <a:pt x="20976" y="12350"/>
                  <a:pt x="19763" y="11139"/>
                </a:cubicBezTo>
                <a:close/>
              </a:path>
            </a:pathLst>
          </a:custGeom>
          <a:solidFill>
            <a:schemeClr val="accent4">
              <a:lumOff val="58054"/>
            </a:schemeClr>
          </a:solidFill>
          <a:ln w="12700">
            <a:miter lim="400000"/>
          </a:ln>
        </p:spPr>
        <p:txBody>
          <a:bodyPr lIns="109727" tIns="109727" rIns="109727" bIns="109727"/>
          <a:lstStyle/>
          <a:p>
            <a:endParaRPr/>
          </a:p>
        </p:txBody>
      </p:sp>
      <p:sp>
        <p:nvSpPr>
          <p:cNvPr id="715" name="Shape"/>
          <p:cNvSpPr/>
          <p:nvPr/>
        </p:nvSpPr>
        <p:spPr>
          <a:xfrm>
            <a:off x="19980859" y="1131159"/>
            <a:ext cx="517681" cy="380653"/>
          </a:xfrm>
          <a:custGeom>
            <a:avLst/>
            <a:gdLst/>
            <a:ahLst/>
            <a:cxnLst>
              <a:cxn ang="0">
                <a:pos x="wd2" y="hd2"/>
              </a:cxn>
              <a:cxn ang="5400000">
                <a:pos x="wd2" y="hd2"/>
              </a:cxn>
              <a:cxn ang="10800000">
                <a:pos x="wd2" y="hd2"/>
              </a:cxn>
              <a:cxn ang="16200000">
                <a:pos x="wd2" y="hd2"/>
              </a:cxn>
            </a:cxnLst>
            <a:rect l="0" t="0" r="r" b="b"/>
            <a:pathLst>
              <a:path w="21600" h="21600" extrusionOk="0">
                <a:moveTo>
                  <a:pt x="14260" y="3366"/>
                </a:moveTo>
                <a:cubicBezTo>
                  <a:pt x="14260" y="3086"/>
                  <a:pt x="14050" y="2525"/>
                  <a:pt x="13841" y="2525"/>
                </a:cubicBezTo>
                <a:cubicBezTo>
                  <a:pt x="5872" y="2525"/>
                  <a:pt x="5872" y="2525"/>
                  <a:pt x="5872" y="2525"/>
                </a:cubicBezTo>
                <a:cubicBezTo>
                  <a:pt x="5452" y="2525"/>
                  <a:pt x="5243" y="3086"/>
                  <a:pt x="5243" y="3366"/>
                </a:cubicBezTo>
                <a:cubicBezTo>
                  <a:pt x="5243" y="6452"/>
                  <a:pt x="5243" y="6452"/>
                  <a:pt x="5243" y="6452"/>
                </a:cubicBezTo>
                <a:cubicBezTo>
                  <a:pt x="14260" y="6452"/>
                  <a:pt x="14260" y="6452"/>
                  <a:pt x="14260" y="6452"/>
                </a:cubicBezTo>
                <a:lnTo>
                  <a:pt x="14260" y="3366"/>
                </a:lnTo>
                <a:close/>
                <a:moveTo>
                  <a:pt x="16357" y="2525"/>
                </a:moveTo>
                <a:cubicBezTo>
                  <a:pt x="16357" y="10379"/>
                  <a:pt x="16357" y="10379"/>
                  <a:pt x="16357" y="10379"/>
                </a:cubicBezTo>
                <a:cubicBezTo>
                  <a:pt x="16357" y="11782"/>
                  <a:pt x="15518" y="12904"/>
                  <a:pt x="14470" y="12904"/>
                </a:cubicBezTo>
                <a:cubicBezTo>
                  <a:pt x="5033" y="12904"/>
                  <a:pt x="5033" y="12904"/>
                  <a:pt x="5033" y="12904"/>
                </a:cubicBezTo>
                <a:cubicBezTo>
                  <a:pt x="4194" y="12904"/>
                  <a:pt x="3355" y="11782"/>
                  <a:pt x="3355" y="10379"/>
                </a:cubicBezTo>
                <a:cubicBezTo>
                  <a:pt x="3355" y="2525"/>
                  <a:pt x="3355" y="2525"/>
                  <a:pt x="3355" y="2525"/>
                </a:cubicBezTo>
                <a:cubicBezTo>
                  <a:pt x="3355" y="1122"/>
                  <a:pt x="4194" y="0"/>
                  <a:pt x="5033" y="0"/>
                </a:cubicBezTo>
                <a:cubicBezTo>
                  <a:pt x="14470" y="0"/>
                  <a:pt x="14470" y="0"/>
                  <a:pt x="14470" y="0"/>
                </a:cubicBezTo>
                <a:cubicBezTo>
                  <a:pt x="15518" y="0"/>
                  <a:pt x="16357" y="1122"/>
                  <a:pt x="16357" y="2525"/>
                </a:cubicBezTo>
                <a:close/>
                <a:moveTo>
                  <a:pt x="17825" y="4488"/>
                </a:moveTo>
                <a:cubicBezTo>
                  <a:pt x="17825" y="8416"/>
                  <a:pt x="17825" y="8416"/>
                  <a:pt x="17825" y="8416"/>
                </a:cubicBezTo>
                <a:cubicBezTo>
                  <a:pt x="21600" y="11501"/>
                  <a:pt x="21600" y="11501"/>
                  <a:pt x="21600" y="11501"/>
                </a:cubicBezTo>
                <a:cubicBezTo>
                  <a:pt x="21600" y="1403"/>
                  <a:pt x="21600" y="1403"/>
                  <a:pt x="21600" y="1403"/>
                </a:cubicBezTo>
                <a:lnTo>
                  <a:pt x="17825" y="4488"/>
                </a:lnTo>
                <a:close/>
                <a:moveTo>
                  <a:pt x="10905" y="14868"/>
                </a:moveTo>
                <a:cubicBezTo>
                  <a:pt x="13841" y="21600"/>
                  <a:pt x="13841" y="21600"/>
                  <a:pt x="13841" y="21600"/>
                </a:cubicBezTo>
                <a:cubicBezTo>
                  <a:pt x="9017" y="21600"/>
                  <a:pt x="9017" y="21600"/>
                  <a:pt x="9017" y="21600"/>
                </a:cubicBezTo>
                <a:cubicBezTo>
                  <a:pt x="6082" y="14868"/>
                  <a:pt x="6082" y="14868"/>
                  <a:pt x="6082" y="14868"/>
                </a:cubicBezTo>
                <a:lnTo>
                  <a:pt x="10905" y="14868"/>
                </a:lnTo>
                <a:close/>
                <a:moveTo>
                  <a:pt x="1887" y="2244"/>
                </a:moveTo>
                <a:cubicBezTo>
                  <a:pt x="0" y="1122"/>
                  <a:pt x="0" y="1122"/>
                  <a:pt x="0" y="1122"/>
                </a:cubicBezTo>
                <a:cubicBezTo>
                  <a:pt x="0" y="6452"/>
                  <a:pt x="0" y="6452"/>
                  <a:pt x="0" y="6452"/>
                </a:cubicBezTo>
                <a:cubicBezTo>
                  <a:pt x="1887" y="5330"/>
                  <a:pt x="1887" y="5330"/>
                  <a:pt x="1887" y="5330"/>
                </a:cubicBezTo>
                <a:lnTo>
                  <a:pt x="1887" y="2244"/>
                </a:lnTo>
                <a:close/>
              </a:path>
            </a:pathLst>
          </a:custGeom>
          <a:solidFill>
            <a:schemeClr val="accent4">
              <a:lumOff val="58054"/>
            </a:schemeClr>
          </a:solidFill>
          <a:ln w="12700">
            <a:miter lim="400000"/>
          </a:ln>
        </p:spPr>
        <p:txBody>
          <a:bodyPr lIns="109727" tIns="109727" rIns="109727" bIns="109727"/>
          <a:lstStyle/>
          <a:p>
            <a:endParaRPr/>
          </a:p>
        </p:txBody>
      </p:sp>
      <p:sp>
        <p:nvSpPr>
          <p:cNvPr id="716" name="Shape"/>
          <p:cNvSpPr/>
          <p:nvPr/>
        </p:nvSpPr>
        <p:spPr>
          <a:xfrm>
            <a:off x="17270652" y="1199672"/>
            <a:ext cx="532914" cy="258846"/>
          </a:xfrm>
          <a:custGeom>
            <a:avLst/>
            <a:gdLst/>
            <a:ahLst/>
            <a:cxnLst>
              <a:cxn ang="0">
                <a:pos x="wd2" y="hd2"/>
              </a:cxn>
              <a:cxn ang="5400000">
                <a:pos x="wd2" y="hd2"/>
              </a:cxn>
              <a:cxn ang="10800000">
                <a:pos x="wd2" y="hd2"/>
              </a:cxn>
              <a:cxn ang="16200000">
                <a:pos x="wd2" y="hd2"/>
              </a:cxn>
            </a:cxnLst>
            <a:rect l="0" t="0" r="r" b="b"/>
            <a:pathLst>
              <a:path w="21600" h="21600" extrusionOk="0">
                <a:moveTo>
                  <a:pt x="11953" y="5616"/>
                </a:moveTo>
                <a:cubicBezTo>
                  <a:pt x="8808" y="11664"/>
                  <a:pt x="8808" y="11664"/>
                  <a:pt x="8808" y="11664"/>
                </a:cubicBezTo>
                <a:cubicBezTo>
                  <a:pt x="7550" y="9072"/>
                  <a:pt x="7550" y="9072"/>
                  <a:pt x="7550" y="9072"/>
                </a:cubicBezTo>
                <a:cubicBezTo>
                  <a:pt x="6501" y="11232"/>
                  <a:pt x="6501" y="11232"/>
                  <a:pt x="6501" y="11232"/>
                </a:cubicBezTo>
                <a:cubicBezTo>
                  <a:pt x="8808" y="15984"/>
                  <a:pt x="8808" y="15984"/>
                  <a:pt x="8808" y="15984"/>
                </a:cubicBezTo>
                <a:cubicBezTo>
                  <a:pt x="12792" y="7344"/>
                  <a:pt x="12792" y="7344"/>
                  <a:pt x="12792" y="7344"/>
                </a:cubicBezTo>
                <a:lnTo>
                  <a:pt x="11953" y="5616"/>
                </a:lnTo>
                <a:close/>
                <a:moveTo>
                  <a:pt x="19503" y="15552"/>
                </a:moveTo>
                <a:cubicBezTo>
                  <a:pt x="20761" y="15552"/>
                  <a:pt x="20761" y="15552"/>
                  <a:pt x="20761" y="15552"/>
                </a:cubicBezTo>
                <a:cubicBezTo>
                  <a:pt x="21390" y="15552"/>
                  <a:pt x="21600" y="14688"/>
                  <a:pt x="21600" y="13824"/>
                </a:cubicBezTo>
                <a:cubicBezTo>
                  <a:pt x="21600" y="7344"/>
                  <a:pt x="21600" y="7344"/>
                  <a:pt x="21600" y="7344"/>
                </a:cubicBezTo>
                <a:cubicBezTo>
                  <a:pt x="21600" y="6480"/>
                  <a:pt x="21390" y="5616"/>
                  <a:pt x="20761" y="5616"/>
                </a:cubicBezTo>
                <a:cubicBezTo>
                  <a:pt x="19503" y="5616"/>
                  <a:pt x="19503" y="5616"/>
                  <a:pt x="19503" y="5616"/>
                </a:cubicBezTo>
                <a:lnTo>
                  <a:pt x="19503" y="15552"/>
                </a:lnTo>
                <a:close/>
                <a:moveTo>
                  <a:pt x="18454" y="0"/>
                </a:moveTo>
                <a:cubicBezTo>
                  <a:pt x="0" y="0"/>
                  <a:pt x="0" y="0"/>
                  <a:pt x="0" y="0"/>
                </a:cubicBezTo>
                <a:cubicBezTo>
                  <a:pt x="0" y="21600"/>
                  <a:pt x="0" y="21600"/>
                  <a:pt x="0" y="21600"/>
                </a:cubicBezTo>
                <a:cubicBezTo>
                  <a:pt x="18454" y="21600"/>
                  <a:pt x="18454" y="21600"/>
                  <a:pt x="18454" y="21600"/>
                </a:cubicBezTo>
                <a:lnTo>
                  <a:pt x="18454" y="0"/>
                </a:lnTo>
                <a:close/>
                <a:moveTo>
                  <a:pt x="16986" y="3024"/>
                </a:moveTo>
                <a:cubicBezTo>
                  <a:pt x="16986" y="18144"/>
                  <a:pt x="16986" y="18144"/>
                  <a:pt x="16986" y="18144"/>
                </a:cubicBezTo>
                <a:cubicBezTo>
                  <a:pt x="1678" y="18144"/>
                  <a:pt x="1678" y="18144"/>
                  <a:pt x="1678" y="18144"/>
                </a:cubicBezTo>
                <a:cubicBezTo>
                  <a:pt x="1678" y="3024"/>
                  <a:pt x="1678" y="3024"/>
                  <a:pt x="1678" y="3024"/>
                </a:cubicBezTo>
                <a:lnTo>
                  <a:pt x="16986" y="3024"/>
                </a:lnTo>
                <a:close/>
              </a:path>
            </a:pathLst>
          </a:custGeom>
          <a:solidFill>
            <a:schemeClr val="accent4">
              <a:lumOff val="58054"/>
            </a:schemeClr>
          </a:solidFill>
          <a:ln w="12700">
            <a:miter lim="400000"/>
          </a:ln>
        </p:spPr>
        <p:txBody>
          <a:bodyPr lIns="109727" tIns="109727" rIns="109727" bIns="109727"/>
          <a:lstStyle/>
          <a:p>
            <a:endParaRPr/>
          </a:p>
        </p:txBody>
      </p:sp>
      <p:sp>
        <p:nvSpPr>
          <p:cNvPr id="717" name="Shape"/>
          <p:cNvSpPr/>
          <p:nvPr/>
        </p:nvSpPr>
        <p:spPr>
          <a:xfrm>
            <a:off x="21320743" y="965877"/>
            <a:ext cx="453332" cy="524271"/>
          </a:xfrm>
          <a:custGeom>
            <a:avLst/>
            <a:gdLst/>
            <a:ahLst/>
            <a:cxnLst>
              <a:cxn ang="0">
                <a:pos x="wd2" y="hd2"/>
              </a:cxn>
              <a:cxn ang="5400000">
                <a:pos x="wd2" y="hd2"/>
              </a:cxn>
              <a:cxn ang="10800000">
                <a:pos x="wd2" y="hd2"/>
              </a:cxn>
              <a:cxn ang="16200000">
                <a:pos x="wd2" y="hd2"/>
              </a:cxn>
            </a:cxnLst>
            <a:rect l="0" t="0" r="r" b="b"/>
            <a:pathLst>
              <a:path w="21437" h="21250" extrusionOk="0">
                <a:moveTo>
                  <a:pt x="14804" y="18342"/>
                </a:moveTo>
                <a:cubicBezTo>
                  <a:pt x="13106" y="17512"/>
                  <a:pt x="13106" y="15642"/>
                  <a:pt x="14562" y="14812"/>
                </a:cubicBezTo>
                <a:cubicBezTo>
                  <a:pt x="12863" y="13565"/>
                  <a:pt x="13348" y="11488"/>
                  <a:pt x="15047" y="10865"/>
                </a:cubicBezTo>
                <a:cubicBezTo>
                  <a:pt x="14562" y="10035"/>
                  <a:pt x="14562" y="8996"/>
                  <a:pt x="15047" y="8165"/>
                </a:cubicBezTo>
                <a:cubicBezTo>
                  <a:pt x="14804" y="7958"/>
                  <a:pt x="14319" y="7750"/>
                  <a:pt x="14076" y="7542"/>
                </a:cubicBezTo>
                <a:cubicBezTo>
                  <a:pt x="15290" y="4842"/>
                  <a:pt x="15533" y="481"/>
                  <a:pt x="13591" y="65"/>
                </a:cubicBezTo>
                <a:cubicBezTo>
                  <a:pt x="11892" y="-350"/>
                  <a:pt x="11649" y="1312"/>
                  <a:pt x="11164" y="2558"/>
                </a:cubicBezTo>
                <a:cubicBezTo>
                  <a:pt x="9951" y="5673"/>
                  <a:pt x="7038" y="9619"/>
                  <a:pt x="0" y="9619"/>
                </a:cubicBezTo>
                <a:cubicBezTo>
                  <a:pt x="0" y="9619"/>
                  <a:pt x="0" y="16058"/>
                  <a:pt x="0" y="18342"/>
                </a:cubicBezTo>
                <a:cubicBezTo>
                  <a:pt x="8009" y="18342"/>
                  <a:pt x="10193" y="21042"/>
                  <a:pt x="13834" y="21250"/>
                </a:cubicBezTo>
                <a:cubicBezTo>
                  <a:pt x="14076" y="21250"/>
                  <a:pt x="14076" y="21250"/>
                  <a:pt x="14319" y="21250"/>
                </a:cubicBezTo>
                <a:cubicBezTo>
                  <a:pt x="13591" y="20419"/>
                  <a:pt x="13834" y="19173"/>
                  <a:pt x="14804" y="18342"/>
                </a:cubicBezTo>
                <a:close/>
                <a:moveTo>
                  <a:pt x="17960" y="21250"/>
                </a:moveTo>
                <a:cubicBezTo>
                  <a:pt x="19901" y="21250"/>
                  <a:pt x="20144" y="19796"/>
                  <a:pt x="20144" y="18758"/>
                </a:cubicBezTo>
                <a:cubicBezTo>
                  <a:pt x="20387" y="18758"/>
                  <a:pt x="16503" y="18758"/>
                  <a:pt x="16503" y="18758"/>
                </a:cubicBezTo>
                <a:cubicBezTo>
                  <a:pt x="14562" y="18758"/>
                  <a:pt x="14562" y="21250"/>
                  <a:pt x="16503" y="21250"/>
                </a:cubicBezTo>
                <a:lnTo>
                  <a:pt x="17960" y="21250"/>
                </a:lnTo>
                <a:close/>
                <a:moveTo>
                  <a:pt x="21115" y="15227"/>
                </a:moveTo>
                <a:cubicBezTo>
                  <a:pt x="16018" y="15227"/>
                  <a:pt x="16018" y="15227"/>
                  <a:pt x="16018" y="15227"/>
                </a:cubicBezTo>
                <a:cubicBezTo>
                  <a:pt x="14319" y="15227"/>
                  <a:pt x="14319" y="17719"/>
                  <a:pt x="16018" y="17719"/>
                </a:cubicBezTo>
                <a:cubicBezTo>
                  <a:pt x="19173" y="17719"/>
                  <a:pt x="19173" y="17719"/>
                  <a:pt x="19173" y="17719"/>
                </a:cubicBezTo>
                <a:cubicBezTo>
                  <a:pt x="21115" y="17719"/>
                  <a:pt x="21357" y="16265"/>
                  <a:pt x="21115" y="15227"/>
                </a:cubicBezTo>
                <a:close/>
                <a:moveTo>
                  <a:pt x="16018" y="14188"/>
                </a:moveTo>
                <a:cubicBezTo>
                  <a:pt x="19658" y="14188"/>
                  <a:pt x="19658" y="14188"/>
                  <a:pt x="19658" y="14188"/>
                </a:cubicBezTo>
                <a:cubicBezTo>
                  <a:pt x="21357" y="14188"/>
                  <a:pt x="21600" y="12527"/>
                  <a:pt x="21357" y="11696"/>
                </a:cubicBezTo>
                <a:cubicBezTo>
                  <a:pt x="16018" y="11696"/>
                  <a:pt x="16018" y="11696"/>
                  <a:pt x="16018" y="11696"/>
                </a:cubicBezTo>
                <a:cubicBezTo>
                  <a:pt x="14319" y="11696"/>
                  <a:pt x="14319" y="14188"/>
                  <a:pt x="16018" y="14188"/>
                </a:cubicBezTo>
                <a:close/>
                <a:moveTo>
                  <a:pt x="17231" y="8373"/>
                </a:moveTo>
                <a:cubicBezTo>
                  <a:pt x="21115" y="8373"/>
                  <a:pt x="21115" y="8373"/>
                  <a:pt x="21115" y="8373"/>
                </a:cubicBezTo>
                <a:cubicBezTo>
                  <a:pt x="21357" y="9204"/>
                  <a:pt x="20872" y="10658"/>
                  <a:pt x="19173" y="10658"/>
                </a:cubicBezTo>
                <a:cubicBezTo>
                  <a:pt x="17231" y="10658"/>
                  <a:pt x="17231" y="10658"/>
                  <a:pt x="17231" y="10658"/>
                </a:cubicBezTo>
                <a:cubicBezTo>
                  <a:pt x="15290" y="10658"/>
                  <a:pt x="15290" y="8373"/>
                  <a:pt x="17231" y="8373"/>
                </a:cubicBezTo>
                <a:close/>
              </a:path>
            </a:pathLst>
          </a:custGeom>
          <a:solidFill>
            <a:schemeClr val="accent4">
              <a:lumOff val="58054"/>
            </a:schemeClr>
          </a:solidFill>
          <a:ln w="12700">
            <a:miter lim="400000"/>
          </a:ln>
        </p:spPr>
        <p:txBody>
          <a:bodyPr lIns="109727" tIns="109727" rIns="109727" bIns="109727"/>
          <a:lstStyle/>
          <a:p>
            <a:endParaRPr/>
          </a:p>
        </p:txBody>
      </p:sp>
    </p:spTree>
  </p:cSld>
  <p:clrMapOvr>
    <a:masterClrMapping/>
  </p:clrMapOvr>
  <mc:AlternateContent xmlns:mc="http://schemas.openxmlformats.org/markup-compatibility/2006" xmlns:p14="http://schemas.microsoft.com/office/powerpoint/2010/main">
    <mc:Choice Requires="p14">
      <p:transition spd="slow">
        <p:pull/>
      </p:transition>
    </mc:Choice>
    <mc:Fallback xmlns="">
      <p:transition spd="med">
        <p:fade/>
      </p:transition>
    </mc:Fallback>
  </mc:AlternateContent>
</p:sld>
</file>

<file path=ppt/theme/theme1.xml><?xml version="1.0" encoding="utf-8"?>
<a:theme xmlns:a="http://schemas.openxmlformats.org/drawingml/2006/main" name="Default">
  <a:themeElements>
    <a:clrScheme name="Default">
      <a:dk1>
        <a:srgbClr val="44546A"/>
      </a:dk1>
      <a:lt1>
        <a:srgbClr val="FFFFFF"/>
      </a:lt1>
      <a:dk2>
        <a:srgbClr val="A7A7A7"/>
      </a:dk2>
      <a:lt2>
        <a:srgbClr val="535353"/>
      </a:lt2>
      <a:accent1>
        <a:srgbClr val="ED6B49"/>
      </a:accent1>
      <a:accent2>
        <a:srgbClr val="BFBFBF"/>
      </a:accent2>
      <a:accent3>
        <a:srgbClr val="7F7F7F"/>
      </a:accent3>
      <a:accent4>
        <a:srgbClr val="6B6B6B"/>
      </a:accent4>
      <a:accent5>
        <a:srgbClr val="8F8F8F"/>
      </a:accent5>
      <a:accent6>
        <a:srgbClr val="6E6E6E"/>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58054"/>
          </a:schemeClr>
        </a:solidFill>
        <a:ln w="25400" cap="flat">
          <a:solidFill>
            <a:schemeClr val="accent1"/>
          </a:solidFill>
          <a:prstDash val="solid"/>
          <a:miter lim="800000"/>
        </a:ln>
        <a:effectLst/>
        <a:sp3d/>
      </a:spPr>
      <a:bodyPr rot="0" spcFirstLastPara="1" vertOverflow="overflow" horzOverflow="overflow" vert="horz" wrap="square" lIns="109727" tIns="109727" rIns="109727" bIns="109727" numCol="1" spcCol="38100" rtlCol="0" anchor="ctr">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109727" tIns="109727" rIns="109727" bIns="109727" numCol="1" spcCol="38100" rtlCol="0" anchor="t">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ED6B49"/>
      </a:accent1>
      <a:accent2>
        <a:srgbClr val="BFBFBF"/>
      </a:accent2>
      <a:accent3>
        <a:srgbClr val="7F7F7F"/>
      </a:accent3>
      <a:accent4>
        <a:srgbClr val="6B6B6B"/>
      </a:accent4>
      <a:accent5>
        <a:srgbClr val="8F8F8F"/>
      </a:accent5>
      <a:accent6>
        <a:srgbClr val="6E6E6E"/>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4">
            <a:lumOff val="58054"/>
          </a:schemeClr>
        </a:solidFill>
        <a:ln w="25400" cap="flat">
          <a:solidFill>
            <a:schemeClr val="accent1"/>
          </a:solidFill>
          <a:prstDash val="solid"/>
          <a:miter lim="800000"/>
        </a:ln>
        <a:effectLst/>
        <a:sp3d/>
      </a:spPr>
      <a:bodyPr rot="0" spcFirstLastPara="1" vertOverflow="overflow" horzOverflow="overflow" vert="horz" wrap="square" lIns="109727" tIns="109727" rIns="109727" bIns="109727" numCol="1" spcCol="38100" rtlCol="0" anchor="ctr">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109727" tIns="109727" rIns="109727" bIns="109727" numCol="1" spcCol="38100" rtlCol="0" anchor="t">
        <a:spAutoFit/>
      </a:bodyPr>
      <a:lstStyle>
        <a:defPPr marL="0" marR="0" indent="0" algn="l" defTabSz="713231"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44546A"/>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1262</TotalTime>
  <Words>1030</Words>
  <Application>Microsoft Macintosh PowerPoint</Application>
  <PresentationFormat>Custom</PresentationFormat>
  <Paragraphs>283</Paragraphs>
  <Slides>24</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Avenir Book</vt:lpstr>
      <vt:lpstr>Avenir Book Oblique</vt:lpstr>
      <vt:lpstr>Avenir Heavy</vt:lpstr>
      <vt:lpstr>Avenir Roman</vt:lpstr>
      <vt:lpstr>Calibri</vt:lpstr>
      <vt:lpstr>Helvetica</vt:lpstr>
      <vt:lpstr>Helvetica Light</vt:lpstr>
      <vt:lpstr>PT Sans Narrow</vt:lpstr>
      <vt:lpstr>Default</vt:lpstr>
      <vt:lpstr>PowerPoint Presentation</vt:lpstr>
      <vt:lpstr>PowerPoint Presentation</vt:lpstr>
      <vt:lpstr>Training Development Team</vt:lpstr>
      <vt:lpstr>PowerPoint Presentation</vt:lpstr>
      <vt:lpstr>Learner and Stakeholder Interviews</vt:lpstr>
      <vt:lpstr>Problem Definitions</vt:lpstr>
      <vt:lpstr>Learner Persona (Primary)</vt:lpstr>
      <vt:lpstr>PowerPoint Presentation</vt:lpstr>
      <vt:lpstr>PowerPoint Presentation</vt:lpstr>
      <vt:lpstr>PowerPoint Presentation</vt:lpstr>
      <vt:lpstr>PowerPoint Presentation</vt:lpstr>
      <vt:lpstr>PowerPoint Presentation</vt:lpstr>
      <vt:lpstr>Course Prototype</vt:lpstr>
      <vt:lpstr>Course Testing Feedback</vt:lpstr>
      <vt:lpstr>PowerPoint Presentation</vt:lpstr>
      <vt:lpstr>Course Communication Plan</vt:lpstr>
      <vt:lpstr>Course Roadmap</vt:lpstr>
      <vt:lpstr>Course Roadmap</vt:lpstr>
      <vt:lpstr>Course Roadmap</vt:lpstr>
      <vt:lpstr>Course Roadmap</vt:lpstr>
      <vt:lpstr>Course Roadmap</vt:lpstr>
      <vt:lpstr>Training Delivery Channels</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Travis Jordan</cp:lastModifiedBy>
  <cp:revision>69</cp:revision>
  <dcterms:modified xsi:type="dcterms:W3CDTF">2018-11-24T21:45:25Z</dcterms:modified>
</cp:coreProperties>
</file>