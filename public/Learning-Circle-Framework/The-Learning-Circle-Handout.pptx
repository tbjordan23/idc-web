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70" r:id="rId2"/>
    <p:sldId id="289" r:id="rId3"/>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7132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44546A"/>
        </a:solidFill>
        <a:effectLst/>
        <a:uFillTx/>
        <a:latin typeface="Calibri"/>
        <a:ea typeface="Calibri"/>
        <a:cs typeface="Calibri"/>
        <a:sym typeface="Calibri"/>
      </a:defRPr>
    </a:lvl1pPr>
    <a:lvl2pPr marL="0" marR="0" indent="356615" algn="l" defTabSz="7132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44546A"/>
        </a:solidFill>
        <a:effectLst/>
        <a:uFillTx/>
        <a:latin typeface="Calibri"/>
        <a:ea typeface="Calibri"/>
        <a:cs typeface="Calibri"/>
        <a:sym typeface="Calibri"/>
      </a:defRPr>
    </a:lvl2pPr>
    <a:lvl3pPr marL="0" marR="0" indent="713231" algn="l" defTabSz="7132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44546A"/>
        </a:solidFill>
        <a:effectLst/>
        <a:uFillTx/>
        <a:latin typeface="Calibri"/>
        <a:ea typeface="Calibri"/>
        <a:cs typeface="Calibri"/>
        <a:sym typeface="Calibri"/>
      </a:defRPr>
    </a:lvl3pPr>
    <a:lvl4pPr marL="0" marR="0" indent="1069847" algn="l" defTabSz="7132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44546A"/>
        </a:solidFill>
        <a:effectLst/>
        <a:uFillTx/>
        <a:latin typeface="Calibri"/>
        <a:ea typeface="Calibri"/>
        <a:cs typeface="Calibri"/>
        <a:sym typeface="Calibri"/>
      </a:defRPr>
    </a:lvl4pPr>
    <a:lvl5pPr marL="0" marR="0" indent="1426463" algn="l" defTabSz="7132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44546A"/>
        </a:solidFill>
        <a:effectLst/>
        <a:uFillTx/>
        <a:latin typeface="Calibri"/>
        <a:ea typeface="Calibri"/>
        <a:cs typeface="Calibri"/>
        <a:sym typeface="Calibri"/>
      </a:defRPr>
    </a:lvl5pPr>
    <a:lvl6pPr marL="0" marR="0" indent="1783079" algn="l" defTabSz="7132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44546A"/>
        </a:solidFill>
        <a:effectLst/>
        <a:uFillTx/>
        <a:latin typeface="Calibri"/>
        <a:ea typeface="Calibri"/>
        <a:cs typeface="Calibri"/>
        <a:sym typeface="Calibri"/>
      </a:defRPr>
    </a:lvl6pPr>
    <a:lvl7pPr marL="0" marR="0" indent="2139695" algn="l" defTabSz="7132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44546A"/>
        </a:solidFill>
        <a:effectLst/>
        <a:uFillTx/>
        <a:latin typeface="Calibri"/>
        <a:ea typeface="Calibri"/>
        <a:cs typeface="Calibri"/>
        <a:sym typeface="Calibri"/>
      </a:defRPr>
    </a:lvl7pPr>
    <a:lvl8pPr marL="0" marR="0" indent="2496311" algn="l" defTabSz="7132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44546A"/>
        </a:solidFill>
        <a:effectLst/>
        <a:uFillTx/>
        <a:latin typeface="Calibri"/>
        <a:ea typeface="Calibri"/>
        <a:cs typeface="Calibri"/>
        <a:sym typeface="Calibri"/>
      </a:defRPr>
    </a:lvl8pPr>
    <a:lvl9pPr marL="0" marR="0" indent="2852927" algn="l" defTabSz="7132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44546A"/>
        </a:solidFill>
        <a:effectLst/>
        <a:uFillTx/>
        <a:latin typeface="Calibri"/>
        <a:ea typeface="Calibri"/>
        <a:cs typeface="Calibri"/>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F86A37"/>
    <a:srgbClr val="243646"/>
    <a:srgbClr val="9B9B9B"/>
    <a:srgbClr val="066690"/>
    <a:srgbClr val="93825B"/>
    <a:srgbClr val="B9AC8E"/>
    <a:srgbClr val="BFBFBF"/>
    <a:srgbClr val="454546"/>
    <a:srgbClr val="0469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n" i="on">
        <a:fontRef idx="major">
          <a:srgbClr val="44546A"/>
        </a:fontRef>
        <a:srgbClr val="44546A"/>
      </a:tcTxStyle>
      <a:tcStyle>
        <a:tcBdr>
          <a:left>
            <a:ln w="12700" cap="flat">
              <a:solidFill>
                <a:schemeClr val="accent4">
                  <a:lumOff val="58054"/>
                </a:schemeClr>
              </a:solidFill>
              <a:prstDash val="solid"/>
              <a:bevel/>
            </a:ln>
          </a:left>
          <a:right>
            <a:ln w="12700" cap="flat">
              <a:solidFill>
                <a:schemeClr val="accent4">
                  <a:lumOff val="58054"/>
                </a:schemeClr>
              </a:solidFill>
              <a:prstDash val="solid"/>
              <a:bevel/>
            </a:ln>
          </a:right>
          <a:top>
            <a:ln w="12700" cap="flat">
              <a:solidFill>
                <a:schemeClr val="accent4">
                  <a:lumOff val="58054"/>
                </a:schemeClr>
              </a:solidFill>
              <a:prstDash val="solid"/>
              <a:bevel/>
            </a:ln>
          </a:top>
          <a:bottom>
            <a:ln w="12700" cap="flat">
              <a:solidFill>
                <a:schemeClr val="accent4">
                  <a:lumOff val="58054"/>
                </a:schemeClr>
              </a:solidFill>
              <a:prstDash val="solid"/>
              <a:bevel/>
            </a:ln>
          </a:bottom>
          <a:insideH>
            <a:ln w="12700" cap="flat">
              <a:solidFill>
                <a:schemeClr val="accent4">
                  <a:lumOff val="58054"/>
                </a:schemeClr>
              </a:solidFill>
              <a:prstDash val="solid"/>
              <a:bevel/>
            </a:ln>
          </a:insideH>
          <a:insideV>
            <a:ln w="12700" cap="flat">
              <a:solidFill>
                <a:schemeClr val="accent4">
                  <a:lumOff val="58054"/>
                </a:schemeClr>
              </a:solidFill>
              <a:prstDash val="solid"/>
              <a:bevel/>
            </a:ln>
          </a:insideV>
        </a:tcBdr>
        <a:fill>
          <a:solidFill>
            <a:srgbClr val="F8D3CE"/>
          </a:solidFill>
        </a:fill>
      </a:tcStyle>
    </a:wholeTbl>
    <a:band2H>
      <a:tcTxStyle/>
      <a:tcStyle>
        <a:tcBdr/>
        <a:fill>
          <a:solidFill>
            <a:srgbClr val="FCEAE8"/>
          </a:solidFill>
        </a:fill>
      </a:tcStyle>
    </a:band2H>
    <a:firstCol>
      <a:tcTxStyle b="on" i="on">
        <a:fontRef idx="major">
          <a:schemeClr val="accent4">
            <a:lumOff val="58054"/>
          </a:schemeClr>
        </a:fontRef>
        <a:schemeClr val="accent4">
          <a:lumOff val="58054"/>
        </a:schemeClr>
      </a:tcTxStyle>
      <a:tcStyle>
        <a:tcBdr>
          <a:left>
            <a:ln w="12700" cap="flat">
              <a:solidFill>
                <a:schemeClr val="accent4">
                  <a:lumOff val="58054"/>
                </a:schemeClr>
              </a:solidFill>
              <a:prstDash val="solid"/>
              <a:bevel/>
            </a:ln>
          </a:left>
          <a:right>
            <a:ln w="12700" cap="flat">
              <a:solidFill>
                <a:schemeClr val="accent4">
                  <a:lumOff val="58054"/>
                </a:schemeClr>
              </a:solidFill>
              <a:prstDash val="solid"/>
              <a:bevel/>
            </a:ln>
          </a:right>
          <a:top>
            <a:ln w="12700" cap="flat">
              <a:solidFill>
                <a:schemeClr val="accent4">
                  <a:lumOff val="58054"/>
                </a:schemeClr>
              </a:solidFill>
              <a:prstDash val="solid"/>
              <a:bevel/>
            </a:ln>
          </a:top>
          <a:bottom>
            <a:ln w="12700" cap="flat">
              <a:solidFill>
                <a:schemeClr val="accent4">
                  <a:lumOff val="58054"/>
                </a:schemeClr>
              </a:solidFill>
              <a:prstDash val="solid"/>
              <a:bevel/>
            </a:ln>
          </a:bottom>
          <a:insideH>
            <a:ln w="12700" cap="flat">
              <a:solidFill>
                <a:schemeClr val="accent4">
                  <a:lumOff val="58054"/>
                </a:schemeClr>
              </a:solidFill>
              <a:prstDash val="solid"/>
              <a:bevel/>
            </a:ln>
          </a:insideH>
          <a:insideV>
            <a:ln w="12700" cap="flat">
              <a:solidFill>
                <a:schemeClr val="accent4">
                  <a:lumOff val="58054"/>
                </a:schemeClr>
              </a:solidFill>
              <a:prstDash val="solid"/>
              <a:bevel/>
            </a:ln>
          </a:insideV>
        </a:tcBdr>
        <a:fill>
          <a:solidFill>
            <a:schemeClr val="accent1"/>
          </a:solidFill>
        </a:fill>
      </a:tcStyle>
    </a:firstCol>
    <a:lastRow>
      <a:tcTxStyle b="on" i="on">
        <a:fontRef idx="major">
          <a:schemeClr val="accent4">
            <a:lumOff val="58054"/>
          </a:schemeClr>
        </a:fontRef>
        <a:schemeClr val="accent4">
          <a:lumOff val="58054"/>
        </a:schemeClr>
      </a:tcTxStyle>
      <a:tcStyle>
        <a:tcBdr>
          <a:left>
            <a:ln w="12700" cap="flat">
              <a:solidFill>
                <a:schemeClr val="accent4">
                  <a:lumOff val="58054"/>
                </a:schemeClr>
              </a:solidFill>
              <a:prstDash val="solid"/>
              <a:bevel/>
            </a:ln>
          </a:left>
          <a:right>
            <a:ln w="12700" cap="flat">
              <a:solidFill>
                <a:schemeClr val="accent4">
                  <a:lumOff val="58054"/>
                </a:schemeClr>
              </a:solidFill>
              <a:prstDash val="solid"/>
              <a:bevel/>
            </a:ln>
          </a:right>
          <a:top>
            <a:ln w="38100" cap="flat">
              <a:solidFill>
                <a:schemeClr val="accent4">
                  <a:lumOff val="58054"/>
                </a:schemeClr>
              </a:solidFill>
              <a:prstDash val="solid"/>
              <a:bevel/>
            </a:ln>
          </a:top>
          <a:bottom>
            <a:ln w="12700" cap="flat">
              <a:solidFill>
                <a:schemeClr val="accent4">
                  <a:lumOff val="58054"/>
                </a:schemeClr>
              </a:solidFill>
              <a:prstDash val="solid"/>
              <a:bevel/>
            </a:ln>
          </a:bottom>
          <a:insideH>
            <a:ln w="12700" cap="flat">
              <a:solidFill>
                <a:schemeClr val="accent4">
                  <a:lumOff val="58054"/>
                </a:schemeClr>
              </a:solidFill>
              <a:prstDash val="solid"/>
              <a:bevel/>
            </a:ln>
          </a:insideH>
          <a:insideV>
            <a:ln w="12700" cap="flat">
              <a:solidFill>
                <a:schemeClr val="accent4">
                  <a:lumOff val="58054"/>
                </a:schemeClr>
              </a:solidFill>
              <a:prstDash val="solid"/>
              <a:bevel/>
            </a:ln>
          </a:insideV>
        </a:tcBdr>
        <a:fill>
          <a:solidFill>
            <a:schemeClr val="accent1"/>
          </a:solidFill>
        </a:fill>
      </a:tcStyle>
    </a:lastRow>
    <a:firstRow>
      <a:tcTxStyle b="on" i="on">
        <a:fontRef idx="major">
          <a:schemeClr val="accent4">
            <a:lumOff val="58054"/>
          </a:schemeClr>
        </a:fontRef>
        <a:schemeClr val="accent4">
          <a:lumOff val="58054"/>
        </a:schemeClr>
      </a:tcTxStyle>
      <a:tcStyle>
        <a:tcBdr>
          <a:left>
            <a:ln w="12700" cap="flat">
              <a:solidFill>
                <a:schemeClr val="accent4">
                  <a:lumOff val="58054"/>
                </a:schemeClr>
              </a:solidFill>
              <a:prstDash val="solid"/>
              <a:bevel/>
            </a:ln>
          </a:left>
          <a:right>
            <a:ln w="12700" cap="flat">
              <a:solidFill>
                <a:schemeClr val="accent4">
                  <a:lumOff val="58054"/>
                </a:schemeClr>
              </a:solidFill>
              <a:prstDash val="solid"/>
              <a:bevel/>
            </a:ln>
          </a:right>
          <a:top>
            <a:ln w="12700" cap="flat">
              <a:solidFill>
                <a:schemeClr val="accent4">
                  <a:lumOff val="58054"/>
                </a:schemeClr>
              </a:solidFill>
              <a:prstDash val="solid"/>
              <a:bevel/>
            </a:ln>
          </a:top>
          <a:bottom>
            <a:ln w="38100" cap="flat">
              <a:solidFill>
                <a:schemeClr val="accent4">
                  <a:lumOff val="58054"/>
                </a:schemeClr>
              </a:solidFill>
              <a:prstDash val="solid"/>
              <a:bevel/>
            </a:ln>
          </a:bottom>
          <a:insideH>
            <a:ln w="12700" cap="flat">
              <a:solidFill>
                <a:schemeClr val="accent4">
                  <a:lumOff val="58054"/>
                </a:schemeClr>
              </a:solidFill>
              <a:prstDash val="solid"/>
              <a:bevel/>
            </a:ln>
          </a:insideH>
          <a:insideV>
            <a:ln w="12700" cap="flat">
              <a:solidFill>
                <a:schemeClr val="accent4">
                  <a:lumOff val="58054"/>
                </a:schemeClr>
              </a:solidFill>
              <a:prstDash val="solid"/>
              <a:bevel/>
            </a:ln>
          </a:insideV>
        </a:tcBdr>
        <a:fill>
          <a:solidFill>
            <a:schemeClr val="accent1"/>
          </a:solidFill>
        </a:fill>
      </a:tcStyle>
    </a:firstRow>
  </a:tblStyle>
  <a:tblStyle styleId="{C7B018BB-80A7-4F77-B60F-C8B233D01FF8}" styleName="">
    <a:tblBg/>
    <a:wholeTbl>
      <a:tcTxStyle b="on" i="on">
        <a:fontRef idx="major">
          <a:srgbClr val="44546A"/>
        </a:fontRef>
        <a:srgbClr val="44546A"/>
      </a:tcTxStyle>
      <a:tcStyle>
        <a:tcBdr>
          <a:left>
            <a:ln w="12700" cap="flat">
              <a:solidFill>
                <a:schemeClr val="accent4">
                  <a:lumOff val="58054"/>
                </a:schemeClr>
              </a:solidFill>
              <a:prstDash val="solid"/>
              <a:bevel/>
            </a:ln>
          </a:left>
          <a:right>
            <a:ln w="12700" cap="flat">
              <a:solidFill>
                <a:schemeClr val="accent4">
                  <a:lumOff val="58054"/>
                </a:schemeClr>
              </a:solidFill>
              <a:prstDash val="solid"/>
              <a:bevel/>
            </a:ln>
          </a:right>
          <a:top>
            <a:ln w="12700" cap="flat">
              <a:solidFill>
                <a:schemeClr val="accent4">
                  <a:lumOff val="58054"/>
                </a:schemeClr>
              </a:solidFill>
              <a:prstDash val="solid"/>
              <a:bevel/>
            </a:ln>
          </a:top>
          <a:bottom>
            <a:ln w="12700" cap="flat">
              <a:solidFill>
                <a:schemeClr val="accent4">
                  <a:lumOff val="58054"/>
                </a:schemeClr>
              </a:solidFill>
              <a:prstDash val="solid"/>
              <a:bevel/>
            </a:ln>
          </a:bottom>
          <a:insideH>
            <a:ln w="12700" cap="flat">
              <a:solidFill>
                <a:schemeClr val="accent4">
                  <a:lumOff val="58054"/>
                </a:schemeClr>
              </a:solidFill>
              <a:prstDash val="solid"/>
              <a:bevel/>
            </a:ln>
          </a:insideH>
          <a:insideV>
            <a:ln w="12700" cap="flat">
              <a:solidFill>
                <a:schemeClr val="accent4">
                  <a:lumOff val="58054"/>
                </a:schemeClr>
              </a:solidFill>
              <a:prstDash val="solid"/>
              <a:bevel/>
            </a:ln>
          </a:insideV>
        </a:tcBdr>
        <a:fill>
          <a:solidFill>
            <a:srgbClr val="D7D7D7"/>
          </a:solidFill>
        </a:fill>
      </a:tcStyle>
    </a:wholeTbl>
    <a:band2H>
      <a:tcTxStyle/>
      <a:tcStyle>
        <a:tcBdr/>
        <a:fill>
          <a:solidFill>
            <a:srgbClr val="ECECEC"/>
          </a:solidFill>
        </a:fill>
      </a:tcStyle>
    </a:band2H>
    <a:firstCol>
      <a:tcTxStyle b="on" i="on">
        <a:fontRef idx="major">
          <a:schemeClr val="accent4">
            <a:lumOff val="58054"/>
          </a:schemeClr>
        </a:fontRef>
        <a:schemeClr val="accent4">
          <a:lumOff val="58054"/>
        </a:schemeClr>
      </a:tcTxStyle>
      <a:tcStyle>
        <a:tcBdr>
          <a:left>
            <a:ln w="12700" cap="flat">
              <a:solidFill>
                <a:schemeClr val="accent4">
                  <a:lumOff val="58054"/>
                </a:schemeClr>
              </a:solidFill>
              <a:prstDash val="solid"/>
              <a:bevel/>
            </a:ln>
          </a:left>
          <a:right>
            <a:ln w="12700" cap="flat">
              <a:solidFill>
                <a:schemeClr val="accent4">
                  <a:lumOff val="58054"/>
                </a:schemeClr>
              </a:solidFill>
              <a:prstDash val="solid"/>
              <a:bevel/>
            </a:ln>
          </a:right>
          <a:top>
            <a:ln w="12700" cap="flat">
              <a:solidFill>
                <a:schemeClr val="accent4">
                  <a:lumOff val="58054"/>
                </a:schemeClr>
              </a:solidFill>
              <a:prstDash val="solid"/>
              <a:bevel/>
            </a:ln>
          </a:top>
          <a:bottom>
            <a:ln w="12700" cap="flat">
              <a:solidFill>
                <a:schemeClr val="accent4">
                  <a:lumOff val="58054"/>
                </a:schemeClr>
              </a:solidFill>
              <a:prstDash val="solid"/>
              <a:bevel/>
            </a:ln>
          </a:bottom>
          <a:insideH>
            <a:ln w="12700" cap="flat">
              <a:solidFill>
                <a:schemeClr val="accent4">
                  <a:lumOff val="58054"/>
                </a:schemeClr>
              </a:solidFill>
              <a:prstDash val="solid"/>
              <a:bevel/>
            </a:ln>
          </a:insideH>
          <a:insideV>
            <a:ln w="12700" cap="flat">
              <a:solidFill>
                <a:schemeClr val="accent4">
                  <a:lumOff val="58054"/>
                </a:schemeClr>
              </a:solidFill>
              <a:prstDash val="solid"/>
              <a:bevel/>
            </a:ln>
          </a:insideV>
        </a:tcBdr>
        <a:fill>
          <a:solidFill>
            <a:schemeClr val="accent3"/>
          </a:solidFill>
        </a:fill>
      </a:tcStyle>
    </a:firstCol>
    <a:lastRow>
      <a:tcTxStyle b="on" i="on">
        <a:fontRef idx="major">
          <a:schemeClr val="accent4">
            <a:lumOff val="58054"/>
          </a:schemeClr>
        </a:fontRef>
        <a:schemeClr val="accent4">
          <a:lumOff val="58054"/>
        </a:schemeClr>
      </a:tcTxStyle>
      <a:tcStyle>
        <a:tcBdr>
          <a:left>
            <a:ln w="12700" cap="flat">
              <a:solidFill>
                <a:schemeClr val="accent4">
                  <a:lumOff val="58054"/>
                </a:schemeClr>
              </a:solidFill>
              <a:prstDash val="solid"/>
              <a:bevel/>
            </a:ln>
          </a:left>
          <a:right>
            <a:ln w="12700" cap="flat">
              <a:solidFill>
                <a:schemeClr val="accent4">
                  <a:lumOff val="58054"/>
                </a:schemeClr>
              </a:solidFill>
              <a:prstDash val="solid"/>
              <a:bevel/>
            </a:ln>
          </a:right>
          <a:top>
            <a:ln w="38100" cap="flat">
              <a:solidFill>
                <a:schemeClr val="accent4">
                  <a:lumOff val="58054"/>
                </a:schemeClr>
              </a:solidFill>
              <a:prstDash val="solid"/>
              <a:bevel/>
            </a:ln>
          </a:top>
          <a:bottom>
            <a:ln w="12700" cap="flat">
              <a:solidFill>
                <a:schemeClr val="accent4">
                  <a:lumOff val="58054"/>
                </a:schemeClr>
              </a:solidFill>
              <a:prstDash val="solid"/>
              <a:bevel/>
            </a:ln>
          </a:bottom>
          <a:insideH>
            <a:ln w="12700" cap="flat">
              <a:solidFill>
                <a:schemeClr val="accent4">
                  <a:lumOff val="58054"/>
                </a:schemeClr>
              </a:solidFill>
              <a:prstDash val="solid"/>
              <a:bevel/>
            </a:ln>
          </a:insideH>
          <a:insideV>
            <a:ln w="12700" cap="flat">
              <a:solidFill>
                <a:schemeClr val="accent4">
                  <a:lumOff val="58054"/>
                </a:schemeClr>
              </a:solidFill>
              <a:prstDash val="solid"/>
              <a:bevel/>
            </a:ln>
          </a:insideV>
        </a:tcBdr>
        <a:fill>
          <a:solidFill>
            <a:schemeClr val="accent3"/>
          </a:solidFill>
        </a:fill>
      </a:tcStyle>
    </a:lastRow>
    <a:firstRow>
      <a:tcTxStyle b="on" i="on">
        <a:fontRef idx="major">
          <a:schemeClr val="accent4">
            <a:lumOff val="58054"/>
          </a:schemeClr>
        </a:fontRef>
        <a:schemeClr val="accent4">
          <a:lumOff val="58054"/>
        </a:schemeClr>
      </a:tcTxStyle>
      <a:tcStyle>
        <a:tcBdr>
          <a:left>
            <a:ln w="12700" cap="flat">
              <a:solidFill>
                <a:schemeClr val="accent4">
                  <a:lumOff val="58054"/>
                </a:schemeClr>
              </a:solidFill>
              <a:prstDash val="solid"/>
              <a:bevel/>
            </a:ln>
          </a:left>
          <a:right>
            <a:ln w="12700" cap="flat">
              <a:solidFill>
                <a:schemeClr val="accent4">
                  <a:lumOff val="58054"/>
                </a:schemeClr>
              </a:solidFill>
              <a:prstDash val="solid"/>
              <a:bevel/>
            </a:ln>
          </a:right>
          <a:top>
            <a:ln w="12700" cap="flat">
              <a:solidFill>
                <a:schemeClr val="accent4">
                  <a:lumOff val="58054"/>
                </a:schemeClr>
              </a:solidFill>
              <a:prstDash val="solid"/>
              <a:bevel/>
            </a:ln>
          </a:top>
          <a:bottom>
            <a:ln w="38100" cap="flat">
              <a:solidFill>
                <a:schemeClr val="accent4">
                  <a:lumOff val="58054"/>
                </a:schemeClr>
              </a:solidFill>
              <a:prstDash val="solid"/>
              <a:bevel/>
            </a:ln>
          </a:bottom>
          <a:insideH>
            <a:ln w="12700" cap="flat">
              <a:solidFill>
                <a:schemeClr val="accent4">
                  <a:lumOff val="58054"/>
                </a:schemeClr>
              </a:solidFill>
              <a:prstDash val="solid"/>
              <a:bevel/>
            </a:ln>
          </a:insideH>
          <a:insideV>
            <a:ln w="12700" cap="flat">
              <a:solidFill>
                <a:schemeClr val="accent4">
                  <a:lumOff val="58054"/>
                </a:schemeClr>
              </a:solidFill>
              <a:prstDash val="solid"/>
              <a:bevel/>
            </a:ln>
          </a:insideV>
        </a:tcBdr>
        <a:fill>
          <a:solidFill>
            <a:schemeClr val="accent3"/>
          </a:solidFill>
        </a:fill>
      </a:tcStyle>
    </a:firstRow>
  </a:tblStyle>
  <a:tblStyle styleId="{EEE7283C-3CF3-47DC-8721-378D4A62B228}" styleName="">
    <a:tblBg/>
    <a:wholeTbl>
      <a:tcTxStyle b="on" i="on">
        <a:fontRef idx="major">
          <a:srgbClr val="44546A"/>
        </a:fontRef>
        <a:srgbClr val="44546A"/>
      </a:tcTxStyle>
      <a:tcStyle>
        <a:tcBdr>
          <a:left>
            <a:ln w="12700" cap="flat">
              <a:solidFill>
                <a:schemeClr val="accent4">
                  <a:lumOff val="58054"/>
                </a:schemeClr>
              </a:solidFill>
              <a:prstDash val="solid"/>
              <a:bevel/>
            </a:ln>
          </a:left>
          <a:right>
            <a:ln w="12700" cap="flat">
              <a:solidFill>
                <a:schemeClr val="accent4">
                  <a:lumOff val="58054"/>
                </a:schemeClr>
              </a:solidFill>
              <a:prstDash val="solid"/>
              <a:bevel/>
            </a:ln>
          </a:right>
          <a:top>
            <a:ln w="12700" cap="flat">
              <a:solidFill>
                <a:schemeClr val="accent4">
                  <a:lumOff val="58054"/>
                </a:schemeClr>
              </a:solidFill>
              <a:prstDash val="solid"/>
              <a:bevel/>
            </a:ln>
          </a:top>
          <a:bottom>
            <a:ln w="12700" cap="flat">
              <a:solidFill>
                <a:schemeClr val="accent4">
                  <a:lumOff val="58054"/>
                </a:schemeClr>
              </a:solidFill>
              <a:prstDash val="solid"/>
              <a:bevel/>
            </a:ln>
          </a:bottom>
          <a:insideH>
            <a:ln w="12700" cap="flat">
              <a:solidFill>
                <a:schemeClr val="accent4">
                  <a:lumOff val="58054"/>
                </a:schemeClr>
              </a:solidFill>
              <a:prstDash val="solid"/>
              <a:bevel/>
            </a:ln>
          </a:insideH>
          <a:insideV>
            <a:ln w="12700" cap="flat">
              <a:solidFill>
                <a:schemeClr val="accent4">
                  <a:lumOff val="58054"/>
                </a:schemeClr>
              </a:solidFill>
              <a:prstDash val="solid"/>
              <a:bevel/>
            </a:ln>
          </a:insideV>
        </a:tcBdr>
        <a:fill>
          <a:solidFill>
            <a:schemeClr val="accent4">
              <a:lumOff val="58054"/>
            </a:schemeClr>
          </a:solidFill>
        </a:fill>
      </a:tcStyle>
    </a:wholeTbl>
    <a:band2H>
      <a:tcTxStyle/>
      <a:tcStyle>
        <a:tcBdr/>
        <a:fill>
          <a:solidFill>
            <a:schemeClr val="accent4">
              <a:lumOff val="58054"/>
            </a:schemeClr>
          </a:solidFill>
        </a:fill>
      </a:tcStyle>
    </a:band2H>
    <a:firstCol>
      <a:tcTxStyle b="on" i="on">
        <a:fontRef idx="major">
          <a:schemeClr val="accent4">
            <a:lumOff val="58054"/>
          </a:schemeClr>
        </a:fontRef>
        <a:schemeClr val="accent4">
          <a:lumOff val="58054"/>
        </a:schemeClr>
      </a:tcTxStyle>
      <a:tcStyle>
        <a:tcBdr>
          <a:left>
            <a:ln w="12700" cap="flat">
              <a:solidFill>
                <a:schemeClr val="accent4">
                  <a:lumOff val="58054"/>
                </a:schemeClr>
              </a:solidFill>
              <a:prstDash val="solid"/>
              <a:bevel/>
            </a:ln>
          </a:left>
          <a:right>
            <a:ln w="12700" cap="flat">
              <a:solidFill>
                <a:schemeClr val="accent4">
                  <a:lumOff val="58054"/>
                </a:schemeClr>
              </a:solidFill>
              <a:prstDash val="solid"/>
              <a:bevel/>
            </a:ln>
          </a:right>
          <a:top>
            <a:ln w="12700" cap="flat">
              <a:solidFill>
                <a:schemeClr val="accent4">
                  <a:lumOff val="58054"/>
                </a:schemeClr>
              </a:solidFill>
              <a:prstDash val="solid"/>
              <a:bevel/>
            </a:ln>
          </a:top>
          <a:bottom>
            <a:ln w="12700" cap="flat">
              <a:solidFill>
                <a:schemeClr val="accent4">
                  <a:lumOff val="58054"/>
                </a:schemeClr>
              </a:solidFill>
              <a:prstDash val="solid"/>
              <a:bevel/>
            </a:ln>
          </a:bottom>
          <a:insideH>
            <a:ln w="12700" cap="flat">
              <a:solidFill>
                <a:schemeClr val="accent4">
                  <a:lumOff val="58054"/>
                </a:schemeClr>
              </a:solidFill>
              <a:prstDash val="solid"/>
              <a:bevel/>
            </a:ln>
          </a:insideH>
          <a:insideV>
            <a:ln w="12700" cap="flat">
              <a:solidFill>
                <a:schemeClr val="accent4">
                  <a:lumOff val="58054"/>
                </a:schemeClr>
              </a:solidFill>
              <a:prstDash val="solid"/>
              <a:bevel/>
            </a:ln>
          </a:insideV>
        </a:tcBdr>
        <a:fill>
          <a:solidFill>
            <a:schemeClr val="accent4">
              <a:lumOff val="58054"/>
            </a:schemeClr>
          </a:solidFill>
        </a:fill>
      </a:tcStyle>
    </a:firstCol>
    <a:lastRow>
      <a:tcTxStyle b="on" i="on">
        <a:fontRef idx="major">
          <a:schemeClr val="accent4">
            <a:lumOff val="58054"/>
          </a:schemeClr>
        </a:fontRef>
        <a:schemeClr val="accent4">
          <a:lumOff val="58054"/>
        </a:schemeClr>
      </a:tcTxStyle>
      <a:tcStyle>
        <a:tcBdr>
          <a:left>
            <a:ln w="12700" cap="flat">
              <a:solidFill>
                <a:schemeClr val="accent4">
                  <a:lumOff val="58054"/>
                </a:schemeClr>
              </a:solidFill>
              <a:prstDash val="solid"/>
              <a:bevel/>
            </a:ln>
          </a:left>
          <a:right>
            <a:ln w="12700" cap="flat">
              <a:solidFill>
                <a:schemeClr val="accent4">
                  <a:lumOff val="58054"/>
                </a:schemeClr>
              </a:solidFill>
              <a:prstDash val="solid"/>
              <a:bevel/>
            </a:ln>
          </a:right>
          <a:top>
            <a:ln w="38100" cap="flat">
              <a:solidFill>
                <a:schemeClr val="accent4">
                  <a:lumOff val="58054"/>
                </a:schemeClr>
              </a:solidFill>
              <a:prstDash val="solid"/>
              <a:bevel/>
            </a:ln>
          </a:top>
          <a:bottom>
            <a:ln w="12700" cap="flat">
              <a:solidFill>
                <a:schemeClr val="accent4">
                  <a:lumOff val="58054"/>
                </a:schemeClr>
              </a:solidFill>
              <a:prstDash val="solid"/>
              <a:bevel/>
            </a:ln>
          </a:bottom>
          <a:insideH>
            <a:ln w="12700" cap="flat">
              <a:solidFill>
                <a:schemeClr val="accent4">
                  <a:lumOff val="58054"/>
                </a:schemeClr>
              </a:solidFill>
              <a:prstDash val="solid"/>
              <a:bevel/>
            </a:ln>
          </a:insideH>
          <a:insideV>
            <a:ln w="12700" cap="flat">
              <a:solidFill>
                <a:schemeClr val="accent4">
                  <a:lumOff val="58054"/>
                </a:schemeClr>
              </a:solidFill>
              <a:prstDash val="solid"/>
              <a:bevel/>
            </a:ln>
          </a:insideV>
        </a:tcBdr>
        <a:fill>
          <a:solidFill>
            <a:schemeClr val="accent4">
              <a:lumOff val="58054"/>
            </a:schemeClr>
          </a:solidFill>
        </a:fill>
      </a:tcStyle>
    </a:lastRow>
    <a:firstRow>
      <a:tcTxStyle b="on" i="on">
        <a:fontRef idx="major">
          <a:schemeClr val="accent4">
            <a:lumOff val="58054"/>
          </a:schemeClr>
        </a:fontRef>
        <a:schemeClr val="accent4">
          <a:lumOff val="58054"/>
        </a:schemeClr>
      </a:tcTxStyle>
      <a:tcStyle>
        <a:tcBdr>
          <a:left>
            <a:ln w="12700" cap="flat">
              <a:solidFill>
                <a:schemeClr val="accent4">
                  <a:lumOff val="58054"/>
                </a:schemeClr>
              </a:solidFill>
              <a:prstDash val="solid"/>
              <a:bevel/>
            </a:ln>
          </a:left>
          <a:right>
            <a:ln w="12700" cap="flat">
              <a:solidFill>
                <a:schemeClr val="accent4">
                  <a:lumOff val="58054"/>
                </a:schemeClr>
              </a:solidFill>
              <a:prstDash val="solid"/>
              <a:bevel/>
            </a:ln>
          </a:right>
          <a:top>
            <a:ln w="12700" cap="flat">
              <a:solidFill>
                <a:schemeClr val="accent4">
                  <a:lumOff val="58054"/>
                </a:schemeClr>
              </a:solidFill>
              <a:prstDash val="solid"/>
              <a:bevel/>
            </a:ln>
          </a:top>
          <a:bottom>
            <a:ln w="38100" cap="flat">
              <a:solidFill>
                <a:schemeClr val="accent4">
                  <a:lumOff val="58054"/>
                </a:schemeClr>
              </a:solidFill>
              <a:prstDash val="solid"/>
              <a:bevel/>
            </a:ln>
          </a:bottom>
          <a:insideH>
            <a:ln w="12700" cap="flat">
              <a:solidFill>
                <a:schemeClr val="accent4">
                  <a:lumOff val="58054"/>
                </a:schemeClr>
              </a:solidFill>
              <a:prstDash val="solid"/>
              <a:bevel/>
            </a:ln>
          </a:insideH>
          <a:insideV>
            <a:ln w="12700" cap="flat">
              <a:solidFill>
                <a:schemeClr val="accent4">
                  <a:lumOff val="58054"/>
                </a:schemeClr>
              </a:solidFill>
              <a:prstDash val="solid"/>
              <a:bevel/>
            </a:ln>
          </a:insideV>
        </a:tcBdr>
        <a:fill>
          <a:solidFill>
            <a:schemeClr val="accent4">
              <a:lumOff val="58054"/>
            </a:schemeClr>
          </a:solidFill>
        </a:fill>
      </a:tcStyle>
    </a:firstRow>
  </a:tblStyle>
  <a:tblStyle styleId="{CF821DB8-F4EB-4A41-A1BA-3FCAFE7338EE}" styleName="">
    <a:tblBg/>
    <a:wholeTbl>
      <a:tcTxStyle b="on" i="on">
        <a:fontRef idx="major">
          <a:srgbClr val="44546A"/>
        </a:fontRef>
        <a:srgbClr val="44546A"/>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8E9EA"/>
          </a:solidFill>
        </a:fill>
      </a:tcStyle>
    </a:wholeTbl>
    <a:band2H>
      <a:tcTxStyle/>
      <a:tcStyle>
        <a:tcBdr/>
        <a:fill>
          <a:solidFill>
            <a:schemeClr val="accent4">
              <a:lumOff val="58054"/>
            </a:schemeClr>
          </a:solidFill>
        </a:fill>
      </a:tcStyle>
    </a:band2H>
    <a:firstCol>
      <a:tcTxStyle b="on" i="on">
        <a:fontRef idx="major">
          <a:schemeClr val="accent4">
            <a:lumOff val="58054"/>
          </a:schemeClr>
        </a:fontRef>
        <a:schemeClr val="accent4">
          <a:lumOff val="58054"/>
        </a:schemeClr>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n">
        <a:fontRef idx="major">
          <a:srgbClr val="44546A"/>
        </a:fontRef>
        <a:srgbClr val="44546A"/>
      </a:tcTxStyle>
      <a:tcStyle>
        <a:tcBdr>
          <a:left>
            <a:ln w="12700" cap="flat">
              <a:noFill/>
              <a:miter lim="400000"/>
            </a:ln>
          </a:left>
          <a:right>
            <a:ln w="12700" cap="flat">
              <a:noFill/>
              <a:miter lim="400000"/>
            </a:ln>
          </a:right>
          <a:top>
            <a:ln w="50800" cap="flat">
              <a:solidFill>
                <a:srgbClr val="44546A"/>
              </a:solidFill>
              <a:prstDash val="solid"/>
              <a:bevel/>
            </a:ln>
          </a:top>
          <a:bottom>
            <a:ln w="25400" cap="flat">
              <a:solidFill>
                <a:srgbClr val="44546A"/>
              </a:solidFill>
              <a:prstDash val="solid"/>
              <a:bevel/>
            </a:ln>
          </a:bottom>
          <a:insideH>
            <a:ln w="12700" cap="flat">
              <a:noFill/>
              <a:miter lim="400000"/>
            </a:ln>
          </a:insideH>
          <a:insideV>
            <a:ln w="12700" cap="flat">
              <a:noFill/>
              <a:miter lim="400000"/>
            </a:ln>
          </a:insideV>
        </a:tcBdr>
        <a:fill>
          <a:solidFill>
            <a:schemeClr val="accent4">
              <a:lumOff val="58054"/>
            </a:schemeClr>
          </a:solidFill>
        </a:fill>
      </a:tcStyle>
    </a:lastRow>
    <a:firstRow>
      <a:tcTxStyle b="on" i="on">
        <a:fontRef idx="major">
          <a:schemeClr val="accent4">
            <a:lumOff val="58054"/>
          </a:schemeClr>
        </a:fontRef>
        <a:schemeClr val="accent4">
          <a:lumOff val="58054"/>
        </a:schemeClr>
      </a:tcTxStyle>
      <a:tcStyle>
        <a:tcBdr>
          <a:left>
            <a:ln w="12700" cap="flat">
              <a:noFill/>
              <a:miter lim="400000"/>
            </a:ln>
          </a:left>
          <a:right>
            <a:ln w="12700" cap="flat">
              <a:noFill/>
              <a:miter lim="400000"/>
            </a:ln>
          </a:right>
          <a:top>
            <a:ln w="25400" cap="flat">
              <a:solidFill>
                <a:srgbClr val="44546A"/>
              </a:solidFill>
              <a:prstDash val="solid"/>
              <a:bevel/>
            </a:ln>
          </a:top>
          <a:bottom>
            <a:ln w="25400" cap="flat">
              <a:solidFill>
                <a:srgbClr val="44546A"/>
              </a:solidFill>
              <a:prstDash val="solid"/>
              <a:bevel/>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n" i="on">
        <a:fontRef idx="major">
          <a:srgbClr val="44546A"/>
        </a:fontRef>
        <a:srgbClr val="44546A"/>
      </a:tcTxStyle>
      <a:tcStyle>
        <a:tcBdr>
          <a:left>
            <a:ln w="12700" cap="flat">
              <a:solidFill>
                <a:schemeClr val="accent4">
                  <a:lumOff val="58054"/>
                </a:schemeClr>
              </a:solidFill>
              <a:prstDash val="solid"/>
              <a:bevel/>
            </a:ln>
          </a:left>
          <a:right>
            <a:ln w="12700" cap="flat">
              <a:solidFill>
                <a:schemeClr val="accent4">
                  <a:lumOff val="58054"/>
                </a:schemeClr>
              </a:solidFill>
              <a:prstDash val="solid"/>
              <a:bevel/>
            </a:ln>
          </a:right>
          <a:top>
            <a:ln w="12700" cap="flat">
              <a:solidFill>
                <a:schemeClr val="accent4">
                  <a:lumOff val="58054"/>
                </a:schemeClr>
              </a:solidFill>
              <a:prstDash val="solid"/>
              <a:bevel/>
            </a:ln>
          </a:top>
          <a:bottom>
            <a:ln w="12700" cap="flat">
              <a:solidFill>
                <a:schemeClr val="accent4">
                  <a:lumOff val="58054"/>
                </a:schemeClr>
              </a:solidFill>
              <a:prstDash val="solid"/>
              <a:bevel/>
            </a:ln>
          </a:bottom>
          <a:insideH>
            <a:ln w="12700" cap="flat">
              <a:solidFill>
                <a:schemeClr val="accent4">
                  <a:lumOff val="58054"/>
                </a:schemeClr>
              </a:solidFill>
              <a:prstDash val="solid"/>
              <a:bevel/>
            </a:ln>
          </a:insideH>
          <a:insideV>
            <a:ln w="12700" cap="flat">
              <a:solidFill>
                <a:schemeClr val="accent4">
                  <a:lumOff val="58054"/>
                </a:schemeClr>
              </a:solidFill>
              <a:prstDash val="solid"/>
              <a:bevel/>
            </a:ln>
          </a:insideV>
        </a:tcBdr>
        <a:fill>
          <a:solidFill>
            <a:srgbClr val="CDCFD3"/>
          </a:solidFill>
        </a:fill>
      </a:tcStyle>
    </a:wholeTbl>
    <a:band2H>
      <a:tcTxStyle/>
      <a:tcStyle>
        <a:tcBdr/>
        <a:fill>
          <a:solidFill>
            <a:srgbClr val="E8E9EA"/>
          </a:solidFill>
        </a:fill>
      </a:tcStyle>
    </a:band2H>
    <a:firstCol>
      <a:tcTxStyle b="on" i="on">
        <a:fontRef idx="major">
          <a:schemeClr val="accent4">
            <a:lumOff val="58054"/>
          </a:schemeClr>
        </a:fontRef>
        <a:schemeClr val="accent4">
          <a:lumOff val="58054"/>
        </a:schemeClr>
      </a:tcTxStyle>
      <a:tcStyle>
        <a:tcBdr>
          <a:left>
            <a:ln w="12700" cap="flat">
              <a:solidFill>
                <a:schemeClr val="accent4">
                  <a:lumOff val="58054"/>
                </a:schemeClr>
              </a:solidFill>
              <a:prstDash val="solid"/>
              <a:bevel/>
            </a:ln>
          </a:left>
          <a:right>
            <a:ln w="12700" cap="flat">
              <a:solidFill>
                <a:schemeClr val="accent4">
                  <a:lumOff val="58054"/>
                </a:schemeClr>
              </a:solidFill>
              <a:prstDash val="solid"/>
              <a:bevel/>
            </a:ln>
          </a:right>
          <a:top>
            <a:ln w="12700" cap="flat">
              <a:solidFill>
                <a:schemeClr val="accent4">
                  <a:lumOff val="58054"/>
                </a:schemeClr>
              </a:solidFill>
              <a:prstDash val="solid"/>
              <a:bevel/>
            </a:ln>
          </a:top>
          <a:bottom>
            <a:ln w="12700" cap="flat">
              <a:solidFill>
                <a:schemeClr val="accent4">
                  <a:lumOff val="58054"/>
                </a:schemeClr>
              </a:solidFill>
              <a:prstDash val="solid"/>
              <a:bevel/>
            </a:ln>
          </a:bottom>
          <a:insideH>
            <a:ln w="12700" cap="flat">
              <a:solidFill>
                <a:schemeClr val="accent4">
                  <a:lumOff val="58054"/>
                </a:schemeClr>
              </a:solidFill>
              <a:prstDash val="solid"/>
              <a:bevel/>
            </a:ln>
          </a:insideH>
          <a:insideV>
            <a:ln w="12700" cap="flat">
              <a:solidFill>
                <a:schemeClr val="accent4">
                  <a:lumOff val="58054"/>
                </a:schemeClr>
              </a:solidFill>
              <a:prstDash val="solid"/>
              <a:bevel/>
            </a:ln>
          </a:insideV>
        </a:tcBdr>
        <a:fill>
          <a:solidFill>
            <a:srgbClr val="44546A"/>
          </a:solidFill>
        </a:fill>
      </a:tcStyle>
    </a:firstCol>
    <a:lastRow>
      <a:tcTxStyle b="on" i="on">
        <a:fontRef idx="major">
          <a:schemeClr val="accent4">
            <a:lumOff val="58054"/>
          </a:schemeClr>
        </a:fontRef>
        <a:schemeClr val="accent4">
          <a:lumOff val="58054"/>
        </a:schemeClr>
      </a:tcTxStyle>
      <a:tcStyle>
        <a:tcBdr>
          <a:left>
            <a:ln w="12700" cap="flat">
              <a:solidFill>
                <a:schemeClr val="accent4">
                  <a:lumOff val="58054"/>
                </a:schemeClr>
              </a:solidFill>
              <a:prstDash val="solid"/>
              <a:bevel/>
            </a:ln>
          </a:left>
          <a:right>
            <a:ln w="12700" cap="flat">
              <a:solidFill>
                <a:schemeClr val="accent4">
                  <a:lumOff val="58054"/>
                </a:schemeClr>
              </a:solidFill>
              <a:prstDash val="solid"/>
              <a:bevel/>
            </a:ln>
          </a:right>
          <a:top>
            <a:ln w="38100" cap="flat">
              <a:solidFill>
                <a:schemeClr val="accent4">
                  <a:lumOff val="58054"/>
                </a:schemeClr>
              </a:solidFill>
              <a:prstDash val="solid"/>
              <a:bevel/>
            </a:ln>
          </a:top>
          <a:bottom>
            <a:ln w="12700" cap="flat">
              <a:solidFill>
                <a:schemeClr val="accent4">
                  <a:lumOff val="58054"/>
                </a:schemeClr>
              </a:solidFill>
              <a:prstDash val="solid"/>
              <a:bevel/>
            </a:ln>
          </a:bottom>
          <a:insideH>
            <a:ln w="12700" cap="flat">
              <a:solidFill>
                <a:schemeClr val="accent4">
                  <a:lumOff val="58054"/>
                </a:schemeClr>
              </a:solidFill>
              <a:prstDash val="solid"/>
              <a:bevel/>
            </a:ln>
          </a:insideH>
          <a:insideV>
            <a:ln w="12700" cap="flat">
              <a:solidFill>
                <a:schemeClr val="accent4">
                  <a:lumOff val="58054"/>
                </a:schemeClr>
              </a:solidFill>
              <a:prstDash val="solid"/>
              <a:bevel/>
            </a:ln>
          </a:insideV>
        </a:tcBdr>
        <a:fill>
          <a:solidFill>
            <a:srgbClr val="44546A"/>
          </a:solidFill>
        </a:fill>
      </a:tcStyle>
    </a:lastRow>
    <a:firstRow>
      <a:tcTxStyle b="on" i="on">
        <a:fontRef idx="major">
          <a:schemeClr val="accent4">
            <a:lumOff val="58054"/>
          </a:schemeClr>
        </a:fontRef>
        <a:schemeClr val="accent4">
          <a:lumOff val="58054"/>
        </a:schemeClr>
      </a:tcTxStyle>
      <a:tcStyle>
        <a:tcBdr>
          <a:left>
            <a:ln w="12700" cap="flat">
              <a:solidFill>
                <a:schemeClr val="accent4">
                  <a:lumOff val="58054"/>
                </a:schemeClr>
              </a:solidFill>
              <a:prstDash val="solid"/>
              <a:bevel/>
            </a:ln>
          </a:left>
          <a:right>
            <a:ln w="12700" cap="flat">
              <a:solidFill>
                <a:schemeClr val="accent4">
                  <a:lumOff val="58054"/>
                </a:schemeClr>
              </a:solidFill>
              <a:prstDash val="solid"/>
              <a:bevel/>
            </a:ln>
          </a:right>
          <a:top>
            <a:ln w="12700" cap="flat">
              <a:solidFill>
                <a:schemeClr val="accent4">
                  <a:lumOff val="58054"/>
                </a:schemeClr>
              </a:solidFill>
              <a:prstDash val="solid"/>
              <a:bevel/>
            </a:ln>
          </a:top>
          <a:bottom>
            <a:ln w="38100" cap="flat">
              <a:solidFill>
                <a:schemeClr val="accent4">
                  <a:lumOff val="58054"/>
                </a:schemeClr>
              </a:solidFill>
              <a:prstDash val="solid"/>
              <a:bevel/>
            </a:ln>
          </a:bottom>
          <a:insideH>
            <a:ln w="12700" cap="flat">
              <a:solidFill>
                <a:schemeClr val="accent4">
                  <a:lumOff val="58054"/>
                </a:schemeClr>
              </a:solidFill>
              <a:prstDash val="solid"/>
              <a:bevel/>
            </a:ln>
          </a:insideH>
          <a:insideV>
            <a:ln w="12700" cap="flat">
              <a:solidFill>
                <a:schemeClr val="accent4">
                  <a:lumOff val="58054"/>
                </a:schemeClr>
              </a:solidFill>
              <a:prstDash val="solid"/>
              <a:bevel/>
            </a:ln>
          </a:insideV>
        </a:tcBdr>
        <a:fill>
          <a:solidFill>
            <a:srgbClr val="44546A"/>
          </a:solidFill>
        </a:fill>
      </a:tcStyle>
    </a:firstRow>
  </a:tblStyle>
  <a:tblStyle styleId="{2708684C-4D16-4618-839F-0558EEFCDFE6}" styleName="">
    <a:tblBg/>
    <a:wholeTbl>
      <a:tcTxStyle b="on" i="on">
        <a:fontRef idx="major">
          <a:srgbClr val="44546A"/>
        </a:fontRef>
        <a:srgbClr val="44546A"/>
      </a:tcTxStyle>
      <a:tcStyle>
        <a:tcBdr>
          <a:left>
            <a:ln w="12700" cap="flat">
              <a:solidFill>
                <a:srgbClr val="44546A"/>
              </a:solidFill>
              <a:prstDash val="solid"/>
              <a:bevel/>
            </a:ln>
          </a:left>
          <a:right>
            <a:ln w="12700" cap="flat">
              <a:solidFill>
                <a:srgbClr val="44546A"/>
              </a:solidFill>
              <a:prstDash val="solid"/>
              <a:bevel/>
            </a:ln>
          </a:right>
          <a:top>
            <a:ln w="12700" cap="flat">
              <a:solidFill>
                <a:srgbClr val="44546A"/>
              </a:solidFill>
              <a:prstDash val="solid"/>
              <a:bevel/>
            </a:ln>
          </a:top>
          <a:bottom>
            <a:ln w="12700" cap="flat">
              <a:solidFill>
                <a:srgbClr val="44546A"/>
              </a:solidFill>
              <a:prstDash val="solid"/>
              <a:bevel/>
            </a:ln>
          </a:bottom>
          <a:insideH>
            <a:ln w="12700" cap="flat">
              <a:solidFill>
                <a:srgbClr val="44546A"/>
              </a:solidFill>
              <a:prstDash val="solid"/>
              <a:bevel/>
            </a:ln>
          </a:insideH>
          <a:insideV>
            <a:ln w="12700" cap="flat">
              <a:solidFill>
                <a:srgbClr val="44546A"/>
              </a:solidFill>
              <a:prstDash val="solid"/>
              <a:bevel/>
            </a:ln>
          </a:insideV>
        </a:tcBdr>
        <a:fill>
          <a:solidFill>
            <a:srgbClr val="44546A">
              <a:alpha val="20000"/>
            </a:srgbClr>
          </a:solidFill>
        </a:fill>
      </a:tcStyle>
    </a:wholeTbl>
    <a:band2H>
      <a:tcTxStyle/>
      <a:tcStyle>
        <a:tcBdr/>
        <a:fill>
          <a:solidFill>
            <a:schemeClr val="accent4">
              <a:lumOff val="58054"/>
            </a:schemeClr>
          </a:solidFill>
        </a:fill>
      </a:tcStyle>
    </a:band2H>
    <a:firstCol>
      <a:tcTxStyle b="on" i="on">
        <a:fontRef idx="major">
          <a:srgbClr val="44546A"/>
        </a:fontRef>
        <a:srgbClr val="44546A"/>
      </a:tcTxStyle>
      <a:tcStyle>
        <a:tcBdr>
          <a:left>
            <a:ln w="12700" cap="flat">
              <a:solidFill>
                <a:srgbClr val="44546A"/>
              </a:solidFill>
              <a:prstDash val="solid"/>
              <a:bevel/>
            </a:ln>
          </a:left>
          <a:right>
            <a:ln w="12700" cap="flat">
              <a:solidFill>
                <a:srgbClr val="44546A"/>
              </a:solidFill>
              <a:prstDash val="solid"/>
              <a:bevel/>
            </a:ln>
          </a:right>
          <a:top>
            <a:ln w="12700" cap="flat">
              <a:solidFill>
                <a:srgbClr val="44546A"/>
              </a:solidFill>
              <a:prstDash val="solid"/>
              <a:bevel/>
            </a:ln>
          </a:top>
          <a:bottom>
            <a:ln w="12700" cap="flat">
              <a:solidFill>
                <a:srgbClr val="44546A"/>
              </a:solidFill>
              <a:prstDash val="solid"/>
              <a:bevel/>
            </a:ln>
          </a:bottom>
          <a:insideH>
            <a:ln w="12700" cap="flat">
              <a:solidFill>
                <a:srgbClr val="44546A"/>
              </a:solidFill>
              <a:prstDash val="solid"/>
              <a:bevel/>
            </a:ln>
          </a:insideH>
          <a:insideV>
            <a:ln w="12700" cap="flat">
              <a:solidFill>
                <a:srgbClr val="44546A"/>
              </a:solidFill>
              <a:prstDash val="solid"/>
              <a:bevel/>
            </a:ln>
          </a:insideV>
        </a:tcBdr>
        <a:fill>
          <a:solidFill>
            <a:srgbClr val="44546A">
              <a:alpha val="20000"/>
            </a:srgbClr>
          </a:solidFill>
        </a:fill>
      </a:tcStyle>
    </a:firstCol>
    <a:lastRow>
      <a:tcTxStyle b="on" i="on">
        <a:fontRef idx="major">
          <a:srgbClr val="44546A"/>
        </a:fontRef>
        <a:srgbClr val="44546A"/>
      </a:tcTxStyle>
      <a:tcStyle>
        <a:tcBdr>
          <a:left>
            <a:ln w="12700" cap="flat">
              <a:solidFill>
                <a:srgbClr val="44546A"/>
              </a:solidFill>
              <a:prstDash val="solid"/>
              <a:bevel/>
            </a:ln>
          </a:left>
          <a:right>
            <a:ln w="12700" cap="flat">
              <a:solidFill>
                <a:srgbClr val="44546A"/>
              </a:solidFill>
              <a:prstDash val="solid"/>
              <a:bevel/>
            </a:ln>
          </a:right>
          <a:top>
            <a:ln w="50800" cap="flat">
              <a:solidFill>
                <a:srgbClr val="44546A"/>
              </a:solidFill>
              <a:prstDash val="solid"/>
              <a:bevel/>
            </a:ln>
          </a:top>
          <a:bottom>
            <a:ln w="12700" cap="flat">
              <a:solidFill>
                <a:srgbClr val="44546A"/>
              </a:solidFill>
              <a:prstDash val="solid"/>
              <a:bevel/>
            </a:ln>
          </a:bottom>
          <a:insideH>
            <a:ln w="12700" cap="flat">
              <a:solidFill>
                <a:srgbClr val="44546A"/>
              </a:solidFill>
              <a:prstDash val="solid"/>
              <a:bevel/>
            </a:ln>
          </a:insideH>
          <a:insideV>
            <a:ln w="12700" cap="flat">
              <a:solidFill>
                <a:srgbClr val="44546A"/>
              </a:solidFill>
              <a:prstDash val="solid"/>
              <a:bevel/>
            </a:ln>
          </a:insideV>
        </a:tcBdr>
        <a:fill>
          <a:noFill/>
        </a:fill>
      </a:tcStyle>
    </a:lastRow>
    <a:firstRow>
      <a:tcTxStyle b="on" i="on">
        <a:fontRef idx="major">
          <a:srgbClr val="44546A"/>
        </a:fontRef>
        <a:srgbClr val="44546A"/>
      </a:tcTxStyle>
      <a:tcStyle>
        <a:tcBdr>
          <a:left>
            <a:ln w="12700" cap="flat">
              <a:solidFill>
                <a:srgbClr val="44546A"/>
              </a:solidFill>
              <a:prstDash val="solid"/>
              <a:bevel/>
            </a:ln>
          </a:left>
          <a:right>
            <a:ln w="12700" cap="flat">
              <a:solidFill>
                <a:srgbClr val="44546A"/>
              </a:solidFill>
              <a:prstDash val="solid"/>
              <a:bevel/>
            </a:ln>
          </a:right>
          <a:top>
            <a:ln w="12700" cap="flat">
              <a:solidFill>
                <a:srgbClr val="44546A"/>
              </a:solidFill>
              <a:prstDash val="solid"/>
              <a:bevel/>
            </a:ln>
          </a:top>
          <a:bottom>
            <a:ln w="25400" cap="flat">
              <a:solidFill>
                <a:srgbClr val="44546A"/>
              </a:solidFill>
              <a:prstDash val="solid"/>
              <a:bevel/>
            </a:ln>
          </a:bottom>
          <a:insideH>
            <a:ln w="12700" cap="flat">
              <a:solidFill>
                <a:srgbClr val="44546A"/>
              </a:solidFill>
              <a:prstDash val="solid"/>
              <a:bevel/>
            </a:ln>
          </a:insideH>
          <a:insideV>
            <a:ln w="12700" cap="flat">
              <a:solidFill>
                <a:srgbClr val="44546A"/>
              </a:solidFill>
              <a:prstDash val="solid"/>
              <a:bevel/>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753"/>
    <p:restoredTop sz="94619"/>
  </p:normalViewPr>
  <p:slideViewPr>
    <p:cSldViewPr snapToGrid="0" snapToObjects="1">
      <p:cViewPr>
        <p:scale>
          <a:sx n="90" d="100"/>
          <a:sy n="90" d="100"/>
        </p:scale>
        <p:origin x="144" y="-6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9" name="Shape 29"/>
          <p:cNvSpPr>
            <a:spLocks noGrp="1" noRot="1" noChangeAspect="1"/>
          </p:cNvSpPr>
          <p:nvPr>
            <p:ph type="sldImg"/>
          </p:nvPr>
        </p:nvSpPr>
        <p:spPr>
          <a:xfrm>
            <a:off x="1143000" y="685800"/>
            <a:ext cx="4572000" cy="3429000"/>
          </a:xfrm>
          <a:prstGeom prst="rect">
            <a:avLst/>
          </a:prstGeom>
        </p:spPr>
        <p:txBody>
          <a:bodyPr/>
          <a:lstStyle/>
          <a:p>
            <a:endParaRPr/>
          </a:p>
        </p:txBody>
      </p:sp>
      <p:sp>
        <p:nvSpPr>
          <p:cNvPr id="30" name="Shape 30"/>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976189024"/>
      </p:ext>
    </p:extLst>
  </p:cSld>
  <p:clrMap bg1="lt1" tx1="dk1" bg2="lt2" tx2="dk2" accent1="accent1" accent2="accent2" accent3="accent3" accent4="accent4" accent5="accent5" accent6="accent6" hlink="hlink" folHlink="folHlink"/>
  <p:notesStyle>
    <a:lvl1pPr defTabSz="457200" latinLnBrk="0">
      <a:lnSpc>
        <a:spcPct val="125000"/>
      </a:lnSpc>
      <a:defRPr sz="5600">
        <a:latin typeface="+mn-lt"/>
        <a:ea typeface="+mn-ea"/>
        <a:cs typeface="+mn-cs"/>
        <a:sym typeface="Avenir Roman"/>
      </a:defRPr>
    </a:lvl1pPr>
    <a:lvl2pPr indent="228600" defTabSz="457200" latinLnBrk="0">
      <a:lnSpc>
        <a:spcPct val="125000"/>
      </a:lnSpc>
      <a:defRPr sz="5600">
        <a:latin typeface="+mn-lt"/>
        <a:ea typeface="+mn-ea"/>
        <a:cs typeface="+mn-cs"/>
        <a:sym typeface="Avenir Roman"/>
      </a:defRPr>
    </a:lvl2pPr>
    <a:lvl3pPr indent="457200" defTabSz="457200" latinLnBrk="0">
      <a:lnSpc>
        <a:spcPct val="125000"/>
      </a:lnSpc>
      <a:defRPr sz="5600">
        <a:latin typeface="+mn-lt"/>
        <a:ea typeface="+mn-ea"/>
        <a:cs typeface="+mn-cs"/>
        <a:sym typeface="Avenir Roman"/>
      </a:defRPr>
    </a:lvl3pPr>
    <a:lvl4pPr indent="685800" defTabSz="457200" latinLnBrk="0">
      <a:lnSpc>
        <a:spcPct val="125000"/>
      </a:lnSpc>
      <a:defRPr sz="5600">
        <a:latin typeface="+mn-lt"/>
        <a:ea typeface="+mn-ea"/>
        <a:cs typeface="+mn-cs"/>
        <a:sym typeface="Avenir Roman"/>
      </a:defRPr>
    </a:lvl4pPr>
    <a:lvl5pPr indent="914400" defTabSz="457200" latinLnBrk="0">
      <a:lnSpc>
        <a:spcPct val="125000"/>
      </a:lnSpc>
      <a:defRPr sz="5600">
        <a:latin typeface="+mn-lt"/>
        <a:ea typeface="+mn-ea"/>
        <a:cs typeface="+mn-cs"/>
        <a:sym typeface="Avenir Roman"/>
      </a:defRPr>
    </a:lvl5pPr>
    <a:lvl6pPr indent="1143000" defTabSz="457200" latinLnBrk="0">
      <a:lnSpc>
        <a:spcPct val="125000"/>
      </a:lnSpc>
      <a:defRPr sz="5600">
        <a:latin typeface="+mn-lt"/>
        <a:ea typeface="+mn-ea"/>
        <a:cs typeface="+mn-cs"/>
        <a:sym typeface="Avenir Roman"/>
      </a:defRPr>
    </a:lvl6pPr>
    <a:lvl7pPr indent="1371600" defTabSz="457200" latinLnBrk="0">
      <a:lnSpc>
        <a:spcPct val="125000"/>
      </a:lnSpc>
      <a:defRPr sz="5600">
        <a:latin typeface="+mn-lt"/>
        <a:ea typeface="+mn-ea"/>
        <a:cs typeface="+mn-cs"/>
        <a:sym typeface="Avenir Roman"/>
      </a:defRPr>
    </a:lvl7pPr>
    <a:lvl8pPr indent="1600200" defTabSz="457200" latinLnBrk="0">
      <a:lnSpc>
        <a:spcPct val="125000"/>
      </a:lnSpc>
      <a:defRPr sz="5600">
        <a:latin typeface="+mn-lt"/>
        <a:ea typeface="+mn-ea"/>
        <a:cs typeface="+mn-cs"/>
        <a:sym typeface="Avenir Roman"/>
      </a:defRPr>
    </a:lvl8pPr>
    <a:lvl9pPr indent="1828800" defTabSz="457200" latinLnBrk="0">
      <a:lnSpc>
        <a:spcPct val="125000"/>
      </a:lnSpc>
      <a:defRPr sz="5600">
        <a:latin typeface="+mn-lt"/>
        <a:ea typeface="+mn-ea"/>
        <a:cs typeface="+mn-cs"/>
        <a:sym typeface="Avenir Roman"/>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280857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Section Header">
    <p:spTree>
      <p:nvGrpSpPr>
        <p:cNvPr id="1" name=""/>
        <p:cNvGrpSpPr/>
        <p:nvPr/>
      </p:nvGrpSpPr>
      <p:grpSpPr>
        <a:xfrm>
          <a:off x="0" y="0"/>
          <a:ext cx="0" cy="0"/>
          <a:chOff x="0" y="0"/>
          <a:chExt cx="0" cy="0"/>
        </a:xfrm>
      </p:grpSpPr>
      <p:sp>
        <p:nvSpPr>
          <p:cNvPr id="11" name="Rectangle"/>
          <p:cNvSpPr/>
          <p:nvPr/>
        </p:nvSpPr>
        <p:spPr>
          <a:xfrm>
            <a:off x="1245926" y="12735286"/>
            <a:ext cx="934485" cy="453025"/>
          </a:xfrm>
          <a:prstGeom prst="rect">
            <a:avLst/>
          </a:prstGeom>
          <a:solidFill>
            <a:srgbClr val="D9D9D9"/>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12" name="Title Text"/>
          <p:cNvSpPr txBox="1">
            <a:spLocks noGrp="1"/>
          </p:cNvSpPr>
          <p:nvPr>
            <p:ph type="title"/>
          </p:nvPr>
        </p:nvSpPr>
        <p:spPr>
          <a:xfrm>
            <a:off x="1088492" y="796543"/>
            <a:ext cx="19468034" cy="1354799"/>
          </a:xfrm>
          <a:prstGeom prst="rect">
            <a:avLst/>
          </a:prstGeom>
        </p:spPr>
        <p:txBody>
          <a:bodyPr anchor="b"/>
          <a:lstStyle>
            <a:lvl1pPr>
              <a:defRPr sz="7300">
                <a:solidFill>
                  <a:srgbClr val="545454"/>
                </a:solidFill>
                <a:latin typeface="Avenir Book"/>
                <a:ea typeface="Avenir Book"/>
                <a:cs typeface="Avenir Book"/>
                <a:sym typeface="Avenir Book"/>
              </a:defRPr>
            </a:lvl1pPr>
          </a:lstStyle>
          <a:p>
            <a:r>
              <a:t>Title Text</a:t>
            </a:r>
          </a:p>
        </p:txBody>
      </p:sp>
      <p:sp>
        <p:nvSpPr>
          <p:cNvPr id="13" name="Body Level One…"/>
          <p:cNvSpPr txBox="1">
            <a:spLocks noGrp="1"/>
          </p:cNvSpPr>
          <p:nvPr>
            <p:ph type="body" sz="quarter" idx="1"/>
          </p:nvPr>
        </p:nvSpPr>
        <p:spPr>
          <a:xfrm>
            <a:off x="1147013" y="2175760"/>
            <a:ext cx="19409513" cy="752040"/>
          </a:xfrm>
          <a:prstGeom prst="rect">
            <a:avLst/>
          </a:prstGeom>
        </p:spPr>
        <p:txBody>
          <a:bodyPr/>
          <a:lstStyle>
            <a:lvl1pPr marL="0" indent="0">
              <a:buSzTx/>
              <a:buFontTx/>
              <a:buNone/>
              <a:defRPr sz="3300">
                <a:solidFill>
                  <a:srgbClr val="545454"/>
                </a:solidFill>
                <a:latin typeface="Helvetica Light"/>
                <a:ea typeface="Helvetica Light"/>
                <a:cs typeface="Helvetica Light"/>
                <a:sym typeface="Helvetica Light"/>
              </a:defRPr>
            </a:lvl1pPr>
            <a:lvl2pPr marL="0" indent="457200">
              <a:buSzTx/>
              <a:buFontTx/>
              <a:buNone/>
              <a:defRPr sz="3300">
                <a:solidFill>
                  <a:srgbClr val="344555"/>
                </a:solidFill>
                <a:latin typeface="+mj-lt"/>
                <a:ea typeface="+mj-ea"/>
                <a:cs typeface="+mj-cs"/>
                <a:sym typeface="Helvetica"/>
              </a:defRPr>
            </a:lvl2pPr>
            <a:lvl3pPr marL="0" indent="914400">
              <a:buSzTx/>
              <a:buFontTx/>
              <a:buNone/>
              <a:defRPr sz="3300">
                <a:solidFill>
                  <a:srgbClr val="344555"/>
                </a:solidFill>
                <a:latin typeface="+mj-lt"/>
                <a:ea typeface="+mj-ea"/>
                <a:cs typeface="+mj-cs"/>
                <a:sym typeface="Helvetica"/>
              </a:defRPr>
            </a:lvl3pPr>
            <a:lvl4pPr marL="0" indent="1371600">
              <a:buSzTx/>
              <a:buFontTx/>
              <a:buNone/>
              <a:defRPr sz="3300">
                <a:solidFill>
                  <a:srgbClr val="344555"/>
                </a:solidFill>
                <a:latin typeface="+mj-lt"/>
                <a:ea typeface="+mj-ea"/>
                <a:cs typeface="+mj-cs"/>
                <a:sym typeface="Helvetica"/>
              </a:defRPr>
            </a:lvl4pPr>
            <a:lvl5pPr marL="0" indent="1828800">
              <a:buSzTx/>
              <a:buFontTx/>
              <a:buNone/>
              <a:defRPr sz="3300">
                <a:solidFill>
                  <a:srgbClr val="344555"/>
                </a:solidFill>
                <a:latin typeface="+mj-lt"/>
                <a:ea typeface="+mj-ea"/>
                <a:cs typeface="+mj-cs"/>
                <a:sym typeface="Helvetica"/>
              </a:defRPr>
            </a:lvl5pPr>
          </a:lstStyle>
          <a:p>
            <a:r>
              <a:t>Body Level One</a:t>
            </a:r>
          </a:p>
          <a:p>
            <a:pPr lvl="1"/>
            <a:r>
              <a:t>Body Level Two</a:t>
            </a:r>
          </a:p>
          <a:p>
            <a:pPr lvl="2"/>
            <a:r>
              <a:t>Body Level Three</a:t>
            </a:r>
          </a:p>
          <a:p>
            <a:pPr lvl="3"/>
            <a:r>
              <a:t>Body Level Four</a:t>
            </a:r>
          </a:p>
          <a:p>
            <a:pPr lvl="4"/>
            <a:r>
              <a:t>Body Level Five</a:t>
            </a:r>
          </a:p>
        </p:txBody>
      </p:sp>
      <p:sp>
        <p:nvSpPr>
          <p:cNvPr id="14" name="Slide Number"/>
          <p:cNvSpPr txBox="1">
            <a:spLocks noGrp="1"/>
          </p:cNvSpPr>
          <p:nvPr>
            <p:ph type="sldNum" sz="quarter" idx="2"/>
          </p:nvPr>
        </p:nvSpPr>
        <p:spPr>
          <a:xfrm>
            <a:off x="1238083" y="12680620"/>
            <a:ext cx="950171" cy="524257"/>
          </a:xfrm>
          <a:prstGeom prst="rect">
            <a:avLst/>
          </a:prstGeom>
        </p:spPr>
        <p:txBody>
          <a:bodyPr anchor="t"/>
          <a:lstStyle>
            <a:lvl1pPr algn="ctr">
              <a:defRPr sz="2000" b="1">
                <a:solidFill>
                  <a:schemeClr val="accent4">
                    <a:lumOff val="58054"/>
                  </a:schemeClr>
                </a:solidFill>
                <a:latin typeface="+mj-lt"/>
                <a:ea typeface="+mj-ea"/>
                <a:cs typeface="+mj-cs"/>
                <a:sym typeface="Helvetica"/>
              </a:defRPr>
            </a:lvl1pPr>
          </a:lstStyle>
          <a:p>
            <a:fld id="{86CB4B4D-7CA3-9044-876B-883B54F8677D}" type="slidenum">
              <a:t>‹#›</a:t>
            </a:fld>
            <a:endParaRPr/>
          </a:p>
        </p:txBody>
      </p:sp>
      <p:sp>
        <p:nvSpPr>
          <p:cNvPr id="15" name="Line"/>
          <p:cNvSpPr/>
          <p:nvPr/>
        </p:nvSpPr>
        <p:spPr>
          <a:xfrm>
            <a:off x="1267745" y="2168496"/>
            <a:ext cx="21848509" cy="1"/>
          </a:xfrm>
          <a:prstGeom prst="line">
            <a:avLst/>
          </a:prstGeom>
          <a:ln w="12700">
            <a:solidFill>
              <a:srgbClr val="D9D9D9"/>
            </a:solidFill>
            <a:miter/>
          </a:ln>
        </p:spPr>
        <p:txBody>
          <a:bodyPr lIns="109727" tIns="109727" rIns="109727" bIns="109727"/>
          <a:lstStyle/>
          <a:p>
            <a:pPr defTabSz="457200">
              <a:defRPr sz="2800">
                <a:solidFill>
                  <a:srgbClr val="000000"/>
                </a:solidFill>
                <a:latin typeface="+mj-lt"/>
                <a:ea typeface="+mj-ea"/>
                <a:cs typeface="+mj-cs"/>
                <a:sym typeface="Helvetica"/>
              </a:defRPr>
            </a:pPr>
            <a:endParaRPr/>
          </a:p>
        </p:txBody>
      </p:sp>
      <p:sp>
        <p:nvSpPr>
          <p:cNvPr id="16" name="Line"/>
          <p:cNvSpPr/>
          <p:nvPr/>
        </p:nvSpPr>
        <p:spPr>
          <a:xfrm>
            <a:off x="1385626" y="12741636"/>
            <a:ext cx="21279242" cy="1"/>
          </a:xfrm>
          <a:prstGeom prst="line">
            <a:avLst/>
          </a:prstGeom>
          <a:ln w="12700">
            <a:solidFill>
              <a:srgbClr val="D9D9D9"/>
            </a:solidFill>
            <a:miter/>
          </a:ln>
        </p:spPr>
        <p:txBody>
          <a:bodyPr lIns="109727" tIns="109727" rIns="109727" bIns="109727"/>
          <a:lstStyle/>
          <a:p>
            <a:pPr defTabSz="457200">
              <a:defRPr sz="2800">
                <a:solidFill>
                  <a:srgbClr val="000000"/>
                </a:solidFill>
                <a:latin typeface="+mj-lt"/>
                <a:ea typeface="+mj-ea"/>
                <a:cs typeface="+mj-cs"/>
                <a:sym typeface="Helvetica"/>
              </a:defRPr>
            </a:pPr>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Off val="58054"/>
          </a:schemeClr>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2316479" y="184149"/>
            <a:ext cx="19751042" cy="3016251"/>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nchor="ctr"/>
          <a:lstStyle/>
          <a:p>
            <a:r>
              <a:t>Title Text</a:t>
            </a:r>
          </a:p>
        </p:txBody>
      </p:sp>
      <p:sp>
        <p:nvSpPr>
          <p:cNvPr id="3" name="Body Level One…"/>
          <p:cNvSpPr txBox="1">
            <a:spLocks noGrp="1"/>
          </p:cNvSpPr>
          <p:nvPr>
            <p:ph type="body" idx="1"/>
          </p:nvPr>
        </p:nvSpPr>
        <p:spPr>
          <a:xfrm>
            <a:off x="2316479" y="3200399"/>
            <a:ext cx="19751042" cy="10515602"/>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6946880" y="12344400"/>
            <a:ext cx="5120641" cy="736601"/>
          </a:xfrm>
          <a:prstGeom prst="rect">
            <a:avLst/>
          </a:prstGeom>
          <a:ln w="25400">
            <a:miter lim="400000"/>
          </a:ln>
        </p:spPr>
        <p:txBody>
          <a:bodyPr lIns="109727" tIns="109727" rIns="109727" bIns="109727" anchor="ctr">
            <a:spAutoFit/>
          </a:bodyPr>
          <a:lstStyle>
            <a:lvl1pPr algn="r">
              <a:defRPr sz="28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Lst>
  <p:transition spd="med"/>
  <p:txStyles>
    <p:titleStyle>
      <a:lvl1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1pPr>
      <a:lvl2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2pPr>
      <a:lvl3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3pPr>
      <a:lvl4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4pPr>
      <a:lvl5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5pPr>
      <a:lvl6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6pPr>
      <a:lvl7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7pPr>
      <a:lvl8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8pPr>
      <a:lvl9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9pPr>
    </p:titleStyle>
    <p:bodyStyle>
      <a:lvl1pPr marL="538842" marR="0" indent="-538842" algn="l" defTabSz="914400" rtl="0" latinLnBrk="0">
        <a:lnSpc>
          <a:spcPct val="90000"/>
        </a:lnSpc>
        <a:spcBef>
          <a:spcPts val="1000"/>
        </a:spcBef>
        <a:spcAft>
          <a:spcPts val="0"/>
        </a:spcAft>
        <a:buClrTx/>
        <a:buSzPct val="100000"/>
        <a:buFont typeface="Arial"/>
        <a:buChar char="•"/>
        <a:tabLst/>
        <a:defRPr sz="6600" b="0" i="0" u="none" strike="noStrike" cap="none" spc="0" baseline="0">
          <a:ln>
            <a:noFill/>
          </a:ln>
          <a:solidFill>
            <a:srgbClr val="44546A"/>
          </a:solidFill>
          <a:uFillTx/>
          <a:latin typeface="Calibri"/>
          <a:ea typeface="Calibri"/>
          <a:cs typeface="Calibri"/>
          <a:sym typeface="Calibri"/>
        </a:defRPr>
      </a:lvl1pPr>
      <a:lvl2pPr marL="1085850" marR="0" indent="-628650" algn="l" defTabSz="914400" rtl="0" latinLnBrk="0">
        <a:lnSpc>
          <a:spcPct val="90000"/>
        </a:lnSpc>
        <a:spcBef>
          <a:spcPts val="1000"/>
        </a:spcBef>
        <a:spcAft>
          <a:spcPts val="0"/>
        </a:spcAft>
        <a:buClrTx/>
        <a:buSzPct val="100000"/>
        <a:buFont typeface="Arial"/>
        <a:buChar char="•"/>
        <a:tabLst/>
        <a:defRPr sz="6600" b="0" i="0" u="none" strike="noStrike" cap="none" spc="0" baseline="0">
          <a:ln>
            <a:noFill/>
          </a:ln>
          <a:solidFill>
            <a:srgbClr val="44546A"/>
          </a:solidFill>
          <a:uFillTx/>
          <a:latin typeface="Calibri"/>
          <a:ea typeface="Calibri"/>
          <a:cs typeface="Calibri"/>
          <a:sym typeface="Calibri"/>
        </a:defRPr>
      </a:lvl2pPr>
      <a:lvl3pPr marL="1668779" marR="0" indent="-754379" algn="l" defTabSz="914400" rtl="0" latinLnBrk="0">
        <a:lnSpc>
          <a:spcPct val="90000"/>
        </a:lnSpc>
        <a:spcBef>
          <a:spcPts val="1000"/>
        </a:spcBef>
        <a:spcAft>
          <a:spcPts val="0"/>
        </a:spcAft>
        <a:buClrTx/>
        <a:buSzPct val="100000"/>
        <a:buFont typeface="Arial"/>
        <a:buChar char="•"/>
        <a:tabLst/>
        <a:defRPr sz="6600" b="0" i="0" u="none" strike="noStrike" cap="none" spc="0" baseline="0">
          <a:ln>
            <a:noFill/>
          </a:ln>
          <a:solidFill>
            <a:srgbClr val="44546A"/>
          </a:solidFill>
          <a:uFillTx/>
          <a:latin typeface="Calibri"/>
          <a:ea typeface="Calibri"/>
          <a:cs typeface="Calibri"/>
          <a:sym typeface="Calibri"/>
        </a:defRPr>
      </a:lvl3pPr>
      <a:lvl4pPr marL="2209800" marR="0" indent="-838200" algn="l" defTabSz="914400" rtl="0" latinLnBrk="0">
        <a:lnSpc>
          <a:spcPct val="90000"/>
        </a:lnSpc>
        <a:spcBef>
          <a:spcPts val="1000"/>
        </a:spcBef>
        <a:spcAft>
          <a:spcPts val="0"/>
        </a:spcAft>
        <a:buClrTx/>
        <a:buSzPct val="100000"/>
        <a:buFont typeface="Arial"/>
        <a:buChar char="•"/>
        <a:tabLst/>
        <a:defRPr sz="6600" b="0" i="0" u="none" strike="noStrike" cap="none" spc="0" baseline="0">
          <a:ln>
            <a:noFill/>
          </a:ln>
          <a:solidFill>
            <a:srgbClr val="44546A"/>
          </a:solidFill>
          <a:uFillTx/>
          <a:latin typeface="Calibri"/>
          <a:ea typeface="Calibri"/>
          <a:cs typeface="Calibri"/>
          <a:sym typeface="Calibri"/>
        </a:defRPr>
      </a:lvl4pPr>
      <a:lvl5pPr marL="2667000" marR="0" indent="-838200" algn="l" defTabSz="914400" rtl="0" latinLnBrk="0">
        <a:lnSpc>
          <a:spcPct val="90000"/>
        </a:lnSpc>
        <a:spcBef>
          <a:spcPts val="1000"/>
        </a:spcBef>
        <a:spcAft>
          <a:spcPts val="0"/>
        </a:spcAft>
        <a:buClrTx/>
        <a:buSzPct val="100000"/>
        <a:buFont typeface="Arial"/>
        <a:buChar char="•"/>
        <a:tabLst/>
        <a:defRPr sz="6600" b="0" i="0" u="none" strike="noStrike" cap="none" spc="0" baseline="0">
          <a:ln>
            <a:noFill/>
          </a:ln>
          <a:solidFill>
            <a:srgbClr val="44546A"/>
          </a:solidFill>
          <a:uFillTx/>
          <a:latin typeface="Calibri"/>
          <a:ea typeface="Calibri"/>
          <a:cs typeface="Calibri"/>
          <a:sym typeface="Calibri"/>
        </a:defRPr>
      </a:lvl5pPr>
      <a:lvl6pPr marL="3124200" marR="0" indent="-838200" algn="l" defTabSz="914400" rtl="0" latinLnBrk="0">
        <a:lnSpc>
          <a:spcPct val="90000"/>
        </a:lnSpc>
        <a:spcBef>
          <a:spcPts val="1000"/>
        </a:spcBef>
        <a:spcAft>
          <a:spcPts val="0"/>
        </a:spcAft>
        <a:buClrTx/>
        <a:buSzPct val="100000"/>
        <a:buFont typeface="Arial"/>
        <a:buChar char="•"/>
        <a:tabLst/>
        <a:defRPr sz="6600" b="0" i="0" u="none" strike="noStrike" cap="none" spc="0" baseline="0">
          <a:ln>
            <a:noFill/>
          </a:ln>
          <a:solidFill>
            <a:srgbClr val="44546A"/>
          </a:solidFill>
          <a:uFillTx/>
          <a:latin typeface="Calibri"/>
          <a:ea typeface="Calibri"/>
          <a:cs typeface="Calibri"/>
          <a:sym typeface="Calibri"/>
        </a:defRPr>
      </a:lvl6pPr>
      <a:lvl7pPr marL="3581400" marR="0" indent="-838200" algn="l" defTabSz="914400" rtl="0" latinLnBrk="0">
        <a:lnSpc>
          <a:spcPct val="90000"/>
        </a:lnSpc>
        <a:spcBef>
          <a:spcPts val="1000"/>
        </a:spcBef>
        <a:spcAft>
          <a:spcPts val="0"/>
        </a:spcAft>
        <a:buClrTx/>
        <a:buSzPct val="100000"/>
        <a:buFont typeface="Arial"/>
        <a:buChar char="•"/>
        <a:tabLst/>
        <a:defRPr sz="6600" b="0" i="0" u="none" strike="noStrike" cap="none" spc="0" baseline="0">
          <a:ln>
            <a:noFill/>
          </a:ln>
          <a:solidFill>
            <a:srgbClr val="44546A"/>
          </a:solidFill>
          <a:uFillTx/>
          <a:latin typeface="Calibri"/>
          <a:ea typeface="Calibri"/>
          <a:cs typeface="Calibri"/>
          <a:sym typeface="Calibri"/>
        </a:defRPr>
      </a:lvl7pPr>
      <a:lvl8pPr marL="4038600" marR="0" indent="-838200" algn="l" defTabSz="914400" rtl="0" latinLnBrk="0">
        <a:lnSpc>
          <a:spcPct val="90000"/>
        </a:lnSpc>
        <a:spcBef>
          <a:spcPts val="1000"/>
        </a:spcBef>
        <a:spcAft>
          <a:spcPts val="0"/>
        </a:spcAft>
        <a:buClrTx/>
        <a:buSzPct val="100000"/>
        <a:buFont typeface="Arial"/>
        <a:buChar char="•"/>
        <a:tabLst/>
        <a:defRPr sz="6600" b="0" i="0" u="none" strike="noStrike" cap="none" spc="0" baseline="0">
          <a:ln>
            <a:noFill/>
          </a:ln>
          <a:solidFill>
            <a:srgbClr val="44546A"/>
          </a:solidFill>
          <a:uFillTx/>
          <a:latin typeface="Calibri"/>
          <a:ea typeface="Calibri"/>
          <a:cs typeface="Calibri"/>
          <a:sym typeface="Calibri"/>
        </a:defRPr>
      </a:lvl8pPr>
      <a:lvl9pPr marL="4495800" marR="0" indent="-838200" algn="l" defTabSz="914400" rtl="0" latinLnBrk="0">
        <a:lnSpc>
          <a:spcPct val="90000"/>
        </a:lnSpc>
        <a:spcBef>
          <a:spcPts val="1000"/>
        </a:spcBef>
        <a:spcAft>
          <a:spcPts val="0"/>
        </a:spcAft>
        <a:buClrTx/>
        <a:buSzPct val="100000"/>
        <a:buFont typeface="Arial"/>
        <a:buChar char="•"/>
        <a:tabLst/>
        <a:defRPr sz="6600" b="0" i="0" u="none" strike="noStrike" cap="none" spc="0" baseline="0">
          <a:ln>
            <a:noFill/>
          </a:ln>
          <a:solidFill>
            <a:srgbClr val="44546A"/>
          </a:solidFill>
          <a:uFillTx/>
          <a:latin typeface="Calibri"/>
          <a:ea typeface="Calibri"/>
          <a:cs typeface="Calibri"/>
          <a:sym typeface="Calibri"/>
        </a:defRPr>
      </a:lvl9pPr>
    </p:bodyStyle>
    <p:otherStyle>
      <a:lvl1pPr marL="0" marR="0" indent="0" algn="r" defTabSz="713231" rtl="0" latinLnBrk="0">
        <a:lnSpc>
          <a:spcPct val="100000"/>
        </a:lnSpc>
        <a:spcBef>
          <a:spcPts val="0"/>
        </a:spcBef>
        <a:spcAft>
          <a:spcPts val="0"/>
        </a:spcAft>
        <a:buClrTx/>
        <a:buSzTx/>
        <a:buFontTx/>
        <a:buNone/>
        <a:tabLst/>
        <a:defRPr sz="2800" b="0" i="0" u="none" strike="noStrike" cap="none" spc="0" baseline="0">
          <a:ln>
            <a:noFill/>
          </a:ln>
          <a:solidFill>
            <a:schemeClr val="tx1"/>
          </a:solidFill>
          <a:uFillTx/>
          <a:latin typeface="+mn-lt"/>
          <a:ea typeface="+mn-ea"/>
          <a:cs typeface="+mn-cs"/>
          <a:sym typeface="Calibri"/>
        </a:defRPr>
      </a:lvl1pPr>
      <a:lvl2pPr marL="0" marR="0" indent="356615" algn="r" defTabSz="713231" rtl="0" latinLnBrk="0">
        <a:lnSpc>
          <a:spcPct val="100000"/>
        </a:lnSpc>
        <a:spcBef>
          <a:spcPts val="0"/>
        </a:spcBef>
        <a:spcAft>
          <a:spcPts val="0"/>
        </a:spcAft>
        <a:buClrTx/>
        <a:buSzTx/>
        <a:buFontTx/>
        <a:buNone/>
        <a:tabLst/>
        <a:defRPr sz="2800" b="0" i="0" u="none" strike="noStrike" cap="none" spc="0" baseline="0">
          <a:ln>
            <a:noFill/>
          </a:ln>
          <a:solidFill>
            <a:schemeClr val="tx1"/>
          </a:solidFill>
          <a:uFillTx/>
          <a:latin typeface="+mn-lt"/>
          <a:ea typeface="+mn-ea"/>
          <a:cs typeface="+mn-cs"/>
          <a:sym typeface="Calibri"/>
        </a:defRPr>
      </a:lvl2pPr>
      <a:lvl3pPr marL="0" marR="0" indent="713231" algn="r" defTabSz="713231" rtl="0" latinLnBrk="0">
        <a:lnSpc>
          <a:spcPct val="100000"/>
        </a:lnSpc>
        <a:spcBef>
          <a:spcPts val="0"/>
        </a:spcBef>
        <a:spcAft>
          <a:spcPts val="0"/>
        </a:spcAft>
        <a:buClrTx/>
        <a:buSzTx/>
        <a:buFontTx/>
        <a:buNone/>
        <a:tabLst/>
        <a:defRPr sz="2800" b="0" i="0" u="none" strike="noStrike" cap="none" spc="0" baseline="0">
          <a:ln>
            <a:noFill/>
          </a:ln>
          <a:solidFill>
            <a:schemeClr val="tx1"/>
          </a:solidFill>
          <a:uFillTx/>
          <a:latin typeface="+mn-lt"/>
          <a:ea typeface="+mn-ea"/>
          <a:cs typeface="+mn-cs"/>
          <a:sym typeface="Calibri"/>
        </a:defRPr>
      </a:lvl3pPr>
      <a:lvl4pPr marL="0" marR="0" indent="1069847" algn="r" defTabSz="713231" rtl="0" latinLnBrk="0">
        <a:lnSpc>
          <a:spcPct val="100000"/>
        </a:lnSpc>
        <a:spcBef>
          <a:spcPts val="0"/>
        </a:spcBef>
        <a:spcAft>
          <a:spcPts val="0"/>
        </a:spcAft>
        <a:buClrTx/>
        <a:buSzTx/>
        <a:buFontTx/>
        <a:buNone/>
        <a:tabLst/>
        <a:defRPr sz="2800" b="0" i="0" u="none" strike="noStrike" cap="none" spc="0" baseline="0">
          <a:ln>
            <a:noFill/>
          </a:ln>
          <a:solidFill>
            <a:schemeClr val="tx1"/>
          </a:solidFill>
          <a:uFillTx/>
          <a:latin typeface="+mn-lt"/>
          <a:ea typeface="+mn-ea"/>
          <a:cs typeface="+mn-cs"/>
          <a:sym typeface="Calibri"/>
        </a:defRPr>
      </a:lvl4pPr>
      <a:lvl5pPr marL="0" marR="0" indent="1426463" algn="r" defTabSz="713231" rtl="0" latinLnBrk="0">
        <a:lnSpc>
          <a:spcPct val="100000"/>
        </a:lnSpc>
        <a:spcBef>
          <a:spcPts val="0"/>
        </a:spcBef>
        <a:spcAft>
          <a:spcPts val="0"/>
        </a:spcAft>
        <a:buClrTx/>
        <a:buSzTx/>
        <a:buFontTx/>
        <a:buNone/>
        <a:tabLst/>
        <a:defRPr sz="2800" b="0" i="0" u="none" strike="noStrike" cap="none" spc="0" baseline="0">
          <a:ln>
            <a:noFill/>
          </a:ln>
          <a:solidFill>
            <a:schemeClr val="tx1"/>
          </a:solidFill>
          <a:uFillTx/>
          <a:latin typeface="+mn-lt"/>
          <a:ea typeface="+mn-ea"/>
          <a:cs typeface="+mn-cs"/>
          <a:sym typeface="Calibri"/>
        </a:defRPr>
      </a:lvl5pPr>
      <a:lvl6pPr marL="0" marR="0" indent="1783079" algn="r" defTabSz="713231" rtl="0" latinLnBrk="0">
        <a:lnSpc>
          <a:spcPct val="100000"/>
        </a:lnSpc>
        <a:spcBef>
          <a:spcPts val="0"/>
        </a:spcBef>
        <a:spcAft>
          <a:spcPts val="0"/>
        </a:spcAft>
        <a:buClrTx/>
        <a:buSzTx/>
        <a:buFontTx/>
        <a:buNone/>
        <a:tabLst/>
        <a:defRPr sz="2800" b="0" i="0" u="none" strike="noStrike" cap="none" spc="0" baseline="0">
          <a:ln>
            <a:noFill/>
          </a:ln>
          <a:solidFill>
            <a:schemeClr val="tx1"/>
          </a:solidFill>
          <a:uFillTx/>
          <a:latin typeface="+mn-lt"/>
          <a:ea typeface="+mn-ea"/>
          <a:cs typeface="+mn-cs"/>
          <a:sym typeface="Calibri"/>
        </a:defRPr>
      </a:lvl6pPr>
      <a:lvl7pPr marL="0" marR="0" indent="2139695" algn="r" defTabSz="713231" rtl="0" latinLnBrk="0">
        <a:lnSpc>
          <a:spcPct val="100000"/>
        </a:lnSpc>
        <a:spcBef>
          <a:spcPts val="0"/>
        </a:spcBef>
        <a:spcAft>
          <a:spcPts val="0"/>
        </a:spcAft>
        <a:buClrTx/>
        <a:buSzTx/>
        <a:buFontTx/>
        <a:buNone/>
        <a:tabLst/>
        <a:defRPr sz="2800" b="0" i="0" u="none" strike="noStrike" cap="none" spc="0" baseline="0">
          <a:ln>
            <a:noFill/>
          </a:ln>
          <a:solidFill>
            <a:schemeClr val="tx1"/>
          </a:solidFill>
          <a:uFillTx/>
          <a:latin typeface="+mn-lt"/>
          <a:ea typeface="+mn-ea"/>
          <a:cs typeface="+mn-cs"/>
          <a:sym typeface="Calibri"/>
        </a:defRPr>
      </a:lvl7pPr>
      <a:lvl8pPr marL="0" marR="0" indent="2496311" algn="r" defTabSz="713231" rtl="0" latinLnBrk="0">
        <a:lnSpc>
          <a:spcPct val="100000"/>
        </a:lnSpc>
        <a:spcBef>
          <a:spcPts val="0"/>
        </a:spcBef>
        <a:spcAft>
          <a:spcPts val="0"/>
        </a:spcAft>
        <a:buClrTx/>
        <a:buSzTx/>
        <a:buFontTx/>
        <a:buNone/>
        <a:tabLst/>
        <a:defRPr sz="2800" b="0" i="0" u="none" strike="noStrike" cap="none" spc="0" baseline="0">
          <a:ln>
            <a:noFill/>
          </a:ln>
          <a:solidFill>
            <a:schemeClr val="tx1"/>
          </a:solidFill>
          <a:uFillTx/>
          <a:latin typeface="+mn-lt"/>
          <a:ea typeface="+mn-ea"/>
          <a:cs typeface="+mn-cs"/>
          <a:sym typeface="Calibri"/>
        </a:defRPr>
      </a:lvl8pPr>
      <a:lvl9pPr marL="0" marR="0" indent="2852927" algn="r" defTabSz="713231" rtl="0" latinLnBrk="0">
        <a:lnSpc>
          <a:spcPct val="100000"/>
        </a:lnSpc>
        <a:spcBef>
          <a:spcPts val="0"/>
        </a:spcBef>
        <a:spcAft>
          <a:spcPts val="0"/>
        </a:spcAft>
        <a:buClrTx/>
        <a:buSzTx/>
        <a:buFontTx/>
        <a:buNone/>
        <a:tabLst/>
        <a:defRPr sz="2800" b="0" i="0" u="none" strike="noStrike" cap="none" spc="0" baseline="0">
          <a:ln>
            <a:noFill/>
          </a:ln>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4">
            <a:lumOff val="58054"/>
            <a:alpha val="0"/>
          </a:schemeClr>
        </a:solidFill>
        <a:effectLst/>
      </p:bgPr>
    </p:bg>
    <p:spTree>
      <p:nvGrpSpPr>
        <p:cNvPr id="1" name=""/>
        <p:cNvGrpSpPr/>
        <p:nvPr/>
      </p:nvGrpSpPr>
      <p:grpSpPr>
        <a:xfrm>
          <a:off x="0" y="0"/>
          <a:ext cx="0" cy="0"/>
          <a:chOff x="0" y="0"/>
          <a:chExt cx="0" cy="0"/>
        </a:xfrm>
      </p:grpSpPr>
      <p:sp>
        <p:nvSpPr>
          <p:cNvPr id="89"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t>1</a:t>
            </a:fld>
            <a:endParaRPr/>
          </a:p>
        </p:txBody>
      </p:sp>
      <p:sp>
        <p:nvSpPr>
          <p:cNvPr id="90" name="Text"/>
          <p:cNvSpPr txBox="1"/>
          <p:nvPr/>
        </p:nvSpPr>
        <p:spPr>
          <a:xfrm>
            <a:off x="1238083" y="12680620"/>
            <a:ext cx="950171" cy="52425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p>
            <a:pPr algn="ctr">
              <a:defRPr sz="2000" b="1">
                <a:solidFill>
                  <a:schemeClr val="accent4">
                    <a:lumOff val="58054"/>
                  </a:schemeClr>
                </a:solidFill>
                <a:latin typeface="+mj-lt"/>
                <a:ea typeface="+mj-ea"/>
                <a:cs typeface="+mj-cs"/>
                <a:sym typeface="Helvetica"/>
              </a:defRPr>
            </a:pPr>
            <a:fld id="{86CB4B4D-7CA3-9044-876B-883B54F8677D}" type="slidenum">
              <a:t>1</a:t>
            </a:fld>
            <a:r>
              <a:t>￼</a:t>
            </a:r>
          </a:p>
        </p:txBody>
      </p:sp>
      <p:sp>
        <p:nvSpPr>
          <p:cNvPr id="94" name="Shape"/>
          <p:cNvSpPr/>
          <p:nvPr/>
        </p:nvSpPr>
        <p:spPr>
          <a:xfrm>
            <a:off x="9245019" y="4617626"/>
            <a:ext cx="5796666" cy="580321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3" y="0"/>
                  <a:pt x="0" y="4833"/>
                  <a:pt x="0" y="10800"/>
                </a:cubicBezTo>
                <a:cubicBezTo>
                  <a:pt x="0" y="16767"/>
                  <a:pt x="4833" y="21600"/>
                  <a:pt x="10800" y="21600"/>
                </a:cubicBezTo>
                <a:cubicBezTo>
                  <a:pt x="16767" y="21600"/>
                  <a:pt x="21600" y="16767"/>
                  <a:pt x="21600" y="10800"/>
                </a:cubicBezTo>
                <a:cubicBezTo>
                  <a:pt x="21600" y="4833"/>
                  <a:pt x="16767" y="0"/>
                  <a:pt x="10800" y="0"/>
                </a:cubicBezTo>
                <a:close/>
                <a:moveTo>
                  <a:pt x="10800" y="21441"/>
                </a:moveTo>
                <a:cubicBezTo>
                  <a:pt x="4924" y="21441"/>
                  <a:pt x="159" y="16676"/>
                  <a:pt x="159" y="10800"/>
                </a:cubicBezTo>
                <a:cubicBezTo>
                  <a:pt x="159" y="4924"/>
                  <a:pt x="4924" y="159"/>
                  <a:pt x="10800" y="159"/>
                </a:cubicBezTo>
                <a:cubicBezTo>
                  <a:pt x="16676" y="159"/>
                  <a:pt x="21441" y="4924"/>
                  <a:pt x="21441" y="10800"/>
                </a:cubicBezTo>
                <a:cubicBezTo>
                  <a:pt x="21441" y="16676"/>
                  <a:pt x="16676" y="21441"/>
                  <a:pt x="10800" y="21441"/>
                </a:cubicBezTo>
                <a:close/>
              </a:path>
            </a:pathLst>
          </a:custGeom>
          <a:solidFill>
            <a:srgbClr val="9B9B9B"/>
          </a:solidFill>
          <a:ln w="381000">
            <a:solidFill>
              <a:srgbClr val="9B9B9B"/>
            </a:solidFill>
            <a:miter lim="400000"/>
          </a:ln>
        </p:spPr>
        <p:txBody>
          <a:bodyPr lIns="109727" tIns="109727" rIns="109727" bIns="109727"/>
          <a:lstStyle/>
          <a:p>
            <a:endParaRPr/>
          </a:p>
        </p:txBody>
      </p:sp>
      <p:sp>
        <p:nvSpPr>
          <p:cNvPr id="95" name="Circle"/>
          <p:cNvSpPr/>
          <p:nvPr/>
        </p:nvSpPr>
        <p:spPr>
          <a:xfrm>
            <a:off x="10766217" y="6074164"/>
            <a:ext cx="2841966" cy="2841970"/>
          </a:xfrm>
          <a:prstGeom prst="ellipse">
            <a:avLst/>
          </a:prstGeom>
          <a:solidFill>
            <a:srgbClr val="9B9B9B"/>
          </a:solidFill>
          <a:ln w="25400">
            <a:miter lim="400000"/>
          </a:ln>
        </p:spPr>
        <p:txBody>
          <a:bodyPr lIns="109727" tIns="109727" rIns="109727" bIns="109727" anchor="ctr"/>
          <a:lstStyle/>
          <a:p>
            <a:endParaRPr/>
          </a:p>
        </p:txBody>
      </p:sp>
      <p:sp>
        <p:nvSpPr>
          <p:cNvPr id="96" name="Circle"/>
          <p:cNvSpPr/>
          <p:nvPr/>
        </p:nvSpPr>
        <p:spPr>
          <a:xfrm>
            <a:off x="10924528" y="6232473"/>
            <a:ext cx="2525344" cy="2525348"/>
          </a:xfrm>
          <a:prstGeom prst="ellipse">
            <a:avLst/>
          </a:prstGeom>
          <a:solidFill>
            <a:srgbClr val="243646"/>
          </a:solidFill>
          <a:ln w="12700">
            <a:miter lim="400000"/>
          </a:ln>
        </p:spPr>
        <p:txBody>
          <a:bodyPr lIns="109727" tIns="109727" rIns="109727" bIns="109727" anchor="ctr"/>
          <a:lstStyle/>
          <a:p>
            <a:pPr algn="ctr">
              <a:defRPr>
                <a:solidFill>
                  <a:schemeClr val="accent4">
                    <a:lumOff val="58054"/>
                  </a:schemeClr>
                </a:solidFill>
              </a:defRPr>
            </a:pPr>
            <a:endParaRPr>
              <a:solidFill>
                <a:srgbClr val="243646"/>
              </a:solidFill>
            </a:endParaRPr>
          </a:p>
        </p:txBody>
      </p:sp>
      <p:sp>
        <p:nvSpPr>
          <p:cNvPr id="98" name="Rounded Rectangle"/>
          <p:cNvSpPr/>
          <p:nvPr/>
        </p:nvSpPr>
        <p:spPr>
          <a:xfrm>
            <a:off x="13257884" y="8794431"/>
            <a:ext cx="3977130" cy="827734"/>
          </a:xfrm>
          <a:prstGeom prst="roundRect">
            <a:avLst>
              <a:gd name="adj" fmla="val 50000"/>
            </a:avLst>
          </a:prstGeom>
          <a:solidFill>
            <a:srgbClr val="243646"/>
          </a:solidFill>
          <a:ln w="25400">
            <a:miter lim="400000"/>
          </a:ln>
        </p:spPr>
        <p:txBody>
          <a:bodyPr lIns="109727" tIns="109727" rIns="109727" bIns="109727" anchor="ctr"/>
          <a:lstStyle/>
          <a:p>
            <a:endParaRPr>
              <a:solidFill>
                <a:srgbClr val="243646"/>
              </a:solidFill>
            </a:endParaRPr>
          </a:p>
        </p:txBody>
      </p:sp>
      <p:sp>
        <p:nvSpPr>
          <p:cNvPr id="102" name="Rounded Rectangle"/>
          <p:cNvSpPr/>
          <p:nvPr/>
        </p:nvSpPr>
        <p:spPr>
          <a:xfrm>
            <a:off x="7197524" y="8766367"/>
            <a:ext cx="3977130" cy="827734"/>
          </a:xfrm>
          <a:prstGeom prst="roundRect">
            <a:avLst>
              <a:gd name="adj" fmla="val 50000"/>
            </a:avLst>
          </a:prstGeom>
          <a:solidFill>
            <a:srgbClr val="243646"/>
          </a:solidFill>
          <a:ln w="12700">
            <a:miter lim="400000"/>
          </a:ln>
        </p:spPr>
        <p:txBody>
          <a:bodyPr lIns="109727" tIns="109727" rIns="109727" bIns="109727" anchor="ctr"/>
          <a:lstStyle/>
          <a:p>
            <a:pPr algn="ctr">
              <a:defRPr>
                <a:solidFill>
                  <a:schemeClr val="accent4">
                    <a:lumOff val="58054"/>
                  </a:schemeClr>
                </a:solidFill>
              </a:defRPr>
            </a:pPr>
            <a:endParaRPr>
              <a:solidFill>
                <a:srgbClr val="243646"/>
              </a:solidFill>
            </a:endParaRPr>
          </a:p>
        </p:txBody>
      </p:sp>
      <p:sp>
        <p:nvSpPr>
          <p:cNvPr id="105" name="Create Epics, User Stories, and Requirements"/>
          <p:cNvSpPr txBox="1"/>
          <p:nvPr/>
        </p:nvSpPr>
        <p:spPr>
          <a:xfrm>
            <a:off x="14893487" y="9885757"/>
            <a:ext cx="4004684" cy="498596"/>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1800">
                <a:solidFill>
                  <a:srgbClr val="535353"/>
                </a:solidFill>
                <a:latin typeface="+mj-lt"/>
                <a:ea typeface="+mj-ea"/>
                <a:cs typeface="+mj-cs"/>
                <a:sym typeface="Helvetica"/>
              </a:defRPr>
            </a:lvl1pPr>
          </a:lstStyle>
          <a:p>
            <a:pPr>
              <a:defRPr sz="3200"/>
            </a:pPr>
            <a:r>
              <a:rPr lang="en-US" sz="1800" dirty="0"/>
              <a:t>Create and Organize Learner Stories</a:t>
            </a:r>
            <a:endParaRPr sz="1800" dirty="0"/>
          </a:p>
        </p:txBody>
      </p:sp>
      <p:sp>
        <p:nvSpPr>
          <p:cNvPr id="106" name="Build and Test"/>
          <p:cNvSpPr txBox="1"/>
          <p:nvPr/>
        </p:nvSpPr>
        <p:spPr>
          <a:xfrm>
            <a:off x="14893487" y="10819314"/>
            <a:ext cx="2747930" cy="498596"/>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1800">
                <a:solidFill>
                  <a:srgbClr val="535353"/>
                </a:solidFill>
                <a:latin typeface="+mj-lt"/>
                <a:ea typeface="+mj-ea"/>
                <a:cs typeface="+mj-cs"/>
                <a:sym typeface="Helvetica"/>
              </a:defRPr>
            </a:lvl1pPr>
          </a:lstStyle>
          <a:p>
            <a:pPr>
              <a:defRPr sz="3200"/>
            </a:pPr>
            <a:r>
              <a:rPr sz="1800" dirty="0"/>
              <a:t>Build </a:t>
            </a:r>
            <a:r>
              <a:rPr lang="en-US" sz="1800" dirty="0"/>
              <a:t>and Test Prototype</a:t>
            </a:r>
            <a:endParaRPr sz="1800" dirty="0"/>
          </a:p>
        </p:txBody>
      </p:sp>
      <p:sp>
        <p:nvSpPr>
          <p:cNvPr id="107" name="Create Product Roadmap"/>
          <p:cNvSpPr txBox="1"/>
          <p:nvPr/>
        </p:nvSpPr>
        <p:spPr>
          <a:xfrm>
            <a:off x="14893487" y="10352536"/>
            <a:ext cx="3004410" cy="498596"/>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1800">
                <a:solidFill>
                  <a:srgbClr val="535353"/>
                </a:solidFill>
                <a:latin typeface="+mj-lt"/>
                <a:ea typeface="+mj-ea"/>
                <a:cs typeface="+mj-cs"/>
                <a:sym typeface="Helvetica"/>
              </a:defRPr>
            </a:lvl1pPr>
          </a:lstStyle>
          <a:p>
            <a:pPr>
              <a:defRPr sz="3200"/>
            </a:pPr>
            <a:r>
              <a:rPr lang="en-US" sz="1800" dirty="0"/>
              <a:t>Gather and Create Content</a:t>
            </a:r>
            <a:endParaRPr sz="1800" dirty="0"/>
          </a:p>
        </p:txBody>
      </p:sp>
      <p:sp>
        <p:nvSpPr>
          <p:cNvPr id="108" name="Shape"/>
          <p:cNvSpPr/>
          <p:nvPr/>
        </p:nvSpPr>
        <p:spPr>
          <a:xfrm>
            <a:off x="14664230" y="10096194"/>
            <a:ext cx="261030" cy="201366"/>
          </a:xfrm>
          <a:custGeom>
            <a:avLst/>
            <a:gdLst/>
            <a:ahLst/>
            <a:cxnLst>
              <a:cxn ang="0">
                <a:pos x="wd2" y="hd2"/>
              </a:cxn>
              <a:cxn ang="5400000">
                <a:pos x="wd2" y="hd2"/>
              </a:cxn>
              <a:cxn ang="10800000">
                <a:pos x="wd2" y="hd2"/>
              </a:cxn>
              <a:cxn ang="16200000">
                <a:pos x="wd2" y="hd2"/>
              </a:cxn>
            </a:cxnLst>
            <a:rect l="0" t="0" r="r" b="b"/>
            <a:pathLst>
              <a:path w="21600" h="21600" extrusionOk="0">
                <a:moveTo>
                  <a:pt x="17897" y="0"/>
                </a:moveTo>
                <a:lnTo>
                  <a:pt x="7406" y="13600"/>
                </a:lnTo>
                <a:lnTo>
                  <a:pt x="3086" y="7200"/>
                </a:lnTo>
                <a:lnTo>
                  <a:pt x="0" y="12000"/>
                </a:lnTo>
                <a:lnTo>
                  <a:pt x="7406" y="21600"/>
                </a:lnTo>
                <a:lnTo>
                  <a:pt x="21600" y="4000"/>
                </a:lnTo>
                <a:lnTo>
                  <a:pt x="17897" y="0"/>
                </a:lnTo>
                <a:close/>
              </a:path>
            </a:pathLst>
          </a:custGeom>
          <a:solidFill>
            <a:srgbClr val="535353"/>
          </a:solidFill>
          <a:ln w="12700">
            <a:miter lim="400000"/>
          </a:ln>
        </p:spPr>
        <p:txBody>
          <a:bodyPr lIns="109727" tIns="109727" rIns="109727" bIns="109727"/>
          <a:lstStyle/>
          <a:p>
            <a:endParaRPr/>
          </a:p>
        </p:txBody>
      </p:sp>
      <p:sp>
        <p:nvSpPr>
          <p:cNvPr id="109" name="Shape"/>
          <p:cNvSpPr/>
          <p:nvPr/>
        </p:nvSpPr>
        <p:spPr>
          <a:xfrm>
            <a:off x="14664230" y="10560835"/>
            <a:ext cx="261030" cy="201366"/>
          </a:xfrm>
          <a:custGeom>
            <a:avLst/>
            <a:gdLst/>
            <a:ahLst/>
            <a:cxnLst>
              <a:cxn ang="0">
                <a:pos x="wd2" y="hd2"/>
              </a:cxn>
              <a:cxn ang="5400000">
                <a:pos x="wd2" y="hd2"/>
              </a:cxn>
              <a:cxn ang="10800000">
                <a:pos x="wd2" y="hd2"/>
              </a:cxn>
              <a:cxn ang="16200000">
                <a:pos x="wd2" y="hd2"/>
              </a:cxn>
            </a:cxnLst>
            <a:rect l="0" t="0" r="r" b="b"/>
            <a:pathLst>
              <a:path w="21600" h="21600" extrusionOk="0">
                <a:moveTo>
                  <a:pt x="17897" y="0"/>
                </a:moveTo>
                <a:lnTo>
                  <a:pt x="7406" y="13600"/>
                </a:lnTo>
                <a:lnTo>
                  <a:pt x="3086" y="7200"/>
                </a:lnTo>
                <a:lnTo>
                  <a:pt x="0" y="12000"/>
                </a:lnTo>
                <a:lnTo>
                  <a:pt x="7406" y="21600"/>
                </a:lnTo>
                <a:lnTo>
                  <a:pt x="21600" y="4000"/>
                </a:lnTo>
                <a:lnTo>
                  <a:pt x="17897" y="0"/>
                </a:lnTo>
                <a:close/>
              </a:path>
            </a:pathLst>
          </a:custGeom>
          <a:solidFill>
            <a:srgbClr val="535353"/>
          </a:solidFill>
          <a:ln w="12700">
            <a:miter lim="400000"/>
          </a:ln>
        </p:spPr>
        <p:txBody>
          <a:bodyPr lIns="109727" tIns="109727" rIns="109727" bIns="109727"/>
          <a:lstStyle/>
          <a:p>
            <a:endParaRPr/>
          </a:p>
        </p:txBody>
      </p:sp>
      <p:sp>
        <p:nvSpPr>
          <p:cNvPr id="110" name="Shape"/>
          <p:cNvSpPr/>
          <p:nvPr/>
        </p:nvSpPr>
        <p:spPr>
          <a:xfrm>
            <a:off x="14664230" y="11006776"/>
            <a:ext cx="261030" cy="201366"/>
          </a:xfrm>
          <a:custGeom>
            <a:avLst/>
            <a:gdLst/>
            <a:ahLst/>
            <a:cxnLst>
              <a:cxn ang="0">
                <a:pos x="wd2" y="hd2"/>
              </a:cxn>
              <a:cxn ang="5400000">
                <a:pos x="wd2" y="hd2"/>
              </a:cxn>
              <a:cxn ang="10800000">
                <a:pos x="wd2" y="hd2"/>
              </a:cxn>
              <a:cxn ang="16200000">
                <a:pos x="wd2" y="hd2"/>
              </a:cxn>
            </a:cxnLst>
            <a:rect l="0" t="0" r="r" b="b"/>
            <a:pathLst>
              <a:path w="21600" h="21600" extrusionOk="0">
                <a:moveTo>
                  <a:pt x="17897" y="0"/>
                </a:moveTo>
                <a:lnTo>
                  <a:pt x="7406" y="13600"/>
                </a:lnTo>
                <a:lnTo>
                  <a:pt x="3086" y="7200"/>
                </a:lnTo>
                <a:lnTo>
                  <a:pt x="0" y="12000"/>
                </a:lnTo>
                <a:lnTo>
                  <a:pt x="7406" y="21600"/>
                </a:lnTo>
                <a:lnTo>
                  <a:pt x="21600" y="4000"/>
                </a:lnTo>
                <a:lnTo>
                  <a:pt x="17897" y="0"/>
                </a:lnTo>
                <a:close/>
              </a:path>
            </a:pathLst>
          </a:custGeom>
          <a:solidFill>
            <a:srgbClr val="535353"/>
          </a:solidFill>
          <a:ln w="12700">
            <a:miter lim="400000"/>
          </a:ln>
        </p:spPr>
        <p:txBody>
          <a:bodyPr lIns="109727" tIns="109727" rIns="109727" bIns="109727"/>
          <a:lstStyle/>
          <a:p>
            <a:endParaRPr/>
          </a:p>
        </p:txBody>
      </p:sp>
      <p:sp>
        <p:nvSpPr>
          <p:cNvPr id="117" name="Rounded Rectangle"/>
          <p:cNvSpPr/>
          <p:nvPr/>
        </p:nvSpPr>
        <p:spPr>
          <a:xfrm>
            <a:off x="10158654" y="3430605"/>
            <a:ext cx="3977130" cy="827734"/>
          </a:xfrm>
          <a:prstGeom prst="roundRect">
            <a:avLst>
              <a:gd name="adj" fmla="val 50000"/>
            </a:avLst>
          </a:prstGeom>
          <a:solidFill>
            <a:srgbClr val="243646"/>
          </a:solidFill>
          <a:ln w="25400">
            <a:miter lim="400000"/>
          </a:ln>
        </p:spPr>
        <p:txBody>
          <a:bodyPr lIns="109727" tIns="109727" rIns="109727" bIns="109727" anchor="ctr"/>
          <a:lstStyle/>
          <a:p>
            <a:endParaRPr>
              <a:solidFill>
                <a:srgbClr val="243646"/>
              </a:solidFill>
            </a:endParaRPr>
          </a:p>
        </p:txBody>
      </p:sp>
      <p:sp>
        <p:nvSpPr>
          <p:cNvPr id="118" name="Target"/>
          <p:cNvSpPr txBox="1"/>
          <p:nvPr/>
        </p:nvSpPr>
        <p:spPr>
          <a:xfrm>
            <a:off x="11478460" y="3421723"/>
            <a:ext cx="1362935" cy="806373"/>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3800">
                <a:solidFill>
                  <a:schemeClr val="accent4">
                    <a:lumOff val="58054"/>
                  </a:schemeClr>
                </a:solidFill>
                <a:latin typeface="Helvetica Light"/>
                <a:ea typeface="Helvetica Light"/>
                <a:cs typeface="Helvetica Light"/>
                <a:sym typeface="Helvetica Light"/>
              </a:defRPr>
            </a:lvl1pPr>
          </a:lstStyle>
          <a:p>
            <a:pPr>
              <a:defRPr sz="3200">
                <a:solidFill>
                  <a:srgbClr val="44546A"/>
                </a:solidFill>
              </a:defRPr>
            </a:pPr>
            <a:r>
              <a:rPr sz="3800" dirty="0">
                <a:solidFill>
                  <a:schemeClr val="accent4">
                    <a:lumOff val="58054"/>
                  </a:schemeClr>
                </a:solidFill>
                <a:latin typeface="PT Sans Narrow" charset="-52"/>
                <a:ea typeface="PT Sans Narrow" charset="-52"/>
                <a:cs typeface="PT Sans Narrow" charset="-52"/>
              </a:rPr>
              <a:t>Target</a:t>
            </a:r>
          </a:p>
        </p:txBody>
      </p:sp>
      <p:sp>
        <p:nvSpPr>
          <p:cNvPr id="119" name="Create Product Vision"/>
          <p:cNvSpPr txBox="1"/>
          <p:nvPr/>
        </p:nvSpPr>
        <p:spPr>
          <a:xfrm>
            <a:off x="14705637" y="2876304"/>
            <a:ext cx="4043156" cy="498596"/>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1800">
                <a:solidFill>
                  <a:srgbClr val="535353"/>
                </a:solidFill>
                <a:latin typeface="+mj-lt"/>
                <a:ea typeface="+mj-ea"/>
                <a:cs typeface="+mj-cs"/>
                <a:sym typeface="Helvetica"/>
              </a:defRPr>
            </a:lvl1pPr>
          </a:lstStyle>
          <a:p>
            <a:pPr>
              <a:defRPr sz="3200"/>
            </a:pPr>
            <a:r>
              <a:rPr lang="en-US" sz="1800" dirty="0"/>
              <a:t>Interview Learners and Stakeholders</a:t>
            </a:r>
            <a:endParaRPr sz="1800" dirty="0"/>
          </a:p>
        </p:txBody>
      </p:sp>
      <p:sp>
        <p:nvSpPr>
          <p:cNvPr id="120" name="Create Customer Personas and Goals"/>
          <p:cNvSpPr txBox="1"/>
          <p:nvPr/>
        </p:nvSpPr>
        <p:spPr>
          <a:xfrm>
            <a:off x="14705637" y="3809861"/>
            <a:ext cx="2812050" cy="498596"/>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1800">
                <a:solidFill>
                  <a:srgbClr val="535353"/>
                </a:solidFill>
                <a:latin typeface="+mj-lt"/>
                <a:ea typeface="+mj-ea"/>
                <a:cs typeface="+mj-cs"/>
                <a:sym typeface="Helvetica"/>
              </a:defRPr>
            </a:lvl1pPr>
          </a:lstStyle>
          <a:p>
            <a:pPr>
              <a:defRPr sz="3200"/>
            </a:pPr>
            <a:r>
              <a:rPr sz="1800" dirty="0"/>
              <a:t>Create </a:t>
            </a:r>
            <a:r>
              <a:rPr lang="en-US" sz="1800" dirty="0"/>
              <a:t>Learner P</a:t>
            </a:r>
            <a:r>
              <a:rPr sz="1800" dirty="0"/>
              <a:t>ersonas</a:t>
            </a:r>
          </a:p>
        </p:txBody>
      </p:sp>
      <p:sp>
        <p:nvSpPr>
          <p:cNvPr id="121" name="Identify Market Opportunity"/>
          <p:cNvSpPr txBox="1"/>
          <p:nvPr/>
        </p:nvSpPr>
        <p:spPr>
          <a:xfrm>
            <a:off x="14705637" y="3343083"/>
            <a:ext cx="2081081" cy="498596"/>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1800">
                <a:solidFill>
                  <a:srgbClr val="535353"/>
                </a:solidFill>
                <a:latin typeface="+mj-lt"/>
                <a:ea typeface="+mj-ea"/>
                <a:cs typeface="+mj-cs"/>
                <a:sym typeface="Helvetica"/>
              </a:defRPr>
            </a:lvl1pPr>
          </a:lstStyle>
          <a:p>
            <a:pPr>
              <a:defRPr sz="3200"/>
            </a:pPr>
            <a:r>
              <a:rPr lang="en-US" sz="1800" dirty="0"/>
              <a:t>Define Problem(s)</a:t>
            </a:r>
            <a:endParaRPr sz="1800" dirty="0"/>
          </a:p>
        </p:txBody>
      </p:sp>
      <p:sp>
        <p:nvSpPr>
          <p:cNvPr id="122" name="Shape"/>
          <p:cNvSpPr/>
          <p:nvPr/>
        </p:nvSpPr>
        <p:spPr>
          <a:xfrm>
            <a:off x="14476380" y="3086741"/>
            <a:ext cx="261030" cy="201366"/>
          </a:xfrm>
          <a:custGeom>
            <a:avLst/>
            <a:gdLst/>
            <a:ahLst/>
            <a:cxnLst>
              <a:cxn ang="0">
                <a:pos x="wd2" y="hd2"/>
              </a:cxn>
              <a:cxn ang="5400000">
                <a:pos x="wd2" y="hd2"/>
              </a:cxn>
              <a:cxn ang="10800000">
                <a:pos x="wd2" y="hd2"/>
              </a:cxn>
              <a:cxn ang="16200000">
                <a:pos x="wd2" y="hd2"/>
              </a:cxn>
            </a:cxnLst>
            <a:rect l="0" t="0" r="r" b="b"/>
            <a:pathLst>
              <a:path w="21600" h="21600" extrusionOk="0">
                <a:moveTo>
                  <a:pt x="17897" y="0"/>
                </a:moveTo>
                <a:lnTo>
                  <a:pt x="7406" y="13600"/>
                </a:lnTo>
                <a:lnTo>
                  <a:pt x="3086" y="7200"/>
                </a:lnTo>
                <a:lnTo>
                  <a:pt x="0" y="12000"/>
                </a:lnTo>
                <a:lnTo>
                  <a:pt x="7406" y="21600"/>
                </a:lnTo>
                <a:lnTo>
                  <a:pt x="21600" y="4000"/>
                </a:lnTo>
                <a:lnTo>
                  <a:pt x="17897" y="0"/>
                </a:lnTo>
                <a:close/>
              </a:path>
            </a:pathLst>
          </a:custGeom>
          <a:solidFill>
            <a:srgbClr val="535353"/>
          </a:solidFill>
          <a:ln w="12700">
            <a:miter lim="400000"/>
          </a:ln>
        </p:spPr>
        <p:txBody>
          <a:bodyPr lIns="109727" tIns="109727" rIns="109727" bIns="109727"/>
          <a:lstStyle/>
          <a:p>
            <a:endParaRPr/>
          </a:p>
        </p:txBody>
      </p:sp>
      <p:sp>
        <p:nvSpPr>
          <p:cNvPr id="123" name="Shape"/>
          <p:cNvSpPr/>
          <p:nvPr/>
        </p:nvSpPr>
        <p:spPr>
          <a:xfrm>
            <a:off x="14476380" y="3551382"/>
            <a:ext cx="261030" cy="201366"/>
          </a:xfrm>
          <a:custGeom>
            <a:avLst/>
            <a:gdLst/>
            <a:ahLst/>
            <a:cxnLst>
              <a:cxn ang="0">
                <a:pos x="wd2" y="hd2"/>
              </a:cxn>
              <a:cxn ang="5400000">
                <a:pos x="wd2" y="hd2"/>
              </a:cxn>
              <a:cxn ang="10800000">
                <a:pos x="wd2" y="hd2"/>
              </a:cxn>
              <a:cxn ang="16200000">
                <a:pos x="wd2" y="hd2"/>
              </a:cxn>
            </a:cxnLst>
            <a:rect l="0" t="0" r="r" b="b"/>
            <a:pathLst>
              <a:path w="21600" h="21600" extrusionOk="0">
                <a:moveTo>
                  <a:pt x="17897" y="0"/>
                </a:moveTo>
                <a:lnTo>
                  <a:pt x="7406" y="13600"/>
                </a:lnTo>
                <a:lnTo>
                  <a:pt x="3086" y="7200"/>
                </a:lnTo>
                <a:lnTo>
                  <a:pt x="0" y="12000"/>
                </a:lnTo>
                <a:lnTo>
                  <a:pt x="7406" y="21600"/>
                </a:lnTo>
                <a:lnTo>
                  <a:pt x="21600" y="4000"/>
                </a:lnTo>
                <a:lnTo>
                  <a:pt x="17897" y="0"/>
                </a:lnTo>
                <a:close/>
              </a:path>
            </a:pathLst>
          </a:custGeom>
          <a:solidFill>
            <a:srgbClr val="535353"/>
          </a:solidFill>
          <a:ln w="12700">
            <a:miter lim="400000"/>
          </a:ln>
        </p:spPr>
        <p:txBody>
          <a:bodyPr lIns="109727" tIns="109727" rIns="109727" bIns="109727"/>
          <a:lstStyle/>
          <a:p>
            <a:endParaRPr/>
          </a:p>
        </p:txBody>
      </p:sp>
      <p:sp>
        <p:nvSpPr>
          <p:cNvPr id="124" name="Shape"/>
          <p:cNvSpPr/>
          <p:nvPr/>
        </p:nvSpPr>
        <p:spPr>
          <a:xfrm>
            <a:off x="14476380" y="3997323"/>
            <a:ext cx="261030" cy="201366"/>
          </a:xfrm>
          <a:custGeom>
            <a:avLst/>
            <a:gdLst/>
            <a:ahLst/>
            <a:cxnLst>
              <a:cxn ang="0">
                <a:pos x="wd2" y="hd2"/>
              </a:cxn>
              <a:cxn ang="5400000">
                <a:pos x="wd2" y="hd2"/>
              </a:cxn>
              <a:cxn ang="10800000">
                <a:pos x="wd2" y="hd2"/>
              </a:cxn>
              <a:cxn ang="16200000">
                <a:pos x="wd2" y="hd2"/>
              </a:cxn>
            </a:cxnLst>
            <a:rect l="0" t="0" r="r" b="b"/>
            <a:pathLst>
              <a:path w="21600" h="21600" extrusionOk="0">
                <a:moveTo>
                  <a:pt x="17897" y="0"/>
                </a:moveTo>
                <a:lnTo>
                  <a:pt x="7406" y="13600"/>
                </a:lnTo>
                <a:lnTo>
                  <a:pt x="3086" y="7200"/>
                </a:lnTo>
                <a:lnTo>
                  <a:pt x="0" y="12000"/>
                </a:lnTo>
                <a:lnTo>
                  <a:pt x="7406" y="21600"/>
                </a:lnTo>
                <a:lnTo>
                  <a:pt x="21600" y="4000"/>
                </a:lnTo>
                <a:lnTo>
                  <a:pt x="17897" y="0"/>
                </a:lnTo>
                <a:close/>
              </a:path>
            </a:pathLst>
          </a:custGeom>
          <a:solidFill>
            <a:srgbClr val="535353"/>
          </a:solidFill>
          <a:ln w="12700">
            <a:miter lim="400000"/>
          </a:ln>
        </p:spPr>
        <p:txBody>
          <a:bodyPr lIns="109727" tIns="109727" rIns="109727" bIns="109727"/>
          <a:lstStyle/>
          <a:p>
            <a:endParaRPr/>
          </a:p>
        </p:txBody>
      </p:sp>
      <p:sp>
        <p:nvSpPr>
          <p:cNvPr id="131" name="Shape"/>
          <p:cNvSpPr/>
          <p:nvPr/>
        </p:nvSpPr>
        <p:spPr>
          <a:xfrm rot="21503150">
            <a:off x="11830968" y="4539314"/>
            <a:ext cx="859183" cy="933074"/>
          </a:xfrm>
          <a:custGeom>
            <a:avLst/>
            <a:gdLst/>
            <a:ahLst/>
            <a:cxnLst>
              <a:cxn ang="0">
                <a:pos x="wd2" y="hd2"/>
              </a:cxn>
              <a:cxn ang="5400000">
                <a:pos x="wd2" y="hd2"/>
              </a:cxn>
              <a:cxn ang="10800000">
                <a:pos x="wd2" y="hd2"/>
              </a:cxn>
              <a:cxn ang="16200000">
                <a:pos x="wd2" y="hd2"/>
              </a:cxn>
            </a:cxnLst>
            <a:rect l="0" t="0" r="r" b="b"/>
            <a:pathLst>
              <a:path w="21600" h="21600" extrusionOk="0">
                <a:moveTo>
                  <a:pt x="9626" y="3355"/>
                </a:moveTo>
                <a:cubicBezTo>
                  <a:pt x="6574" y="3355"/>
                  <a:pt x="3991" y="5662"/>
                  <a:pt x="3991" y="8598"/>
                </a:cubicBezTo>
                <a:cubicBezTo>
                  <a:pt x="3991" y="11534"/>
                  <a:pt x="6574" y="13841"/>
                  <a:pt x="9626" y="13841"/>
                </a:cubicBezTo>
                <a:cubicBezTo>
                  <a:pt x="10330" y="13841"/>
                  <a:pt x="10800" y="13631"/>
                  <a:pt x="11270" y="13631"/>
                </a:cubicBezTo>
                <a:cubicBezTo>
                  <a:pt x="10800" y="11953"/>
                  <a:pt x="10800" y="11953"/>
                  <a:pt x="10800" y="11953"/>
                </a:cubicBezTo>
                <a:cubicBezTo>
                  <a:pt x="10565" y="11953"/>
                  <a:pt x="10096" y="12163"/>
                  <a:pt x="9626" y="12163"/>
                </a:cubicBezTo>
                <a:cubicBezTo>
                  <a:pt x="7513" y="12163"/>
                  <a:pt x="5870" y="10485"/>
                  <a:pt x="5870" y="8598"/>
                </a:cubicBezTo>
                <a:cubicBezTo>
                  <a:pt x="5870" y="6501"/>
                  <a:pt x="7513" y="5033"/>
                  <a:pt x="9626" y="5033"/>
                </a:cubicBezTo>
                <a:cubicBezTo>
                  <a:pt x="11974" y="5033"/>
                  <a:pt x="13617" y="6501"/>
                  <a:pt x="13617" y="8598"/>
                </a:cubicBezTo>
                <a:cubicBezTo>
                  <a:pt x="13617" y="9227"/>
                  <a:pt x="13617" y="9647"/>
                  <a:pt x="13148" y="10276"/>
                </a:cubicBezTo>
                <a:cubicBezTo>
                  <a:pt x="15026" y="10905"/>
                  <a:pt x="15026" y="10905"/>
                  <a:pt x="15026" y="10905"/>
                </a:cubicBezTo>
                <a:cubicBezTo>
                  <a:pt x="15261" y="10276"/>
                  <a:pt x="15496" y="9437"/>
                  <a:pt x="15496" y="8598"/>
                </a:cubicBezTo>
                <a:cubicBezTo>
                  <a:pt x="15496" y="5662"/>
                  <a:pt x="12913" y="3355"/>
                  <a:pt x="9626" y="3355"/>
                </a:cubicBezTo>
                <a:close/>
                <a:moveTo>
                  <a:pt x="11739" y="15309"/>
                </a:moveTo>
                <a:cubicBezTo>
                  <a:pt x="11035" y="15518"/>
                  <a:pt x="10330" y="15518"/>
                  <a:pt x="9626" y="15518"/>
                </a:cubicBezTo>
                <a:cubicBezTo>
                  <a:pt x="7748" y="15518"/>
                  <a:pt x="5635" y="14680"/>
                  <a:pt x="4226" y="13421"/>
                </a:cubicBezTo>
                <a:cubicBezTo>
                  <a:pt x="2817" y="12163"/>
                  <a:pt x="1878" y="10485"/>
                  <a:pt x="1878" y="8598"/>
                </a:cubicBezTo>
                <a:cubicBezTo>
                  <a:pt x="1878" y="6711"/>
                  <a:pt x="2817" y="5033"/>
                  <a:pt x="4226" y="3565"/>
                </a:cubicBezTo>
                <a:cubicBezTo>
                  <a:pt x="5635" y="2307"/>
                  <a:pt x="7748" y="1678"/>
                  <a:pt x="9626" y="1678"/>
                </a:cubicBezTo>
                <a:cubicBezTo>
                  <a:pt x="11739" y="1678"/>
                  <a:pt x="13852" y="2307"/>
                  <a:pt x="15261" y="3565"/>
                </a:cubicBezTo>
                <a:cubicBezTo>
                  <a:pt x="16670" y="5033"/>
                  <a:pt x="17609" y="6711"/>
                  <a:pt x="17609" y="8598"/>
                </a:cubicBezTo>
                <a:cubicBezTo>
                  <a:pt x="17609" y="9647"/>
                  <a:pt x="17139" y="10695"/>
                  <a:pt x="16670" y="11744"/>
                </a:cubicBezTo>
                <a:cubicBezTo>
                  <a:pt x="18313" y="12583"/>
                  <a:pt x="18313" y="12583"/>
                  <a:pt x="18313" y="12583"/>
                </a:cubicBezTo>
                <a:cubicBezTo>
                  <a:pt x="19017" y="11324"/>
                  <a:pt x="19487" y="10066"/>
                  <a:pt x="19487" y="8598"/>
                </a:cubicBezTo>
                <a:cubicBezTo>
                  <a:pt x="19487" y="3775"/>
                  <a:pt x="15026" y="0"/>
                  <a:pt x="9626" y="0"/>
                </a:cubicBezTo>
                <a:cubicBezTo>
                  <a:pt x="4461" y="0"/>
                  <a:pt x="0" y="3775"/>
                  <a:pt x="0" y="8598"/>
                </a:cubicBezTo>
                <a:cubicBezTo>
                  <a:pt x="0" y="13212"/>
                  <a:pt x="4461" y="17196"/>
                  <a:pt x="9626" y="17196"/>
                </a:cubicBezTo>
                <a:cubicBezTo>
                  <a:pt x="10565" y="17196"/>
                  <a:pt x="11270" y="16986"/>
                  <a:pt x="11974" y="16986"/>
                </a:cubicBezTo>
                <a:lnTo>
                  <a:pt x="11739" y="15309"/>
                </a:lnTo>
                <a:close/>
                <a:moveTo>
                  <a:pt x="9626" y="6711"/>
                </a:moveTo>
                <a:cubicBezTo>
                  <a:pt x="8687" y="6711"/>
                  <a:pt x="7748" y="7550"/>
                  <a:pt x="7748" y="8388"/>
                </a:cubicBezTo>
                <a:cubicBezTo>
                  <a:pt x="7748" y="9437"/>
                  <a:pt x="8687" y="10276"/>
                  <a:pt x="9626" y="10276"/>
                </a:cubicBezTo>
                <a:cubicBezTo>
                  <a:pt x="10800" y="10276"/>
                  <a:pt x="11739" y="9437"/>
                  <a:pt x="11739" y="8388"/>
                </a:cubicBezTo>
                <a:cubicBezTo>
                  <a:pt x="11739" y="7550"/>
                  <a:pt x="10800" y="6711"/>
                  <a:pt x="9626" y="6711"/>
                </a:cubicBezTo>
                <a:close/>
                <a:moveTo>
                  <a:pt x="12209" y="11324"/>
                </a:moveTo>
                <a:cubicBezTo>
                  <a:pt x="21600" y="15309"/>
                  <a:pt x="21600" y="15309"/>
                  <a:pt x="21600" y="15309"/>
                </a:cubicBezTo>
                <a:cubicBezTo>
                  <a:pt x="18313" y="16567"/>
                  <a:pt x="18313" y="16567"/>
                  <a:pt x="18313" y="16567"/>
                </a:cubicBezTo>
                <a:cubicBezTo>
                  <a:pt x="21365" y="20132"/>
                  <a:pt x="21365" y="20132"/>
                  <a:pt x="21365" y="20132"/>
                </a:cubicBezTo>
                <a:cubicBezTo>
                  <a:pt x="19487" y="21600"/>
                  <a:pt x="19487" y="21600"/>
                  <a:pt x="19487" y="21600"/>
                </a:cubicBezTo>
                <a:cubicBezTo>
                  <a:pt x="16435" y="17825"/>
                  <a:pt x="16435" y="17825"/>
                  <a:pt x="16435" y="17825"/>
                </a:cubicBezTo>
                <a:cubicBezTo>
                  <a:pt x="14322" y="20342"/>
                  <a:pt x="14322" y="20342"/>
                  <a:pt x="14322" y="20342"/>
                </a:cubicBezTo>
                <a:lnTo>
                  <a:pt x="12209" y="11324"/>
                </a:lnTo>
                <a:close/>
              </a:path>
            </a:pathLst>
          </a:custGeom>
          <a:solidFill>
            <a:srgbClr val="F86A37"/>
          </a:solidFill>
          <a:ln w="25400">
            <a:miter lim="400000"/>
          </a:ln>
        </p:spPr>
        <p:txBody>
          <a:bodyPr lIns="45719" rIns="45719" anchor="ctr"/>
          <a:lstStyle/>
          <a:p>
            <a:pPr>
              <a:defRPr sz="1400"/>
            </a:pPr>
            <a:endParaRPr/>
          </a:p>
        </p:txBody>
      </p:sp>
      <p:sp>
        <p:nvSpPr>
          <p:cNvPr id="134" name="Shape"/>
          <p:cNvSpPr/>
          <p:nvPr/>
        </p:nvSpPr>
        <p:spPr>
          <a:xfrm>
            <a:off x="14797914" y="7862189"/>
            <a:ext cx="774825" cy="731436"/>
          </a:xfrm>
          <a:custGeom>
            <a:avLst/>
            <a:gdLst/>
            <a:ahLst/>
            <a:cxnLst>
              <a:cxn ang="0">
                <a:pos x="wd2" y="hd2"/>
              </a:cxn>
              <a:cxn ang="5400000">
                <a:pos x="wd2" y="hd2"/>
              </a:cxn>
              <a:cxn ang="10800000">
                <a:pos x="wd2" y="hd2"/>
              </a:cxn>
              <a:cxn ang="16200000">
                <a:pos x="wd2" y="hd2"/>
              </a:cxn>
            </a:cxnLst>
            <a:rect l="0" t="0" r="r" b="b"/>
            <a:pathLst>
              <a:path w="21124" h="21150" extrusionOk="0">
                <a:moveTo>
                  <a:pt x="9038" y="15041"/>
                </a:moveTo>
                <a:cubicBezTo>
                  <a:pt x="5335" y="18968"/>
                  <a:pt x="5335" y="18968"/>
                  <a:pt x="5335" y="18968"/>
                </a:cubicBezTo>
                <a:cubicBezTo>
                  <a:pt x="5130" y="19186"/>
                  <a:pt x="4924" y="19404"/>
                  <a:pt x="4718" y="19623"/>
                </a:cubicBezTo>
                <a:cubicBezTo>
                  <a:pt x="4512" y="20277"/>
                  <a:pt x="4512" y="20277"/>
                  <a:pt x="4512" y="20277"/>
                </a:cubicBezTo>
                <a:cubicBezTo>
                  <a:pt x="2661" y="21150"/>
                  <a:pt x="2661" y="21150"/>
                  <a:pt x="2661" y="21150"/>
                </a:cubicBezTo>
                <a:cubicBezTo>
                  <a:pt x="1838" y="20495"/>
                  <a:pt x="1838" y="20495"/>
                  <a:pt x="1838" y="20495"/>
                </a:cubicBezTo>
                <a:cubicBezTo>
                  <a:pt x="2867" y="18532"/>
                  <a:pt x="2867" y="18532"/>
                  <a:pt x="2867" y="18532"/>
                </a:cubicBezTo>
                <a:cubicBezTo>
                  <a:pt x="3278" y="18095"/>
                  <a:pt x="3278" y="18095"/>
                  <a:pt x="3278" y="18095"/>
                </a:cubicBezTo>
                <a:cubicBezTo>
                  <a:pt x="3690" y="18095"/>
                  <a:pt x="3895" y="17877"/>
                  <a:pt x="4101" y="17659"/>
                </a:cubicBezTo>
                <a:cubicBezTo>
                  <a:pt x="7804" y="13732"/>
                  <a:pt x="7804" y="13732"/>
                  <a:pt x="7804" y="13732"/>
                </a:cubicBezTo>
                <a:lnTo>
                  <a:pt x="9038" y="15041"/>
                </a:lnTo>
                <a:close/>
                <a:moveTo>
                  <a:pt x="11712" y="6968"/>
                </a:moveTo>
                <a:cubicBezTo>
                  <a:pt x="16650" y="1513"/>
                  <a:pt x="16650" y="1513"/>
                  <a:pt x="16650" y="1513"/>
                </a:cubicBezTo>
                <a:cubicBezTo>
                  <a:pt x="17678" y="423"/>
                  <a:pt x="19324" y="423"/>
                  <a:pt x="20352" y="1513"/>
                </a:cubicBezTo>
                <a:cubicBezTo>
                  <a:pt x="21381" y="2604"/>
                  <a:pt x="21381" y="4350"/>
                  <a:pt x="20352" y="5441"/>
                </a:cubicBezTo>
                <a:cubicBezTo>
                  <a:pt x="15415" y="10895"/>
                  <a:pt x="15415" y="10895"/>
                  <a:pt x="15415" y="10895"/>
                </a:cubicBezTo>
                <a:cubicBezTo>
                  <a:pt x="14387" y="9804"/>
                  <a:pt x="14387" y="9804"/>
                  <a:pt x="14387" y="9804"/>
                </a:cubicBezTo>
                <a:cubicBezTo>
                  <a:pt x="19324" y="4786"/>
                  <a:pt x="19324" y="4786"/>
                  <a:pt x="19324" y="4786"/>
                </a:cubicBezTo>
                <a:cubicBezTo>
                  <a:pt x="19530" y="4568"/>
                  <a:pt x="19530" y="4350"/>
                  <a:pt x="19324" y="4132"/>
                </a:cubicBezTo>
                <a:cubicBezTo>
                  <a:pt x="19118" y="4132"/>
                  <a:pt x="18912" y="4132"/>
                  <a:pt x="18707" y="4132"/>
                </a:cubicBezTo>
                <a:cubicBezTo>
                  <a:pt x="13975" y="9368"/>
                  <a:pt x="13975" y="9368"/>
                  <a:pt x="13975" y="9368"/>
                </a:cubicBezTo>
                <a:cubicBezTo>
                  <a:pt x="13152" y="8495"/>
                  <a:pt x="13152" y="8495"/>
                  <a:pt x="13152" y="8495"/>
                </a:cubicBezTo>
                <a:cubicBezTo>
                  <a:pt x="17884" y="3477"/>
                  <a:pt x="17884" y="3477"/>
                  <a:pt x="17884" y="3477"/>
                </a:cubicBezTo>
                <a:cubicBezTo>
                  <a:pt x="18090" y="3259"/>
                  <a:pt x="18090" y="3041"/>
                  <a:pt x="17884" y="2823"/>
                </a:cubicBezTo>
                <a:cubicBezTo>
                  <a:pt x="17884" y="2604"/>
                  <a:pt x="17678" y="2604"/>
                  <a:pt x="17472" y="2823"/>
                </a:cubicBezTo>
                <a:cubicBezTo>
                  <a:pt x="12535" y="7841"/>
                  <a:pt x="12535" y="7841"/>
                  <a:pt x="12535" y="7841"/>
                </a:cubicBezTo>
                <a:lnTo>
                  <a:pt x="11712" y="6968"/>
                </a:lnTo>
                <a:close/>
                <a:moveTo>
                  <a:pt x="17678" y="19841"/>
                </a:moveTo>
                <a:cubicBezTo>
                  <a:pt x="17267" y="19841"/>
                  <a:pt x="16855" y="19404"/>
                  <a:pt x="16855" y="18750"/>
                </a:cubicBezTo>
                <a:cubicBezTo>
                  <a:pt x="16855" y="18313"/>
                  <a:pt x="17267" y="17877"/>
                  <a:pt x="17678" y="17877"/>
                </a:cubicBezTo>
                <a:cubicBezTo>
                  <a:pt x="18295" y="17877"/>
                  <a:pt x="18707" y="18313"/>
                  <a:pt x="18707" y="18750"/>
                </a:cubicBezTo>
                <a:cubicBezTo>
                  <a:pt x="18707" y="19404"/>
                  <a:pt x="18295" y="19841"/>
                  <a:pt x="17678" y="19841"/>
                </a:cubicBezTo>
                <a:close/>
                <a:moveTo>
                  <a:pt x="19324" y="17441"/>
                </a:moveTo>
                <a:cubicBezTo>
                  <a:pt x="9655" y="6968"/>
                  <a:pt x="9655" y="6968"/>
                  <a:pt x="9655" y="6968"/>
                </a:cubicBezTo>
                <a:cubicBezTo>
                  <a:pt x="9038" y="6532"/>
                  <a:pt x="8832" y="5877"/>
                  <a:pt x="8832" y="5223"/>
                </a:cubicBezTo>
                <a:cubicBezTo>
                  <a:pt x="9038" y="3695"/>
                  <a:pt x="8627" y="2386"/>
                  <a:pt x="7598" y="1295"/>
                </a:cubicBezTo>
                <a:cubicBezTo>
                  <a:pt x="6364" y="-14"/>
                  <a:pt x="4512" y="-232"/>
                  <a:pt x="3072" y="204"/>
                </a:cubicBezTo>
                <a:cubicBezTo>
                  <a:pt x="5952" y="3259"/>
                  <a:pt x="5952" y="3259"/>
                  <a:pt x="5952" y="3259"/>
                </a:cubicBezTo>
                <a:cubicBezTo>
                  <a:pt x="5952" y="4568"/>
                  <a:pt x="4307" y="6313"/>
                  <a:pt x="3072" y="6313"/>
                </a:cubicBezTo>
                <a:cubicBezTo>
                  <a:pt x="192" y="3259"/>
                  <a:pt x="192" y="3259"/>
                  <a:pt x="192" y="3259"/>
                </a:cubicBezTo>
                <a:cubicBezTo>
                  <a:pt x="-219" y="4786"/>
                  <a:pt x="-13" y="6750"/>
                  <a:pt x="1221" y="8059"/>
                </a:cubicBezTo>
                <a:cubicBezTo>
                  <a:pt x="2250" y="9150"/>
                  <a:pt x="3484" y="9586"/>
                  <a:pt x="4924" y="9368"/>
                </a:cubicBezTo>
                <a:cubicBezTo>
                  <a:pt x="5541" y="9368"/>
                  <a:pt x="6158" y="9586"/>
                  <a:pt x="6570" y="10241"/>
                </a:cubicBezTo>
                <a:cubicBezTo>
                  <a:pt x="16444" y="20495"/>
                  <a:pt x="16444" y="20495"/>
                  <a:pt x="16444" y="20495"/>
                </a:cubicBezTo>
                <a:cubicBezTo>
                  <a:pt x="17267" y="21368"/>
                  <a:pt x="18501" y="21368"/>
                  <a:pt x="19324" y="20495"/>
                </a:cubicBezTo>
                <a:cubicBezTo>
                  <a:pt x="20147" y="19623"/>
                  <a:pt x="20147" y="18313"/>
                  <a:pt x="19324" y="17441"/>
                </a:cubicBezTo>
                <a:close/>
              </a:path>
            </a:pathLst>
          </a:custGeom>
          <a:solidFill>
            <a:srgbClr val="F86A37"/>
          </a:solidFill>
          <a:ln w="25400">
            <a:miter lim="400000"/>
          </a:ln>
        </p:spPr>
        <p:txBody>
          <a:bodyPr lIns="45719" rIns="45719" anchor="ctr"/>
          <a:lstStyle/>
          <a:p>
            <a:pPr>
              <a:defRPr sz="1400"/>
            </a:pPr>
            <a:endParaRPr/>
          </a:p>
        </p:txBody>
      </p:sp>
      <p:sp>
        <p:nvSpPr>
          <p:cNvPr id="135" name="Shape"/>
          <p:cNvSpPr/>
          <p:nvPr/>
        </p:nvSpPr>
        <p:spPr>
          <a:xfrm rot="3392110">
            <a:off x="14256656" y="5484526"/>
            <a:ext cx="756988" cy="1072392"/>
          </a:xfrm>
          <a:custGeom>
            <a:avLst/>
            <a:gdLst/>
            <a:ahLst/>
            <a:cxnLst>
              <a:cxn ang="0">
                <a:pos x="wd2" y="hd2"/>
              </a:cxn>
              <a:cxn ang="5400000">
                <a:pos x="wd2" y="hd2"/>
              </a:cxn>
              <a:cxn ang="10800000">
                <a:pos x="wd2" y="hd2"/>
              </a:cxn>
              <a:cxn ang="16200000">
                <a:pos x="wd2" y="hd2"/>
              </a:cxn>
            </a:cxnLst>
            <a:rect l="0" t="0" r="r" b="b"/>
            <a:pathLst>
              <a:path w="21600" h="21600" extrusionOk="0">
                <a:moveTo>
                  <a:pt x="5400" y="21600"/>
                </a:moveTo>
                <a:lnTo>
                  <a:pt x="0" y="17788"/>
                </a:lnTo>
                <a:lnTo>
                  <a:pt x="10800" y="10800"/>
                </a:lnTo>
                <a:lnTo>
                  <a:pt x="0" y="3812"/>
                </a:lnTo>
                <a:lnTo>
                  <a:pt x="5400" y="0"/>
                </a:lnTo>
                <a:lnTo>
                  <a:pt x="21600" y="10800"/>
                </a:lnTo>
                <a:lnTo>
                  <a:pt x="5400" y="21600"/>
                </a:lnTo>
                <a:close/>
              </a:path>
            </a:pathLst>
          </a:custGeom>
          <a:solidFill>
            <a:srgbClr val="243646"/>
          </a:solidFill>
          <a:ln w="25400">
            <a:miter lim="400000"/>
          </a:ln>
        </p:spPr>
        <p:txBody>
          <a:bodyPr lIns="45719" rIns="45719" anchor="ctr"/>
          <a:lstStyle/>
          <a:p>
            <a:pPr>
              <a:defRPr sz="1400"/>
            </a:pPr>
            <a:endParaRPr dirty="0"/>
          </a:p>
        </p:txBody>
      </p:sp>
      <p:sp>
        <p:nvSpPr>
          <p:cNvPr id="136" name="Shape"/>
          <p:cNvSpPr/>
          <p:nvPr/>
        </p:nvSpPr>
        <p:spPr>
          <a:xfrm rot="17799286">
            <a:off x="9412884" y="5244355"/>
            <a:ext cx="756988" cy="1072392"/>
          </a:xfrm>
          <a:custGeom>
            <a:avLst/>
            <a:gdLst/>
            <a:ahLst/>
            <a:cxnLst>
              <a:cxn ang="0">
                <a:pos x="wd2" y="hd2"/>
              </a:cxn>
              <a:cxn ang="5400000">
                <a:pos x="wd2" y="hd2"/>
              </a:cxn>
              <a:cxn ang="10800000">
                <a:pos x="wd2" y="hd2"/>
              </a:cxn>
              <a:cxn ang="16200000">
                <a:pos x="wd2" y="hd2"/>
              </a:cxn>
            </a:cxnLst>
            <a:rect l="0" t="0" r="r" b="b"/>
            <a:pathLst>
              <a:path w="21600" h="21600" extrusionOk="0">
                <a:moveTo>
                  <a:pt x="5400" y="21600"/>
                </a:moveTo>
                <a:lnTo>
                  <a:pt x="0" y="17788"/>
                </a:lnTo>
                <a:lnTo>
                  <a:pt x="10800" y="10800"/>
                </a:lnTo>
                <a:lnTo>
                  <a:pt x="0" y="3812"/>
                </a:lnTo>
                <a:lnTo>
                  <a:pt x="5400" y="0"/>
                </a:lnTo>
                <a:lnTo>
                  <a:pt x="21600" y="10800"/>
                </a:lnTo>
                <a:lnTo>
                  <a:pt x="5400" y="21600"/>
                </a:lnTo>
                <a:close/>
              </a:path>
            </a:pathLst>
          </a:custGeom>
          <a:solidFill>
            <a:srgbClr val="243646"/>
          </a:solidFill>
          <a:ln w="25400">
            <a:miter lim="400000"/>
          </a:ln>
        </p:spPr>
        <p:txBody>
          <a:bodyPr lIns="45719" rIns="45719" anchor="ctr"/>
          <a:lstStyle/>
          <a:p>
            <a:pPr>
              <a:defRPr sz="1400"/>
            </a:pPr>
            <a:endParaRPr/>
          </a:p>
        </p:txBody>
      </p:sp>
      <p:sp>
        <p:nvSpPr>
          <p:cNvPr id="137" name="Shape"/>
          <p:cNvSpPr/>
          <p:nvPr/>
        </p:nvSpPr>
        <p:spPr>
          <a:xfrm rot="10821691">
            <a:off x="11784563" y="9941043"/>
            <a:ext cx="756988" cy="1072392"/>
          </a:xfrm>
          <a:custGeom>
            <a:avLst/>
            <a:gdLst/>
            <a:ahLst/>
            <a:cxnLst>
              <a:cxn ang="0">
                <a:pos x="wd2" y="hd2"/>
              </a:cxn>
              <a:cxn ang="5400000">
                <a:pos x="wd2" y="hd2"/>
              </a:cxn>
              <a:cxn ang="10800000">
                <a:pos x="wd2" y="hd2"/>
              </a:cxn>
              <a:cxn ang="16200000">
                <a:pos x="wd2" y="hd2"/>
              </a:cxn>
            </a:cxnLst>
            <a:rect l="0" t="0" r="r" b="b"/>
            <a:pathLst>
              <a:path w="21600" h="21600" extrusionOk="0">
                <a:moveTo>
                  <a:pt x="5400" y="21600"/>
                </a:moveTo>
                <a:lnTo>
                  <a:pt x="0" y="17788"/>
                </a:lnTo>
                <a:lnTo>
                  <a:pt x="10800" y="10800"/>
                </a:lnTo>
                <a:lnTo>
                  <a:pt x="0" y="3812"/>
                </a:lnTo>
                <a:lnTo>
                  <a:pt x="5400" y="0"/>
                </a:lnTo>
                <a:lnTo>
                  <a:pt x="21600" y="10800"/>
                </a:lnTo>
                <a:lnTo>
                  <a:pt x="5400" y="21600"/>
                </a:lnTo>
                <a:close/>
              </a:path>
            </a:pathLst>
          </a:custGeom>
          <a:solidFill>
            <a:srgbClr val="243646"/>
          </a:solidFill>
          <a:ln w="25400">
            <a:miter lim="400000"/>
          </a:ln>
        </p:spPr>
        <p:txBody>
          <a:bodyPr lIns="45719" rIns="45719" anchor="ctr"/>
          <a:lstStyle/>
          <a:p>
            <a:pPr>
              <a:defRPr sz="1400"/>
            </a:pPr>
            <a:endParaRPr/>
          </a:p>
        </p:txBody>
      </p:sp>
      <p:sp>
        <p:nvSpPr>
          <p:cNvPr id="139" name="Identify Business Goals"/>
          <p:cNvSpPr txBox="1"/>
          <p:nvPr/>
        </p:nvSpPr>
        <p:spPr>
          <a:xfrm>
            <a:off x="14705637" y="4239940"/>
            <a:ext cx="2696634" cy="498596"/>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1800">
                <a:solidFill>
                  <a:srgbClr val="535353"/>
                </a:solidFill>
                <a:latin typeface="+mj-lt"/>
                <a:ea typeface="+mj-ea"/>
                <a:cs typeface="+mj-cs"/>
                <a:sym typeface="Helvetica"/>
              </a:defRPr>
            </a:lvl1pPr>
          </a:lstStyle>
          <a:p>
            <a:pPr>
              <a:defRPr sz="3200"/>
            </a:pPr>
            <a:r>
              <a:rPr lang="en-US" sz="1800" dirty="0"/>
              <a:t>Define Success Criteria</a:t>
            </a:r>
            <a:endParaRPr sz="1800" dirty="0"/>
          </a:p>
        </p:txBody>
      </p:sp>
      <p:sp>
        <p:nvSpPr>
          <p:cNvPr id="140" name="Shape"/>
          <p:cNvSpPr/>
          <p:nvPr/>
        </p:nvSpPr>
        <p:spPr>
          <a:xfrm>
            <a:off x="14476380" y="4427401"/>
            <a:ext cx="261030" cy="201366"/>
          </a:xfrm>
          <a:custGeom>
            <a:avLst/>
            <a:gdLst/>
            <a:ahLst/>
            <a:cxnLst>
              <a:cxn ang="0">
                <a:pos x="wd2" y="hd2"/>
              </a:cxn>
              <a:cxn ang="5400000">
                <a:pos x="wd2" y="hd2"/>
              </a:cxn>
              <a:cxn ang="10800000">
                <a:pos x="wd2" y="hd2"/>
              </a:cxn>
              <a:cxn ang="16200000">
                <a:pos x="wd2" y="hd2"/>
              </a:cxn>
            </a:cxnLst>
            <a:rect l="0" t="0" r="r" b="b"/>
            <a:pathLst>
              <a:path w="21600" h="21600" extrusionOk="0">
                <a:moveTo>
                  <a:pt x="17897" y="0"/>
                </a:moveTo>
                <a:lnTo>
                  <a:pt x="7406" y="13600"/>
                </a:lnTo>
                <a:lnTo>
                  <a:pt x="3086" y="7200"/>
                </a:lnTo>
                <a:lnTo>
                  <a:pt x="0" y="12000"/>
                </a:lnTo>
                <a:lnTo>
                  <a:pt x="7406" y="21600"/>
                </a:lnTo>
                <a:lnTo>
                  <a:pt x="21600" y="4000"/>
                </a:lnTo>
                <a:lnTo>
                  <a:pt x="17897" y="0"/>
                </a:lnTo>
                <a:close/>
              </a:path>
            </a:pathLst>
          </a:custGeom>
          <a:solidFill>
            <a:srgbClr val="535353"/>
          </a:solidFill>
          <a:ln w="12700">
            <a:miter lim="400000"/>
          </a:ln>
        </p:spPr>
        <p:txBody>
          <a:bodyPr lIns="109727" tIns="109727" rIns="109727" bIns="109727"/>
          <a:lstStyle/>
          <a:p>
            <a:endParaRPr/>
          </a:p>
        </p:txBody>
      </p:sp>
      <p:sp>
        <p:nvSpPr>
          <p:cNvPr id="145" name="Gather Continual Feedback"/>
          <p:cNvSpPr txBox="1"/>
          <p:nvPr/>
        </p:nvSpPr>
        <p:spPr>
          <a:xfrm>
            <a:off x="14868087" y="11254294"/>
            <a:ext cx="2106729" cy="498596"/>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1800">
                <a:solidFill>
                  <a:srgbClr val="535353"/>
                </a:solidFill>
                <a:latin typeface="+mj-lt"/>
                <a:ea typeface="+mj-ea"/>
                <a:cs typeface="+mj-cs"/>
                <a:sym typeface="Helvetica"/>
              </a:defRPr>
            </a:lvl1pPr>
          </a:lstStyle>
          <a:p>
            <a:pPr>
              <a:defRPr sz="3200"/>
            </a:pPr>
            <a:r>
              <a:rPr lang="en-US" sz="1800" dirty="0"/>
              <a:t>Build Final Course</a:t>
            </a:r>
            <a:endParaRPr sz="1800" dirty="0"/>
          </a:p>
        </p:txBody>
      </p:sp>
      <p:sp>
        <p:nvSpPr>
          <p:cNvPr id="146" name="Shape"/>
          <p:cNvSpPr/>
          <p:nvPr/>
        </p:nvSpPr>
        <p:spPr>
          <a:xfrm>
            <a:off x="14638830" y="11441755"/>
            <a:ext cx="261030" cy="201366"/>
          </a:xfrm>
          <a:custGeom>
            <a:avLst/>
            <a:gdLst/>
            <a:ahLst/>
            <a:cxnLst>
              <a:cxn ang="0">
                <a:pos x="wd2" y="hd2"/>
              </a:cxn>
              <a:cxn ang="5400000">
                <a:pos x="wd2" y="hd2"/>
              </a:cxn>
              <a:cxn ang="10800000">
                <a:pos x="wd2" y="hd2"/>
              </a:cxn>
              <a:cxn ang="16200000">
                <a:pos x="wd2" y="hd2"/>
              </a:cxn>
            </a:cxnLst>
            <a:rect l="0" t="0" r="r" b="b"/>
            <a:pathLst>
              <a:path w="21600" h="21600" extrusionOk="0">
                <a:moveTo>
                  <a:pt x="17897" y="0"/>
                </a:moveTo>
                <a:lnTo>
                  <a:pt x="7406" y="13600"/>
                </a:lnTo>
                <a:lnTo>
                  <a:pt x="3086" y="7200"/>
                </a:lnTo>
                <a:lnTo>
                  <a:pt x="0" y="12000"/>
                </a:lnTo>
                <a:lnTo>
                  <a:pt x="7406" y="21600"/>
                </a:lnTo>
                <a:lnTo>
                  <a:pt x="21600" y="4000"/>
                </a:lnTo>
                <a:lnTo>
                  <a:pt x="17897" y="0"/>
                </a:lnTo>
                <a:close/>
              </a:path>
            </a:pathLst>
          </a:custGeom>
          <a:solidFill>
            <a:srgbClr val="535353"/>
          </a:solidFill>
          <a:ln w="12700">
            <a:miter lim="400000"/>
          </a:ln>
        </p:spPr>
        <p:txBody>
          <a:bodyPr lIns="109727" tIns="109727" rIns="109727" bIns="109727"/>
          <a:lstStyle/>
          <a:p>
            <a:endParaRPr/>
          </a:p>
        </p:txBody>
      </p:sp>
      <p:sp>
        <p:nvSpPr>
          <p:cNvPr id="149" name="Product Management Circle, LLC"/>
          <p:cNvSpPr txBox="1"/>
          <p:nvPr/>
        </p:nvSpPr>
        <p:spPr>
          <a:xfrm>
            <a:off x="2320490" y="12776169"/>
            <a:ext cx="19409513" cy="752040"/>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normAutofit/>
          </a:bodyPr>
          <a:lstStyle>
            <a:lvl1pPr defTabSz="914400">
              <a:lnSpc>
                <a:spcPct val="90000"/>
              </a:lnSpc>
              <a:spcBef>
                <a:spcPts val="1000"/>
              </a:spcBef>
              <a:defRPr sz="1600">
                <a:solidFill>
                  <a:srgbClr val="A6A6A6"/>
                </a:solidFill>
                <a:latin typeface="Helvetica Light"/>
                <a:ea typeface="Helvetica Light"/>
                <a:cs typeface="Helvetica Light"/>
                <a:sym typeface="Helvetica Light"/>
              </a:defRPr>
            </a:lvl1pPr>
          </a:lstStyle>
          <a:p>
            <a:r>
              <a:rPr dirty="0"/>
              <a:t> </a:t>
            </a:r>
            <a:r>
              <a:rPr lang="en-US" dirty="0"/>
              <a:t> All Rights Reserved, Instructional Design Central, LLC</a:t>
            </a:r>
            <a:r>
              <a:rPr dirty="0"/>
              <a:t>, </a:t>
            </a:r>
            <a:r>
              <a:rPr lang="en-US" dirty="0"/>
              <a:t>www.instructionaldesigncentral.com</a:t>
            </a:r>
            <a:endParaRPr dirty="0"/>
          </a:p>
        </p:txBody>
      </p:sp>
      <p:sp>
        <p:nvSpPr>
          <p:cNvPr id="62" name="Product Team"/>
          <p:cNvSpPr txBox="1">
            <a:spLocks/>
          </p:cNvSpPr>
          <p:nvPr/>
        </p:nvSpPr>
        <p:spPr>
          <a:xfrm>
            <a:off x="1088492" y="796543"/>
            <a:ext cx="19468034" cy="1354799"/>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nchor="b">
            <a:normAutofit/>
          </a:bodyPr>
          <a:lstStyle>
            <a:lvl1pPr marL="0" marR="0" indent="0" algn="l" defTabSz="914400" rtl="0" latinLnBrk="0">
              <a:lnSpc>
                <a:spcPct val="90000"/>
              </a:lnSpc>
              <a:spcBef>
                <a:spcPts val="0"/>
              </a:spcBef>
              <a:spcAft>
                <a:spcPts val="0"/>
              </a:spcAft>
              <a:buClrTx/>
              <a:buSzTx/>
              <a:buFontTx/>
              <a:buNone/>
              <a:tabLst/>
              <a:defRPr sz="7300" b="0" i="0" u="none" strike="noStrike" cap="none" spc="0" baseline="0">
                <a:ln>
                  <a:noFill/>
                </a:ln>
                <a:solidFill>
                  <a:srgbClr val="545454"/>
                </a:solidFill>
                <a:uFillTx/>
                <a:latin typeface="Avenir Book"/>
                <a:ea typeface="Avenir Book"/>
                <a:cs typeface="Avenir Book"/>
                <a:sym typeface="Avenir Book"/>
              </a:defRPr>
            </a:lvl1pPr>
            <a:lvl2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2pPr>
            <a:lvl3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3pPr>
            <a:lvl4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4pPr>
            <a:lvl5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5pPr>
            <a:lvl6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6pPr>
            <a:lvl7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7pPr>
            <a:lvl8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8pPr>
            <a:lvl9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9pPr>
          </a:lstStyle>
          <a:p>
            <a:pPr defTabSz="832104" hangingPunct="1">
              <a:defRPr sz="6643"/>
            </a:pPr>
            <a:r>
              <a:rPr lang="en-US" sz="6643" dirty="0">
                <a:solidFill>
                  <a:srgbClr val="243646"/>
                </a:solidFill>
                <a:latin typeface="PT Sans Narrow" charset="-52"/>
                <a:ea typeface="PT Sans Narrow" charset="-52"/>
                <a:cs typeface="PT Sans Narrow" charset="-52"/>
              </a:rPr>
              <a:t>The </a:t>
            </a:r>
            <a:r>
              <a:rPr lang="en-US" sz="6643" b="1" dirty="0">
                <a:solidFill>
                  <a:srgbClr val="243646"/>
                </a:solidFill>
                <a:latin typeface="PT Sans Narrow" charset="-52"/>
                <a:ea typeface="PT Sans Narrow" charset="-52"/>
                <a:cs typeface="PT Sans Narrow" charset="-52"/>
              </a:rPr>
              <a:t>Learning Circle </a:t>
            </a:r>
            <a:r>
              <a:rPr lang="en-US" sz="6643" dirty="0">
                <a:solidFill>
                  <a:srgbClr val="243646"/>
                </a:solidFill>
                <a:latin typeface="PT Sans Narrow" charset="-52"/>
                <a:ea typeface="PT Sans Narrow" charset="-52"/>
                <a:cs typeface="PT Sans Narrow" charset="-52"/>
                <a:sym typeface="Avenir Heavy"/>
              </a:rPr>
              <a:t>Framework™</a:t>
            </a:r>
          </a:p>
        </p:txBody>
      </p:sp>
      <p:sp>
        <p:nvSpPr>
          <p:cNvPr id="63" name="Product Team"/>
          <p:cNvSpPr txBox="1">
            <a:spLocks/>
          </p:cNvSpPr>
          <p:nvPr/>
        </p:nvSpPr>
        <p:spPr>
          <a:xfrm>
            <a:off x="10954669" y="6858097"/>
            <a:ext cx="2462114" cy="1354799"/>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nchor="b">
            <a:noAutofit/>
          </a:bodyPr>
          <a:lstStyle>
            <a:lvl1pPr marL="0" marR="0" indent="0" algn="l" defTabSz="914400" rtl="0" latinLnBrk="0">
              <a:lnSpc>
                <a:spcPct val="90000"/>
              </a:lnSpc>
              <a:spcBef>
                <a:spcPts val="0"/>
              </a:spcBef>
              <a:spcAft>
                <a:spcPts val="0"/>
              </a:spcAft>
              <a:buClrTx/>
              <a:buSzTx/>
              <a:buFontTx/>
              <a:buNone/>
              <a:tabLst/>
              <a:defRPr sz="7300" b="0" i="0" u="none" strike="noStrike" cap="none" spc="0" baseline="0">
                <a:ln>
                  <a:noFill/>
                </a:ln>
                <a:solidFill>
                  <a:srgbClr val="545454"/>
                </a:solidFill>
                <a:uFillTx/>
                <a:latin typeface="Avenir Book"/>
                <a:ea typeface="Avenir Book"/>
                <a:cs typeface="Avenir Book"/>
                <a:sym typeface="Avenir Book"/>
              </a:defRPr>
            </a:lvl1pPr>
            <a:lvl2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2pPr>
            <a:lvl3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3pPr>
            <a:lvl4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4pPr>
            <a:lvl5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5pPr>
            <a:lvl6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6pPr>
            <a:lvl7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7pPr>
            <a:lvl8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8pPr>
            <a:lvl9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9pPr>
          </a:lstStyle>
          <a:p>
            <a:pPr algn="ctr" defTabSz="832104" hangingPunct="1">
              <a:defRPr sz="6643"/>
            </a:pPr>
            <a:r>
              <a:rPr lang="en-US" sz="4500" dirty="0">
                <a:solidFill>
                  <a:schemeClr val="bg1"/>
                </a:solidFill>
                <a:latin typeface="PT Sans Narrow" charset="-52"/>
                <a:ea typeface="PT Sans Narrow" charset="-52"/>
                <a:cs typeface="PT Sans Narrow" charset="-52"/>
              </a:rPr>
              <a:t> </a:t>
            </a:r>
            <a:br>
              <a:rPr lang="en-US" sz="4500" dirty="0">
                <a:solidFill>
                  <a:schemeClr val="bg1"/>
                </a:solidFill>
                <a:latin typeface="PT Sans Narrow" charset="-52"/>
                <a:ea typeface="PT Sans Narrow" charset="-52"/>
                <a:cs typeface="PT Sans Narrow" charset="-52"/>
              </a:rPr>
            </a:br>
            <a:endParaRPr lang="en-US" sz="4500" dirty="0">
              <a:solidFill>
                <a:schemeClr val="bg1"/>
              </a:solidFill>
              <a:latin typeface="PT Sans Narrow" charset="-52"/>
              <a:ea typeface="PT Sans Narrow" charset="-52"/>
              <a:cs typeface="PT Sans Narrow" charset="-52"/>
            </a:endParaRPr>
          </a:p>
          <a:p>
            <a:pPr algn="ctr" defTabSz="832104" hangingPunct="1">
              <a:defRPr sz="6643"/>
            </a:pPr>
            <a:r>
              <a:rPr lang="en-US" sz="4000" b="1" dirty="0">
                <a:solidFill>
                  <a:schemeClr val="bg1"/>
                </a:solidFill>
                <a:latin typeface="PT Sans Narrow" charset="-52"/>
                <a:ea typeface="PT Sans Narrow" charset="-52"/>
                <a:cs typeface="PT Sans Narrow" charset="-52"/>
              </a:rPr>
              <a:t>Learning</a:t>
            </a:r>
            <a:r>
              <a:rPr lang="en-US" sz="4000" dirty="0">
                <a:solidFill>
                  <a:schemeClr val="bg1"/>
                </a:solidFill>
                <a:latin typeface="PT Sans Narrow" charset="-52"/>
                <a:ea typeface="PT Sans Narrow" charset="-52"/>
                <a:cs typeface="PT Sans Narrow" charset="-52"/>
              </a:rPr>
              <a:t> </a:t>
            </a:r>
            <a:br>
              <a:rPr lang="en-US" sz="4000" dirty="0">
                <a:solidFill>
                  <a:schemeClr val="bg1"/>
                </a:solidFill>
                <a:latin typeface="PT Sans Narrow" charset="-52"/>
                <a:ea typeface="PT Sans Narrow" charset="-52"/>
                <a:cs typeface="PT Sans Narrow" charset="-52"/>
              </a:rPr>
            </a:br>
            <a:r>
              <a:rPr lang="en-US" sz="4000" dirty="0">
                <a:solidFill>
                  <a:schemeClr val="bg1"/>
                </a:solidFill>
                <a:latin typeface="PT Sans Narrow" charset="-52"/>
                <a:ea typeface="PT Sans Narrow" charset="-52"/>
                <a:cs typeface="PT Sans Narrow" charset="-52"/>
              </a:rPr>
              <a:t>Circle</a:t>
            </a:r>
            <a:endParaRPr lang="en-US" sz="4000" b="1" dirty="0">
              <a:solidFill>
                <a:schemeClr val="bg1"/>
              </a:solidFill>
              <a:latin typeface="PT Sans Narrow" charset="-52"/>
              <a:ea typeface="PT Sans Narrow" charset="-52"/>
              <a:cs typeface="PT Sans Narrow" charset="-52"/>
              <a:sym typeface="Avenir Heavy"/>
            </a:endParaRPr>
          </a:p>
        </p:txBody>
      </p:sp>
      <p:sp>
        <p:nvSpPr>
          <p:cNvPr id="64" name="Deploy Product"/>
          <p:cNvSpPr txBox="1"/>
          <p:nvPr/>
        </p:nvSpPr>
        <p:spPr>
          <a:xfrm>
            <a:off x="6479697" y="9934185"/>
            <a:ext cx="2786402" cy="498596"/>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1800">
                <a:solidFill>
                  <a:srgbClr val="535353"/>
                </a:solidFill>
                <a:latin typeface="+mj-lt"/>
                <a:ea typeface="+mj-ea"/>
                <a:cs typeface="+mj-cs"/>
                <a:sym typeface="Helvetica"/>
              </a:defRPr>
            </a:lvl1pPr>
          </a:lstStyle>
          <a:p>
            <a:pPr>
              <a:defRPr sz="3200"/>
            </a:pPr>
            <a:r>
              <a:rPr lang="en-US" sz="1800" dirty="0"/>
              <a:t>Create Course Roadmap</a:t>
            </a:r>
            <a:endParaRPr sz="1800" dirty="0"/>
          </a:p>
        </p:txBody>
      </p:sp>
      <p:sp>
        <p:nvSpPr>
          <p:cNvPr id="65" name="Create Communications Plan"/>
          <p:cNvSpPr txBox="1"/>
          <p:nvPr/>
        </p:nvSpPr>
        <p:spPr>
          <a:xfrm>
            <a:off x="6479697" y="10893620"/>
            <a:ext cx="3205296" cy="498857"/>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1800">
                <a:solidFill>
                  <a:srgbClr val="535353"/>
                </a:solidFill>
                <a:latin typeface="+mj-lt"/>
                <a:ea typeface="+mj-ea"/>
                <a:cs typeface="+mj-cs"/>
                <a:sym typeface="Helvetica"/>
              </a:defRPr>
            </a:lvl1pPr>
          </a:lstStyle>
          <a:p>
            <a:pPr>
              <a:defRPr sz="3200"/>
            </a:pPr>
            <a:r>
              <a:rPr sz="1800"/>
              <a:t>Create Communications Plan</a:t>
            </a:r>
          </a:p>
        </p:txBody>
      </p:sp>
      <p:sp>
        <p:nvSpPr>
          <p:cNvPr id="66" name="Create Training Plan"/>
          <p:cNvSpPr txBox="1"/>
          <p:nvPr/>
        </p:nvSpPr>
        <p:spPr>
          <a:xfrm>
            <a:off x="6479697" y="10400963"/>
            <a:ext cx="3799500" cy="498596"/>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1800">
                <a:solidFill>
                  <a:srgbClr val="535353"/>
                </a:solidFill>
                <a:latin typeface="+mj-lt"/>
                <a:ea typeface="+mj-ea"/>
                <a:cs typeface="+mj-cs"/>
                <a:sym typeface="Helvetica"/>
              </a:defRPr>
            </a:lvl1pPr>
          </a:lstStyle>
          <a:p>
            <a:pPr>
              <a:defRPr sz="3200"/>
            </a:pPr>
            <a:r>
              <a:rPr lang="en-US" sz="1800" dirty="0"/>
              <a:t>Identify Training Delivery Channels</a:t>
            </a:r>
            <a:endParaRPr sz="1800" dirty="0"/>
          </a:p>
        </p:txBody>
      </p:sp>
      <p:sp>
        <p:nvSpPr>
          <p:cNvPr id="67" name="Shape"/>
          <p:cNvSpPr/>
          <p:nvPr/>
        </p:nvSpPr>
        <p:spPr>
          <a:xfrm>
            <a:off x="6250440" y="10144622"/>
            <a:ext cx="261029" cy="201365"/>
          </a:xfrm>
          <a:custGeom>
            <a:avLst/>
            <a:gdLst/>
            <a:ahLst/>
            <a:cxnLst>
              <a:cxn ang="0">
                <a:pos x="wd2" y="hd2"/>
              </a:cxn>
              <a:cxn ang="5400000">
                <a:pos x="wd2" y="hd2"/>
              </a:cxn>
              <a:cxn ang="10800000">
                <a:pos x="wd2" y="hd2"/>
              </a:cxn>
              <a:cxn ang="16200000">
                <a:pos x="wd2" y="hd2"/>
              </a:cxn>
            </a:cxnLst>
            <a:rect l="0" t="0" r="r" b="b"/>
            <a:pathLst>
              <a:path w="21600" h="21600" extrusionOk="0">
                <a:moveTo>
                  <a:pt x="17897" y="0"/>
                </a:moveTo>
                <a:lnTo>
                  <a:pt x="7406" y="13600"/>
                </a:lnTo>
                <a:lnTo>
                  <a:pt x="3086" y="7200"/>
                </a:lnTo>
                <a:lnTo>
                  <a:pt x="0" y="12000"/>
                </a:lnTo>
                <a:lnTo>
                  <a:pt x="7406" y="21600"/>
                </a:lnTo>
                <a:lnTo>
                  <a:pt x="21600" y="4000"/>
                </a:lnTo>
                <a:lnTo>
                  <a:pt x="17897" y="0"/>
                </a:lnTo>
                <a:close/>
              </a:path>
            </a:pathLst>
          </a:custGeom>
          <a:solidFill>
            <a:srgbClr val="535353"/>
          </a:solidFill>
          <a:ln w="12700">
            <a:miter lim="400000"/>
          </a:ln>
        </p:spPr>
        <p:txBody>
          <a:bodyPr lIns="109727" tIns="109727" rIns="109727" bIns="109727"/>
          <a:lstStyle/>
          <a:p>
            <a:endParaRPr/>
          </a:p>
        </p:txBody>
      </p:sp>
      <p:sp>
        <p:nvSpPr>
          <p:cNvPr id="68" name="Shape"/>
          <p:cNvSpPr/>
          <p:nvPr/>
        </p:nvSpPr>
        <p:spPr>
          <a:xfrm>
            <a:off x="6250440" y="10609262"/>
            <a:ext cx="261029" cy="201366"/>
          </a:xfrm>
          <a:custGeom>
            <a:avLst/>
            <a:gdLst/>
            <a:ahLst/>
            <a:cxnLst>
              <a:cxn ang="0">
                <a:pos x="wd2" y="hd2"/>
              </a:cxn>
              <a:cxn ang="5400000">
                <a:pos x="wd2" y="hd2"/>
              </a:cxn>
              <a:cxn ang="10800000">
                <a:pos x="wd2" y="hd2"/>
              </a:cxn>
              <a:cxn ang="16200000">
                <a:pos x="wd2" y="hd2"/>
              </a:cxn>
            </a:cxnLst>
            <a:rect l="0" t="0" r="r" b="b"/>
            <a:pathLst>
              <a:path w="21600" h="21600" extrusionOk="0">
                <a:moveTo>
                  <a:pt x="17897" y="0"/>
                </a:moveTo>
                <a:lnTo>
                  <a:pt x="7406" y="13600"/>
                </a:lnTo>
                <a:lnTo>
                  <a:pt x="3086" y="7200"/>
                </a:lnTo>
                <a:lnTo>
                  <a:pt x="0" y="12000"/>
                </a:lnTo>
                <a:lnTo>
                  <a:pt x="7406" y="21600"/>
                </a:lnTo>
                <a:lnTo>
                  <a:pt x="21600" y="4000"/>
                </a:lnTo>
                <a:lnTo>
                  <a:pt x="17897" y="0"/>
                </a:lnTo>
                <a:close/>
              </a:path>
            </a:pathLst>
          </a:custGeom>
          <a:solidFill>
            <a:srgbClr val="535353"/>
          </a:solidFill>
          <a:ln w="12700">
            <a:miter lim="400000"/>
          </a:ln>
        </p:spPr>
        <p:txBody>
          <a:bodyPr lIns="109727" tIns="109727" rIns="109727" bIns="109727"/>
          <a:lstStyle/>
          <a:p>
            <a:endParaRPr/>
          </a:p>
        </p:txBody>
      </p:sp>
      <p:sp>
        <p:nvSpPr>
          <p:cNvPr id="69" name="Shape"/>
          <p:cNvSpPr/>
          <p:nvPr/>
        </p:nvSpPr>
        <p:spPr>
          <a:xfrm>
            <a:off x="6250440" y="11055203"/>
            <a:ext cx="261029" cy="201366"/>
          </a:xfrm>
          <a:custGeom>
            <a:avLst/>
            <a:gdLst/>
            <a:ahLst/>
            <a:cxnLst>
              <a:cxn ang="0">
                <a:pos x="wd2" y="hd2"/>
              </a:cxn>
              <a:cxn ang="5400000">
                <a:pos x="wd2" y="hd2"/>
              </a:cxn>
              <a:cxn ang="10800000">
                <a:pos x="wd2" y="hd2"/>
              </a:cxn>
              <a:cxn ang="16200000">
                <a:pos x="wd2" y="hd2"/>
              </a:cxn>
            </a:cxnLst>
            <a:rect l="0" t="0" r="r" b="b"/>
            <a:pathLst>
              <a:path w="21600" h="21600" extrusionOk="0">
                <a:moveTo>
                  <a:pt x="17897" y="0"/>
                </a:moveTo>
                <a:lnTo>
                  <a:pt x="7406" y="13600"/>
                </a:lnTo>
                <a:lnTo>
                  <a:pt x="3086" y="7200"/>
                </a:lnTo>
                <a:lnTo>
                  <a:pt x="0" y="12000"/>
                </a:lnTo>
                <a:lnTo>
                  <a:pt x="7406" y="21600"/>
                </a:lnTo>
                <a:lnTo>
                  <a:pt x="21600" y="4000"/>
                </a:lnTo>
                <a:lnTo>
                  <a:pt x="17897" y="0"/>
                </a:lnTo>
                <a:close/>
              </a:path>
            </a:pathLst>
          </a:custGeom>
          <a:solidFill>
            <a:srgbClr val="535353"/>
          </a:solidFill>
          <a:ln w="12700">
            <a:miter lim="400000"/>
          </a:ln>
        </p:spPr>
        <p:txBody>
          <a:bodyPr lIns="109727" tIns="109727" rIns="109727" bIns="109727"/>
          <a:lstStyle/>
          <a:p>
            <a:endParaRPr/>
          </a:p>
        </p:txBody>
      </p:sp>
      <p:sp>
        <p:nvSpPr>
          <p:cNvPr id="70" name="Create Product Launch Checklist"/>
          <p:cNvSpPr txBox="1"/>
          <p:nvPr/>
        </p:nvSpPr>
        <p:spPr>
          <a:xfrm>
            <a:off x="6492397" y="11308604"/>
            <a:ext cx="1747656" cy="498596"/>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1800">
                <a:solidFill>
                  <a:srgbClr val="535353"/>
                </a:solidFill>
                <a:latin typeface="+mj-lt"/>
                <a:ea typeface="+mj-ea"/>
                <a:cs typeface="+mj-cs"/>
                <a:sym typeface="Helvetica"/>
              </a:defRPr>
            </a:lvl1pPr>
          </a:lstStyle>
          <a:p>
            <a:pPr>
              <a:defRPr sz="3200"/>
            </a:pPr>
            <a:r>
              <a:rPr lang="en-US" sz="1800" dirty="0"/>
              <a:t>Deploy Course</a:t>
            </a:r>
            <a:endParaRPr sz="1800" dirty="0"/>
          </a:p>
        </p:txBody>
      </p:sp>
      <p:sp>
        <p:nvSpPr>
          <p:cNvPr id="71" name="Shape"/>
          <p:cNvSpPr/>
          <p:nvPr/>
        </p:nvSpPr>
        <p:spPr>
          <a:xfrm>
            <a:off x="6263140" y="11496065"/>
            <a:ext cx="261029" cy="201366"/>
          </a:xfrm>
          <a:custGeom>
            <a:avLst/>
            <a:gdLst/>
            <a:ahLst/>
            <a:cxnLst>
              <a:cxn ang="0">
                <a:pos x="wd2" y="hd2"/>
              </a:cxn>
              <a:cxn ang="5400000">
                <a:pos x="wd2" y="hd2"/>
              </a:cxn>
              <a:cxn ang="10800000">
                <a:pos x="wd2" y="hd2"/>
              </a:cxn>
              <a:cxn ang="16200000">
                <a:pos x="wd2" y="hd2"/>
              </a:cxn>
            </a:cxnLst>
            <a:rect l="0" t="0" r="r" b="b"/>
            <a:pathLst>
              <a:path w="21600" h="21600" extrusionOk="0">
                <a:moveTo>
                  <a:pt x="17897" y="0"/>
                </a:moveTo>
                <a:lnTo>
                  <a:pt x="7406" y="13600"/>
                </a:lnTo>
                <a:lnTo>
                  <a:pt x="3086" y="7200"/>
                </a:lnTo>
                <a:lnTo>
                  <a:pt x="0" y="12000"/>
                </a:lnTo>
                <a:lnTo>
                  <a:pt x="7406" y="21600"/>
                </a:lnTo>
                <a:lnTo>
                  <a:pt x="21600" y="4000"/>
                </a:lnTo>
                <a:lnTo>
                  <a:pt x="17897" y="0"/>
                </a:lnTo>
                <a:close/>
              </a:path>
            </a:pathLst>
          </a:custGeom>
          <a:solidFill>
            <a:srgbClr val="535353"/>
          </a:solidFill>
          <a:ln w="12700">
            <a:miter lim="400000"/>
          </a:ln>
        </p:spPr>
        <p:txBody>
          <a:bodyPr lIns="109727" tIns="109727" rIns="109727" bIns="109727"/>
          <a:lstStyle/>
          <a:p>
            <a:endParaRPr/>
          </a:p>
        </p:txBody>
      </p:sp>
      <p:sp>
        <p:nvSpPr>
          <p:cNvPr id="73" name="Target"/>
          <p:cNvSpPr txBox="1"/>
          <p:nvPr/>
        </p:nvSpPr>
        <p:spPr>
          <a:xfrm>
            <a:off x="8397703" y="8806308"/>
            <a:ext cx="1431864" cy="806373"/>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3800">
                <a:solidFill>
                  <a:schemeClr val="accent4">
                    <a:lumOff val="58054"/>
                  </a:schemeClr>
                </a:solidFill>
                <a:latin typeface="Helvetica Light"/>
                <a:ea typeface="Helvetica Light"/>
                <a:cs typeface="Helvetica Light"/>
                <a:sym typeface="Helvetica Light"/>
              </a:defRPr>
            </a:lvl1pPr>
          </a:lstStyle>
          <a:p>
            <a:pPr>
              <a:defRPr sz="3200">
                <a:solidFill>
                  <a:srgbClr val="44546A"/>
                </a:solidFill>
              </a:defRPr>
            </a:pPr>
            <a:r>
              <a:rPr lang="en-US" sz="3800">
                <a:solidFill>
                  <a:schemeClr val="accent4">
                    <a:lumOff val="58054"/>
                  </a:schemeClr>
                </a:solidFill>
                <a:latin typeface="PT Sans Narrow" charset="-52"/>
                <a:ea typeface="PT Sans Narrow" charset="-52"/>
                <a:cs typeface="PT Sans Narrow" charset="-52"/>
              </a:rPr>
              <a:t>Launch</a:t>
            </a:r>
            <a:endParaRPr sz="3800" dirty="0">
              <a:solidFill>
                <a:schemeClr val="accent4">
                  <a:lumOff val="58054"/>
                </a:schemeClr>
              </a:solidFill>
              <a:latin typeface="PT Sans Narrow" charset="-52"/>
              <a:ea typeface="PT Sans Narrow" charset="-52"/>
              <a:cs typeface="PT Sans Narrow" charset="-52"/>
            </a:endParaRPr>
          </a:p>
        </p:txBody>
      </p:sp>
      <p:sp>
        <p:nvSpPr>
          <p:cNvPr id="74" name="Target"/>
          <p:cNvSpPr txBox="1"/>
          <p:nvPr/>
        </p:nvSpPr>
        <p:spPr>
          <a:xfrm>
            <a:off x="14526618" y="8802157"/>
            <a:ext cx="1311639" cy="806373"/>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3800">
                <a:solidFill>
                  <a:schemeClr val="accent4">
                    <a:lumOff val="58054"/>
                  </a:schemeClr>
                </a:solidFill>
                <a:latin typeface="Helvetica Light"/>
                <a:ea typeface="Helvetica Light"/>
                <a:cs typeface="Helvetica Light"/>
                <a:sym typeface="Helvetica Light"/>
              </a:defRPr>
            </a:lvl1pPr>
          </a:lstStyle>
          <a:p>
            <a:pPr>
              <a:defRPr sz="3200">
                <a:solidFill>
                  <a:srgbClr val="44546A"/>
                </a:solidFill>
              </a:defRPr>
            </a:pPr>
            <a:r>
              <a:rPr lang="en-US" sz="3800" dirty="0">
                <a:solidFill>
                  <a:schemeClr val="accent4">
                    <a:lumOff val="58054"/>
                  </a:schemeClr>
                </a:solidFill>
                <a:latin typeface="PT Sans Narrow" charset="-52"/>
                <a:ea typeface="PT Sans Narrow" charset="-52"/>
                <a:cs typeface="PT Sans Narrow" charset="-52"/>
              </a:rPr>
              <a:t>Create</a:t>
            </a:r>
            <a:endParaRPr sz="3800" dirty="0">
              <a:solidFill>
                <a:schemeClr val="accent4">
                  <a:lumOff val="58054"/>
                </a:schemeClr>
              </a:solidFill>
              <a:latin typeface="PT Sans Narrow" charset="-52"/>
              <a:ea typeface="PT Sans Narrow" charset="-52"/>
              <a:cs typeface="PT Sans Narrow" charset="-52"/>
            </a:endParaRPr>
          </a:p>
        </p:txBody>
      </p:sp>
      <p:sp>
        <p:nvSpPr>
          <p:cNvPr id="75" name="Identify Business Goals"/>
          <p:cNvSpPr txBox="1"/>
          <p:nvPr/>
        </p:nvSpPr>
        <p:spPr>
          <a:xfrm>
            <a:off x="15001460" y="5634346"/>
            <a:ext cx="1318051" cy="529374"/>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1800">
                <a:solidFill>
                  <a:srgbClr val="535353"/>
                </a:solidFill>
                <a:latin typeface="+mj-lt"/>
                <a:ea typeface="+mj-ea"/>
                <a:cs typeface="+mj-cs"/>
                <a:sym typeface="Helvetica"/>
              </a:defRPr>
            </a:lvl1pPr>
          </a:lstStyle>
          <a:p>
            <a:pPr>
              <a:defRPr sz="3200"/>
            </a:pPr>
            <a:r>
              <a:rPr lang="en-US" sz="2000" b="1" dirty="0">
                <a:solidFill>
                  <a:schemeClr val="bg2"/>
                </a:solidFill>
                <a:latin typeface="PT Sans Narrow" charset="-52"/>
                <a:ea typeface="PT Sans Narrow" charset="-52"/>
                <a:cs typeface="PT Sans Narrow" charset="-52"/>
              </a:rPr>
              <a:t>Test/Iterate</a:t>
            </a:r>
            <a:endParaRPr sz="2000" b="1" dirty="0">
              <a:solidFill>
                <a:schemeClr val="bg2"/>
              </a:solidFill>
              <a:latin typeface="PT Sans Narrow" charset="-52"/>
              <a:ea typeface="PT Sans Narrow" charset="-52"/>
              <a:cs typeface="PT Sans Narrow" charset="-52"/>
            </a:endParaRPr>
          </a:p>
        </p:txBody>
      </p:sp>
      <p:sp>
        <p:nvSpPr>
          <p:cNvPr id="77" name="Identify Business Goals"/>
          <p:cNvSpPr txBox="1"/>
          <p:nvPr/>
        </p:nvSpPr>
        <p:spPr>
          <a:xfrm>
            <a:off x="11621777" y="11107735"/>
            <a:ext cx="1318051" cy="529374"/>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1800">
                <a:solidFill>
                  <a:srgbClr val="535353"/>
                </a:solidFill>
                <a:latin typeface="+mj-lt"/>
                <a:ea typeface="+mj-ea"/>
                <a:cs typeface="+mj-cs"/>
                <a:sym typeface="Helvetica"/>
              </a:defRPr>
            </a:lvl1pPr>
          </a:lstStyle>
          <a:p>
            <a:pPr>
              <a:defRPr sz="3200"/>
            </a:pPr>
            <a:r>
              <a:rPr lang="en-US" sz="2000" b="1" dirty="0">
                <a:solidFill>
                  <a:schemeClr val="bg2"/>
                </a:solidFill>
                <a:latin typeface="PT Sans Narrow" charset="-52"/>
                <a:ea typeface="PT Sans Narrow" charset="-52"/>
                <a:cs typeface="PT Sans Narrow" charset="-52"/>
              </a:rPr>
              <a:t>Test/Iterate</a:t>
            </a:r>
            <a:endParaRPr sz="2000" b="1" dirty="0">
              <a:solidFill>
                <a:schemeClr val="bg2"/>
              </a:solidFill>
              <a:latin typeface="PT Sans Narrow" charset="-52"/>
              <a:ea typeface="PT Sans Narrow" charset="-52"/>
              <a:cs typeface="PT Sans Narrow" charset="-52"/>
            </a:endParaRPr>
          </a:p>
        </p:txBody>
      </p:sp>
      <p:sp>
        <p:nvSpPr>
          <p:cNvPr id="78" name="Identify Business Goals"/>
          <p:cNvSpPr txBox="1"/>
          <p:nvPr/>
        </p:nvSpPr>
        <p:spPr>
          <a:xfrm>
            <a:off x="8268967" y="5119942"/>
            <a:ext cx="1318051" cy="529374"/>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1800">
                <a:solidFill>
                  <a:srgbClr val="535353"/>
                </a:solidFill>
                <a:latin typeface="+mj-lt"/>
                <a:ea typeface="+mj-ea"/>
                <a:cs typeface="+mj-cs"/>
                <a:sym typeface="Helvetica"/>
              </a:defRPr>
            </a:lvl1pPr>
          </a:lstStyle>
          <a:p>
            <a:pPr>
              <a:defRPr sz="3200"/>
            </a:pPr>
            <a:r>
              <a:rPr lang="en-US" sz="2000" b="1" dirty="0">
                <a:solidFill>
                  <a:schemeClr val="bg2"/>
                </a:solidFill>
                <a:latin typeface="PT Sans Narrow" charset="-52"/>
                <a:ea typeface="PT Sans Narrow" charset="-52"/>
                <a:cs typeface="PT Sans Narrow" charset="-52"/>
              </a:rPr>
              <a:t>Test/Iterate</a:t>
            </a:r>
            <a:endParaRPr sz="2000" b="1" dirty="0">
              <a:solidFill>
                <a:schemeClr val="bg2"/>
              </a:solidFill>
              <a:latin typeface="PT Sans Narrow" charset="-52"/>
              <a:ea typeface="PT Sans Narrow" charset="-52"/>
              <a:cs typeface="PT Sans Narrow" charset="-52"/>
            </a:endParaRPr>
          </a:p>
        </p:txBody>
      </p:sp>
      <p:sp>
        <p:nvSpPr>
          <p:cNvPr id="83" name="Oval 82"/>
          <p:cNvSpPr/>
          <p:nvPr/>
        </p:nvSpPr>
        <p:spPr>
          <a:xfrm>
            <a:off x="17947435" y="6660078"/>
            <a:ext cx="1084071" cy="1103203"/>
          </a:xfrm>
          <a:prstGeom prst="ellipse">
            <a:avLst/>
          </a:prstGeom>
          <a:solidFill>
            <a:schemeClr val="accent4">
              <a:lumOff val="58054"/>
            </a:schemeClr>
          </a:solidFill>
          <a:ln w="254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09727" tIns="109727" rIns="109727" bIns="109727" numCol="1" spcCol="38100" rtlCol="0" anchor="ctr">
            <a:spAutoFit/>
          </a:bodyPr>
          <a:lstStyle/>
          <a:p>
            <a:pPr marL="0" marR="0" indent="0" algn="l" defTabSz="713231"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44546A"/>
              </a:solidFill>
              <a:effectLst/>
              <a:uFillTx/>
              <a:latin typeface="Calibri"/>
              <a:ea typeface="Calibri"/>
              <a:cs typeface="Calibri"/>
              <a:sym typeface="Calibri"/>
            </a:endParaRPr>
          </a:p>
        </p:txBody>
      </p:sp>
      <p:sp>
        <p:nvSpPr>
          <p:cNvPr id="87" name="Shape"/>
          <p:cNvSpPr/>
          <p:nvPr/>
        </p:nvSpPr>
        <p:spPr>
          <a:xfrm rot="3025671">
            <a:off x="9013581" y="7554626"/>
            <a:ext cx="727344" cy="953648"/>
          </a:xfrm>
          <a:custGeom>
            <a:avLst/>
            <a:gdLst/>
            <a:ahLst/>
            <a:cxnLst>
              <a:cxn ang="0">
                <a:pos x="wd2" y="hd2"/>
              </a:cxn>
              <a:cxn ang="5400000">
                <a:pos x="wd2" y="hd2"/>
              </a:cxn>
              <a:cxn ang="10800000">
                <a:pos x="wd2" y="hd2"/>
              </a:cxn>
              <a:cxn ang="16200000">
                <a:pos x="wd2" y="hd2"/>
              </a:cxn>
            </a:cxnLst>
            <a:rect l="0" t="0" r="r" b="b"/>
            <a:pathLst>
              <a:path w="21355" h="21600" extrusionOk="0">
                <a:moveTo>
                  <a:pt x="10710" y="1887"/>
                </a:moveTo>
                <a:cubicBezTo>
                  <a:pt x="12027" y="2726"/>
                  <a:pt x="12817" y="3565"/>
                  <a:pt x="13344" y="4614"/>
                </a:cubicBezTo>
                <a:cubicBezTo>
                  <a:pt x="12027" y="5033"/>
                  <a:pt x="9393" y="5033"/>
                  <a:pt x="8076" y="4614"/>
                </a:cubicBezTo>
                <a:cubicBezTo>
                  <a:pt x="8603" y="3565"/>
                  <a:pt x="9393" y="2726"/>
                  <a:pt x="10710" y="1887"/>
                </a:cubicBezTo>
                <a:close/>
                <a:moveTo>
                  <a:pt x="10710" y="0"/>
                </a:moveTo>
                <a:cubicBezTo>
                  <a:pt x="2808" y="4194"/>
                  <a:pt x="4915" y="10066"/>
                  <a:pt x="7549" y="18874"/>
                </a:cubicBezTo>
                <a:cubicBezTo>
                  <a:pt x="13871" y="18874"/>
                  <a:pt x="13871" y="18874"/>
                  <a:pt x="13871" y="18874"/>
                </a:cubicBezTo>
                <a:cubicBezTo>
                  <a:pt x="16505" y="9647"/>
                  <a:pt x="18612" y="4194"/>
                  <a:pt x="10710" y="0"/>
                </a:cubicBezTo>
                <a:close/>
                <a:moveTo>
                  <a:pt x="12817" y="19922"/>
                </a:moveTo>
                <a:cubicBezTo>
                  <a:pt x="8603" y="19922"/>
                  <a:pt x="8603" y="19922"/>
                  <a:pt x="8603" y="19922"/>
                </a:cubicBezTo>
                <a:cubicBezTo>
                  <a:pt x="9130" y="21600"/>
                  <a:pt x="9130" y="21600"/>
                  <a:pt x="9130" y="21600"/>
                </a:cubicBezTo>
                <a:cubicBezTo>
                  <a:pt x="12554" y="21600"/>
                  <a:pt x="12554" y="21600"/>
                  <a:pt x="12554" y="21600"/>
                </a:cubicBezTo>
                <a:lnTo>
                  <a:pt x="12817" y="19922"/>
                </a:lnTo>
                <a:close/>
                <a:moveTo>
                  <a:pt x="20983" y="18664"/>
                </a:moveTo>
                <a:cubicBezTo>
                  <a:pt x="17295" y="13631"/>
                  <a:pt x="17295" y="13631"/>
                  <a:pt x="17295" y="13631"/>
                </a:cubicBezTo>
                <a:cubicBezTo>
                  <a:pt x="17032" y="14889"/>
                  <a:pt x="15978" y="18664"/>
                  <a:pt x="15715" y="19083"/>
                </a:cubicBezTo>
                <a:cubicBezTo>
                  <a:pt x="20983" y="21600"/>
                  <a:pt x="20983" y="21600"/>
                  <a:pt x="20983" y="21600"/>
                </a:cubicBezTo>
                <a:cubicBezTo>
                  <a:pt x="21247" y="20551"/>
                  <a:pt x="21247" y="20551"/>
                  <a:pt x="21247" y="20551"/>
                </a:cubicBezTo>
                <a:cubicBezTo>
                  <a:pt x="21510" y="19922"/>
                  <a:pt x="21247" y="19293"/>
                  <a:pt x="20983" y="18664"/>
                </a:cubicBezTo>
                <a:close/>
                <a:moveTo>
                  <a:pt x="5442" y="19083"/>
                </a:moveTo>
                <a:cubicBezTo>
                  <a:pt x="437" y="21600"/>
                  <a:pt x="437" y="21600"/>
                  <a:pt x="437" y="21600"/>
                </a:cubicBezTo>
                <a:cubicBezTo>
                  <a:pt x="173" y="20551"/>
                  <a:pt x="173" y="20551"/>
                  <a:pt x="173" y="20551"/>
                </a:cubicBezTo>
                <a:cubicBezTo>
                  <a:pt x="-90" y="19922"/>
                  <a:pt x="-90" y="19293"/>
                  <a:pt x="437" y="18664"/>
                </a:cubicBezTo>
                <a:cubicBezTo>
                  <a:pt x="4125" y="13631"/>
                  <a:pt x="4125" y="13631"/>
                  <a:pt x="4125" y="13631"/>
                </a:cubicBezTo>
                <a:cubicBezTo>
                  <a:pt x="4388" y="15309"/>
                  <a:pt x="5442" y="18874"/>
                  <a:pt x="5442" y="19083"/>
                </a:cubicBezTo>
                <a:close/>
              </a:path>
            </a:pathLst>
          </a:custGeom>
          <a:solidFill>
            <a:srgbClr val="F86A37"/>
          </a:solidFill>
          <a:ln w="12700">
            <a:miter lim="400000"/>
          </a:ln>
        </p:spPr>
        <p:txBody>
          <a:bodyPr lIns="109727" tIns="109727" rIns="109727" bIns="109727"/>
          <a:lstStyle/>
          <a:p>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91424" y="11925716"/>
            <a:ext cx="1495244" cy="1509808"/>
          </a:xfrm>
          <a:prstGeom prst="rect">
            <a:avLst/>
          </a:prstGeom>
        </p:spPr>
      </p:pic>
    </p:spTree>
    <p:extLst>
      <p:ext uri="{BB962C8B-B14F-4D97-AF65-F5344CB8AC3E}">
        <p14:creationId xmlns:p14="http://schemas.microsoft.com/office/powerpoint/2010/main" val="1293740800"/>
      </p:ext>
    </p:extLst>
  </p:cSld>
  <p:clrMapOvr>
    <a:masterClrMapping/>
  </p:clrMapOvr>
  <mc:AlternateContent xmlns:mc="http://schemas.openxmlformats.org/markup-compatibility/2006" xmlns:p14="http://schemas.microsoft.com/office/powerpoint/2010/main">
    <mc:Choice Requires="p14">
      <p:transition spd="slow">
        <p:pull/>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t>2</a:t>
            </a:fld>
            <a:endParaRPr/>
          </a:p>
        </p:txBody>
      </p:sp>
      <p:sp>
        <p:nvSpPr>
          <p:cNvPr id="90" name="Text"/>
          <p:cNvSpPr txBox="1"/>
          <p:nvPr/>
        </p:nvSpPr>
        <p:spPr>
          <a:xfrm>
            <a:off x="1238083" y="12680620"/>
            <a:ext cx="950171" cy="52425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p>
            <a:pPr algn="ctr">
              <a:defRPr sz="2000" b="1">
                <a:solidFill>
                  <a:schemeClr val="accent4">
                    <a:lumOff val="58054"/>
                  </a:schemeClr>
                </a:solidFill>
                <a:latin typeface="+mj-lt"/>
                <a:ea typeface="+mj-ea"/>
                <a:cs typeface="+mj-cs"/>
                <a:sym typeface="Helvetica"/>
              </a:defRPr>
            </a:pPr>
            <a:fld id="{86CB4B4D-7CA3-9044-876B-883B54F8677D}" type="slidenum">
              <a:t>2</a:t>
            </a:fld>
            <a:r>
              <a:t>￼</a:t>
            </a:r>
          </a:p>
        </p:txBody>
      </p:sp>
      <p:sp>
        <p:nvSpPr>
          <p:cNvPr id="120" name="Create Customer Personas and Goals"/>
          <p:cNvSpPr txBox="1"/>
          <p:nvPr/>
        </p:nvSpPr>
        <p:spPr>
          <a:xfrm>
            <a:off x="2528929" y="2711617"/>
            <a:ext cx="20667956" cy="9962725"/>
          </a:xfrm>
          <a:prstGeom prst="rect">
            <a:avLst/>
          </a:prstGeom>
          <a:ln w="25400">
            <a:miter lim="400000"/>
          </a:ln>
          <a:extLst>
            <a:ext uri="{C572A759-6A51-4108-AA02-DFA0A04FC94B}">
              <ma14:wrappingTextBoxFlag xmlns:ma14="http://schemas.microsoft.com/office/mac/drawingml/2011/main" xmlns="" val="1"/>
            </a:ext>
          </a:extLst>
        </p:spPr>
        <p:txBody>
          <a:bodyPr wrap="square" lIns="109727" tIns="109727" rIns="109727" bIns="109727">
            <a:spAutoFit/>
          </a:bodyPr>
          <a:lstStyle>
            <a:lvl1pPr>
              <a:defRPr sz="1800">
                <a:solidFill>
                  <a:srgbClr val="535353"/>
                </a:solidFill>
                <a:latin typeface="+mj-lt"/>
                <a:ea typeface="+mj-ea"/>
                <a:cs typeface="+mj-cs"/>
                <a:sym typeface="Helvetica"/>
              </a:defRPr>
            </a:lvl1pPr>
          </a:lstStyle>
          <a:p>
            <a:r>
              <a:rPr lang="en-US" sz="2800" b="1" dirty="0">
                <a:solidFill>
                  <a:srgbClr val="F86A37"/>
                </a:solidFill>
                <a:latin typeface="PT Sans Narrow" charset="-52"/>
                <a:ea typeface="PT Sans Narrow" charset="-52"/>
                <a:cs typeface="PT Sans Narrow" charset="-52"/>
              </a:rPr>
              <a:t>Phase I: Target</a:t>
            </a:r>
          </a:p>
          <a:p>
            <a:r>
              <a:rPr lang="en-US" sz="1900" dirty="0"/>
              <a:t>All great training courses or programs start with a focus, a target. If you don't know why you are creating training and who you are building it for, you will most likely fail. Who are your learners? What business problems are your trying to solve? What are the needs and goals of your learners? These are all questions to consider in the Target phase. Targeting does not need to be an exhaustive analysis like some traditional models require, but it will be worth your time to consider some of the following elements when creating your learning strategy:</a:t>
            </a:r>
          </a:p>
          <a:p>
            <a:r>
              <a:rPr lang="en-US" sz="1900" dirty="0"/>
              <a:t>​</a:t>
            </a:r>
          </a:p>
          <a:p>
            <a:pPr marL="285750" indent="-285750">
              <a:buFont typeface="Wingdings" charset="2"/>
              <a:buChar char="ü"/>
            </a:pPr>
            <a:r>
              <a:rPr lang="en-US" sz="1900" dirty="0"/>
              <a:t>Interview Learners and Stakeholders</a:t>
            </a:r>
          </a:p>
          <a:p>
            <a:pPr marL="285750" indent="-285750">
              <a:buFont typeface="Wingdings" charset="2"/>
              <a:buChar char="ü"/>
            </a:pPr>
            <a:r>
              <a:rPr lang="en-US" sz="1900" dirty="0"/>
              <a:t>Define Problem(s)</a:t>
            </a:r>
          </a:p>
          <a:p>
            <a:pPr marL="285750" indent="-285750">
              <a:buFont typeface="Wingdings" charset="2"/>
              <a:buChar char="ü"/>
            </a:pPr>
            <a:r>
              <a:rPr lang="en-US" sz="1900" dirty="0"/>
              <a:t>Create Learner Personas</a:t>
            </a:r>
          </a:p>
          <a:p>
            <a:pPr marL="285750" indent="-285750">
              <a:buFont typeface="Wingdings" charset="2"/>
              <a:buChar char="ü"/>
            </a:pPr>
            <a:r>
              <a:rPr lang="en-US" sz="1900" dirty="0"/>
              <a:t>Define Success Criteria</a:t>
            </a:r>
            <a:br>
              <a:rPr lang="en-US" dirty="0"/>
            </a:br>
            <a:endParaRPr lang="en-US" dirty="0"/>
          </a:p>
          <a:p>
            <a:r>
              <a:rPr lang="en-US" sz="2800" b="1" dirty="0">
                <a:solidFill>
                  <a:srgbClr val="F86A37"/>
                </a:solidFill>
                <a:latin typeface="PT Sans Narrow" charset="-52"/>
                <a:ea typeface="PT Sans Narrow" charset="-52"/>
                <a:cs typeface="PT Sans Narrow" charset="-52"/>
              </a:rPr>
              <a:t>Phase II: Create</a:t>
            </a:r>
          </a:p>
          <a:p>
            <a:r>
              <a:rPr lang="en-US" sz="1900" dirty="0"/>
              <a:t>The Create phase is where your amazing learning experience comes to life. During this phase, your learning materials are created, tested, and revised based on learner feedback. This is where you will gather, create, and organize learner stories. Learner stories are simply a definition of learner needs. In this phase you will also gather and curate content. In the modern age when content is created every second, more of your time as a learning experience designer should be focused on gathering and curating content and less on writing original content. How can you test your prototype and gather continual feedback from your learners and stake holders? These are all questions to consider in the Create phase. See an overview of the key elements of the Create phase:</a:t>
            </a:r>
          </a:p>
          <a:p>
            <a:r>
              <a:rPr lang="en-US" sz="1900" dirty="0"/>
              <a:t>​</a:t>
            </a:r>
          </a:p>
          <a:p>
            <a:pPr marL="285750" indent="-285750">
              <a:buFont typeface="Wingdings" charset="2"/>
              <a:buChar char="ü"/>
            </a:pPr>
            <a:r>
              <a:rPr lang="en-US" sz="1900" dirty="0"/>
              <a:t>Create and Prioritize Learner Stories</a:t>
            </a:r>
          </a:p>
          <a:p>
            <a:pPr marL="285750" indent="-285750">
              <a:buFont typeface="Wingdings" charset="2"/>
              <a:buChar char="ü"/>
            </a:pPr>
            <a:r>
              <a:rPr lang="en-US" sz="1900" dirty="0"/>
              <a:t>Gather and Create Content</a:t>
            </a:r>
          </a:p>
          <a:p>
            <a:pPr marL="285750" indent="-285750">
              <a:buFont typeface="Wingdings" charset="2"/>
              <a:buChar char="ü"/>
            </a:pPr>
            <a:r>
              <a:rPr lang="en-US" sz="1900" dirty="0"/>
              <a:t>Build and Test Prototype</a:t>
            </a:r>
          </a:p>
          <a:p>
            <a:pPr marL="285750" indent="-285750">
              <a:buFont typeface="Wingdings" charset="2"/>
              <a:buChar char="ü"/>
            </a:pPr>
            <a:r>
              <a:rPr lang="en-US" sz="1900" dirty="0"/>
              <a:t>Build Final Course</a:t>
            </a:r>
            <a:br>
              <a:rPr lang="en-US" dirty="0"/>
            </a:br>
            <a:endParaRPr lang="en-US" dirty="0"/>
          </a:p>
          <a:p>
            <a:r>
              <a:rPr lang="en-US" sz="2800" b="1" dirty="0">
                <a:solidFill>
                  <a:srgbClr val="F86A37"/>
                </a:solidFill>
                <a:latin typeface="PT Sans Narrow" charset="-52"/>
                <a:ea typeface="PT Sans Narrow" charset="-52"/>
                <a:cs typeface="PT Sans Narrow" charset="-52"/>
              </a:rPr>
              <a:t>Phase III: Launch</a:t>
            </a:r>
          </a:p>
          <a:p>
            <a:r>
              <a:rPr lang="en-US" sz="1900" dirty="0"/>
              <a:t>So now you have a clear focus and your course has been tested with your learners—it is time to launch! What does your course roadmap look like? Specifically, when will you roll it out, who will take the training, and what channels will it be delivered? Have you considered how you will communicate your training program? After all, a training course is useless if people are not aware that it exists. These are all questions to consider in the Launch phase. This is the phase that excites all instructional design related professionals; this is when all of your hard work pays off! See an overview of the key elements of the Launch phase:</a:t>
            </a:r>
          </a:p>
          <a:p>
            <a:r>
              <a:rPr lang="en-US" sz="1900" dirty="0"/>
              <a:t>​​</a:t>
            </a:r>
          </a:p>
          <a:p>
            <a:pPr marL="285750" indent="-285750">
              <a:buFont typeface="Wingdings" charset="2"/>
              <a:buChar char="ü"/>
            </a:pPr>
            <a:r>
              <a:rPr lang="en-US" sz="1900" dirty="0"/>
              <a:t>Create Course Roadmap</a:t>
            </a:r>
          </a:p>
          <a:p>
            <a:pPr marL="285750" indent="-285750">
              <a:buFont typeface="Wingdings" charset="2"/>
              <a:buChar char="ü"/>
            </a:pPr>
            <a:r>
              <a:rPr lang="en-US" sz="1900" dirty="0"/>
              <a:t>Identify Training Delivery Channels</a:t>
            </a:r>
          </a:p>
          <a:p>
            <a:pPr marL="285750" indent="-285750">
              <a:buFont typeface="Wingdings" charset="2"/>
              <a:buChar char="ü"/>
            </a:pPr>
            <a:r>
              <a:rPr lang="en-US" sz="1900" dirty="0"/>
              <a:t>Create Communications Plan</a:t>
            </a:r>
          </a:p>
          <a:p>
            <a:pPr marL="285750" indent="-285750">
              <a:buFont typeface="Wingdings" charset="2"/>
              <a:buChar char="ü"/>
            </a:pPr>
            <a:r>
              <a:rPr lang="en-US" sz="1900" dirty="0"/>
              <a:t>Deploy Course</a:t>
            </a:r>
          </a:p>
        </p:txBody>
      </p:sp>
      <p:sp>
        <p:nvSpPr>
          <p:cNvPr id="149" name="Product Management Circle, LLC"/>
          <p:cNvSpPr txBox="1"/>
          <p:nvPr/>
        </p:nvSpPr>
        <p:spPr>
          <a:xfrm>
            <a:off x="2320490" y="12776169"/>
            <a:ext cx="19409513" cy="752040"/>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normAutofit/>
          </a:bodyPr>
          <a:lstStyle>
            <a:lvl1pPr defTabSz="914400">
              <a:lnSpc>
                <a:spcPct val="90000"/>
              </a:lnSpc>
              <a:spcBef>
                <a:spcPts val="1000"/>
              </a:spcBef>
              <a:defRPr sz="1600">
                <a:solidFill>
                  <a:srgbClr val="A6A6A6"/>
                </a:solidFill>
                <a:latin typeface="Helvetica Light"/>
                <a:ea typeface="Helvetica Light"/>
                <a:cs typeface="Helvetica Light"/>
                <a:sym typeface="Helvetica Light"/>
              </a:defRPr>
            </a:lvl1pPr>
          </a:lstStyle>
          <a:p>
            <a:r>
              <a:rPr dirty="0"/>
              <a:t> </a:t>
            </a:r>
            <a:r>
              <a:rPr lang="en-US" dirty="0"/>
              <a:t>All Rights Reserved, Instructional Design Central, LLC</a:t>
            </a:r>
            <a:r>
              <a:rPr dirty="0"/>
              <a:t>,</a:t>
            </a:r>
            <a:r>
              <a:rPr lang="en-US" dirty="0"/>
              <a:t> </a:t>
            </a:r>
            <a:endParaRPr dirty="0"/>
          </a:p>
        </p:txBody>
      </p:sp>
      <p:sp>
        <p:nvSpPr>
          <p:cNvPr id="62" name="Product Team"/>
          <p:cNvSpPr txBox="1">
            <a:spLocks/>
          </p:cNvSpPr>
          <p:nvPr/>
        </p:nvSpPr>
        <p:spPr>
          <a:xfrm>
            <a:off x="1088492" y="796543"/>
            <a:ext cx="19468034" cy="1354799"/>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nchor="b">
            <a:normAutofit/>
          </a:bodyPr>
          <a:lstStyle>
            <a:lvl1pPr marL="0" marR="0" indent="0" algn="l" defTabSz="914400" rtl="0" latinLnBrk="0">
              <a:lnSpc>
                <a:spcPct val="90000"/>
              </a:lnSpc>
              <a:spcBef>
                <a:spcPts val="0"/>
              </a:spcBef>
              <a:spcAft>
                <a:spcPts val="0"/>
              </a:spcAft>
              <a:buClrTx/>
              <a:buSzTx/>
              <a:buFontTx/>
              <a:buNone/>
              <a:tabLst/>
              <a:defRPr sz="7300" b="0" i="0" u="none" strike="noStrike" cap="none" spc="0" baseline="0">
                <a:ln>
                  <a:noFill/>
                </a:ln>
                <a:solidFill>
                  <a:srgbClr val="545454"/>
                </a:solidFill>
                <a:uFillTx/>
                <a:latin typeface="Avenir Book"/>
                <a:ea typeface="Avenir Book"/>
                <a:cs typeface="Avenir Book"/>
                <a:sym typeface="Avenir Book"/>
              </a:defRPr>
            </a:lvl1pPr>
            <a:lvl2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2pPr>
            <a:lvl3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3pPr>
            <a:lvl4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4pPr>
            <a:lvl5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5pPr>
            <a:lvl6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6pPr>
            <a:lvl7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7pPr>
            <a:lvl8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8pPr>
            <a:lvl9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9pPr>
          </a:lstStyle>
          <a:p>
            <a:pPr defTabSz="832104" hangingPunct="1">
              <a:defRPr sz="6643"/>
            </a:pPr>
            <a:r>
              <a:rPr lang="en-US" sz="6643" dirty="0">
                <a:solidFill>
                  <a:srgbClr val="243646"/>
                </a:solidFill>
                <a:latin typeface="PT Sans Narrow" charset="-52"/>
                <a:ea typeface="PT Sans Narrow" charset="-52"/>
                <a:cs typeface="PT Sans Narrow" charset="-52"/>
              </a:rPr>
              <a:t>The </a:t>
            </a:r>
            <a:r>
              <a:rPr lang="en-US" sz="6643" b="1" dirty="0">
                <a:solidFill>
                  <a:srgbClr val="243646"/>
                </a:solidFill>
                <a:latin typeface="PT Sans Narrow" charset="-52"/>
                <a:ea typeface="PT Sans Narrow" charset="-52"/>
                <a:cs typeface="PT Sans Narrow" charset="-52"/>
              </a:rPr>
              <a:t>Learning Circle </a:t>
            </a:r>
            <a:r>
              <a:rPr lang="en-US" sz="6643" dirty="0">
                <a:solidFill>
                  <a:srgbClr val="243646"/>
                </a:solidFill>
                <a:latin typeface="PT Sans Narrow" charset="-52"/>
                <a:ea typeface="PT Sans Narrow" charset="-52"/>
                <a:cs typeface="PT Sans Narrow" charset="-52"/>
                <a:sym typeface="Avenir Heavy"/>
              </a:rPr>
              <a:t>Framework™</a:t>
            </a:r>
          </a:p>
        </p:txBody>
      </p:sp>
      <p:sp>
        <p:nvSpPr>
          <p:cNvPr id="53" name="Shape"/>
          <p:cNvSpPr/>
          <p:nvPr/>
        </p:nvSpPr>
        <p:spPr>
          <a:xfrm rot="21503150">
            <a:off x="1321337" y="2723534"/>
            <a:ext cx="859183" cy="933074"/>
          </a:xfrm>
          <a:custGeom>
            <a:avLst/>
            <a:gdLst/>
            <a:ahLst/>
            <a:cxnLst>
              <a:cxn ang="0">
                <a:pos x="wd2" y="hd2"/>
              </a:cxn>
              <a:cxn ang="5400000">
                <a:pos x="wd2" y="hd2"/>
              </a:cxn>
              <a:cxn ang="10800000">
                <a:pos x="wd2" y="hd2"/>
              </a:cxn>
              <a:cxn ang="16200000">
                <a:pos x="wd2" y="hd2"/>
              </a:cxn>
            </a:cxnLst>
            <a:rect l="0" t="0" r="r" b="b"/>
            <a:pathLst>
              <a:path w="21600" h="21600" extrusionOk="0">
                <a:moveTo>
                  <a:pt x="9626" y="3355"/>
                </a:moveTo>
                <a:cubicBezTo>
                  <a:pt x="6574" y="3355"/>
                  <a:pt x="3991" y="5662"/>
                  <a:pt x="3991" y="8598"/>
                </a:cubicBezTo>
                <a:cubicBezTo>
                  <a:pt x="3991" y="11534"/>
                  <a:pt x="6574" y="13841"/>
                  <a:pt x="9626" y="13841"/>
                </a:cubicBezTo>
                <a:cubicBezTo>
                  <a:pt x="10330" y="13841"/>
                  <a:pt x="10800" y="13631"/>
                  <a:pt x="11270" y="13631"/>
                </a:cubicBezTo>
                <a:cubicBezTo>
                  <a:pt x="10800" y="11953"/>
                  <a:pt x="10800" y="11953"/>
                  <a:pt x="10800" y="11953"/>
                </a:cubicBezTo>
                <a:cubicBezTo>
                  <a:pt x="10565" y="11953"/>
                  <a:pt x="10096" y="12163"/>
                  <a:pt x="9626" y="12163"/>
                </a:cubicBezTo>
                <a:cubicBezTo>
                  <a:pt x="7513" y="12163"/>
                  <a:pt x="5870" y="10485"/>
                  <a:pt x="5870" y="8598"/>
                </a:cubicBezTo>
                <a:cubicBezTo>
                  <a:pt x="5870" y="6501"/>
                  <a:pt x="7513" y="5033"/>
                  <a:pt x="9626" y="5033"/>
                </a:cubicBezTo>
                <a:cubicBezTo>
                  <a:pt x="11974" y="5033"/>
                  <a:pt x="13617" y="6501"/>
                  <a:pt x="13617" y="8598"/>
                </a:cubicBezTo>
                <a:cubicBezTo>
                  <a:pt x="13617" y="9227"/>
                  <a:pt x="13617" y="9647"/>
                  <a:pt x="13148" y="10276"/>
                </a:cubicBezTo>
                <a:cubicBezTo>
                  <a:pt x="15026" y="10905"/>
                  <a:pt x="15026" y="10905"/>
                  <a:pt x="15026" y="10905"/>
                </a:cubicBezTo>
                <a:cubicBezTo>
                  <a:pt x="15261" y="10276"/>
                  <a:pt x="15496" y="9437"/>
                  <a:pt x="15496" y="8598"/>
                </a:cubicBezTo>
                <a:cubicBezTo>
                  <a:pt x="15496" y="5662"/>
                  <a:pt x="12913" y="3355"/>
                  <a:pt x="9626" y="3355"/>
                </a:cubicBezTo>
                <a:close/>
                <a:moveTo>
                  <a:pt x="11739" y="15309"/>
                </a:moveTo>
                <a:cubicBezTo>
                  <a:pt x="11035" y="15518"/>
                  <a:pt x="10330" y="15518"/>
                  <a:pt x="9626" y="15518"/>
                </a:cubicBezTo>
                <a:cubicBezTo>
                  <a:pt x="7748" y="15518"/>
                  <a:pt x="5635" y="14680"/>
                  <a:pt x="4226" y="13421"/>
                </a:cubicBezTo>
                <a:cubicBezTo>
                  <a:pt x="2817" y="12163"/>
                  <a:pt x="1878" y="10485"/>
                  <a:pt x="1878" y="8598"/>
                </a:cubicBezTo>
                <a:cubicBezTo>
                  <a:pt x="1878" y="6711"/>
                  <a:pt x="2817" y="5033"/>
                  <a:pt x="4226" y="3565"/>
                </a:cubicBezTo>
                <a:cubicBezTo>
                  <a:pt x="5635" y="2307"/>
                  <a:pt x="7748" y="1678"/>
                  <a:pt x="9626" y="1678"/>
                </a:cubicBezTo>
                <a:cubicBezTo>
                  <a:pt x="11739" y="1678"/>
                  <a:pt x="13852" y="2307"/>
                  <a:pt x="15261" y="3565"/>
                </a:cubicBezTo>
                <a:cubicBezTo>
                  <a:pt x="16670" y="5033"/>
                  <a:pt x="17609" y="6711"/>
                  <a:pt x="17609" y="8598"/>
                </a:cubicBezTo>
                <a:cubicBezTo>
                  <a:pt x="17609" y="9647"/>
                  <a:pt x="17139" y="10695"/>
                  <a:pt x="16670" y="11744"/>
                </a:cubicBezTo>
                <a:cubicBezTo>
                  <a:pt x="18313" y="12583"/>
                  <a:pt x="18313" y="12583"/>
                  <a:pt x="18313" y="12583"/>
                </a:cubicBezTo>
                <a:cubicBezTo>
                  <a:pt x="19017" y="11324"/>
                  <a:pt x="19487" y="10066"/>
                  <a:pt x="19487" y="8598"/>
                </a:cubicBezTo>
                <a:cubicBezTo>
                  <a:pt x="19487" y="3775"/>
                  <a:pt x="15026" y="0"/>
                  <a:pt x="9626" y="0"/>
                </a:cubicBezTo>
                <a:cubicBezTo>
                  <a:pt x="4461" y="0"/>
                  <a:pt x="0" y="3775"/>
                  <a:pt x="0" y="8598"/>
                </a:cubicBezTo>
                <a:cubicBezTo>
                  <a:pt x="0" y="13212"/>
                  <a:pt x="4461" y="17196"/>
                  <a:pt x="9626" y="17196"/>
                </a:cubicBezTo>
                <a:cubicBezTo>
                  <a:pt x="10565" y="17196"/>
                  <a:pt x="11270" y="16986"/>
                  <a:pt x="11974" y="16986"/>
                </a:cubicBezTo>
                <a:lnTo>
                  <a:pt x="11739" y="15309"/>
                </a:lnTo>
                <a:close/>
                <a:moveTo>
                  <a:pt x="9626" y="6711"/>
                </a:moveTo>
                <a:cubicBezTo>
                  <a:pt x="8687" y="6711"/>
                  <a:pt x="7748" y="7550"/>
                  <a:pt x="7748" y="8388"/>
                </a:cubicBezTo>
                <a:cubicBezTo>
                  <a:pt x="7748" y="9437"/>
                  <a:pt x="8687" y="10276"/>
                  <a:pt x="9626" y="10276"/>
                </a:cubicBezTo>
                <a:cubicBezTo>
                  <a:pt x="10800" y="10276"/>
                  <a:pt x="11739" y="9437"/>
                  <a:pt x="11739" y="8388"/>
                </a:cubicBezTo>
                <a:cubicBezTo>
                  <a:pt x="11739" y="7550"/>
                  <a:pt x="10800" y="6711"/>
                  <a:pt x="9626" y="6711"/>
                </a:cubicBezTo>
                <a:close/>
                <a:moveTo>
                  <a:pt x="12209" y="11324"/>
                </a:moveTo>
                <a:cubicBezTo>
                  <a:pt x="21600" y="15309"/>
                  <a:pt x="21600" y="15309"/>
                  <a:pt x="21600" y="15309"/>
                </a:cubicBezTo>
                <a:cubicBezTo>
                  <a:pt x="18313" y="16567"/>
                  <a:pt x="18313" y="16567"/>
                  <a:pt x="18313" y="16567"/>
                </a:cubicBezTo>
                <a:cubicBezTo>
                  <a:pt x="21365" y="20132"/>
                  <a:pt x="21365" y="20132"/>
                  <a:pt x="21365" y="20132"/>
                </a:cubicBezTo>
                <a:cubicBezTo>
                  <a:pt x="19487" y="21600"/>
                  <a:pt x="19487" y="21600"/>
                  <a:pt x="19487" y="21600"/>
                </a:cubicBezTo>
                <a:cubicBezTo>
                  <a:pt x="16435" y="17825"/>
                  <a:pt x="16435" y="17825"/>
                  <a:pt x="16435" y="17825"/>
                </a:cubicBezTo>
                <a:cubicBezTo>
                  <a:pt x="14322" y="20342"/>
                  <a:pt x="14322" y="20342"/>
                  <a:pt x="14322" y="20342"/>
                </a:cubicBezTo>
                <a:lnTo>
                  <a:pt x="12209" y="11324"/>
                </a:lnTo>
                <a:close/>
              </a:path>
            </a:pathLst>
          </a:custGeom>
          <a:solidFill>
            <a:srgbClr val="454546"/>
          </a:solidFill>
          <a:ln w="25400">
            <a:miter lim="400000"/>
          </a:ln>
        </p:spPr>
        <p:txBody>
          <a:bodyPr lIns="45719" rIns="45719" anchor="ctr"/>
          <a:lstStyle/>
          <a:p>
            <a:pPr>
              <a:defRPr sz="1400"/>
            </a:pPr>
            <a:endParaRPr/>
          </a:p>
        </p:txBody>
      </p:sp>
      <p:sp>
        <p:nvSpPr>
          <p:cNvPr id="54" name="Shape"/>
          <p:cNvSpPr/>
          <p:nvPr/>
        </p:nvSpPr>
        <p:spPr>
          <a:xfrm>
            <a:off x="1484785" y="5585636"/>
            <a:ext cx="774825" cy="731436"/>
          </a:xfrm>
          <a:custGeom>
            <a:avLst/>
            <a:gdLst/>
            <a:ahLst/>
            <a:cxnLst>
              <a:cxn ang="0">
                <a:pos x="wd2" y="hd2"/>
              </a:cxn>
              <a:cxn ang="5400000">
                <a:pos x="wd2" y="hd2"/>
              </a:cxn>
              <a:cxn ang="10800000">
                <a:pos x="wd2" y="hd2"/>
              </a:cxn>
              <a:cxn ang="16200000">
                <a:pos x="wd2" y="hd2"/>
              </a:cxn>
            </a:cxnLst>
            <a:rect l="0" t="0" r="r" b="b"/>
            <a:pathLst>
              <a:path w="21124" h="21150" extrusionOk="0">
                <a:moveTo>
                  <a:pt x="9038" y="15041"/>
                </a:moveTo>
                <a:cubicBezTo>
                  <a:pt x="5335" y="18968"/>
                  <a:pt x="5335" y="18968"/>
                  <a:pt x="5335" y="18968"/>
                </a:cubicBezTo>
                <a:cubicBezTo>
                  <a:pt x="5130" y="19186"/>
                  <a:pt x="4924" y="19404"/>
                  <a:pt x="4718" y="19623"/>
                </a:cubicBezTo>
                <a:cubicBezTo>
                  <a:pt x="4512" y="20277"/>
                  <a:pt x="4512" y="20277"/>
                  <a:pt x="4512" y="20277"/>
                </a:cubicBezTo>
                <a:cubicBezTo>
                  <a:pt x="2661" y="21150"/>
                  <a:pt x="2661" y="21150"/>
                  <a:pt x="2661" y="21150"/>
                </a:cubicBezTo>
                <a:cubicBezTo>
                  <a:pt x="1838" y="20495"/>
                  <a:pt x="1838" y="20495"/>
                  <a:pt x="1838" y="20495"/>
                </a:cubicBezTo>
                <a:cubicBezTo>
                  <a:pt x="2867" y="18532"/>
                  <a:pt x="2867" y="18532"/>
                  <a:pt x="2867" y="18532"/>
                </a:cubicBezTo>
                <a:cubicBezTo>
                  <a:pt x="3278" y="18095"/>
                  <a:pt x="3278" y="18095"/>
                  <a:pt x="3278" y="18095"/>
                </a:cubicBezTo>
                <a:cubicBezTo>
                  <a:pt x="3690" y="18095"/>
                  <a:pt x="3895" y="17877"/>
                  <a:pt x="4101" y="17659"/>
                </a:cubicBezTo>
                <a:cubicBezTo>
                  <a:pt x="7804" y="13732"/>
                  <a:pt x="7804" y="13732"/>
                  <a:pt x="7804" y="13732"/>
                </a:cubicBezTo>
                <a:lnTo>
                  <a:pt x="9038" y="15041"/>
                </a:lnTo>
                <a:close/>
                <a:moveTo>
                  <a:pt x="11712" y="6968"/>
                </a:moveTo>
                <a:cubicBezTo>
                  <a:pt x="16650" y="1513"/>
                  <a:pt x="16650" y="1513"/>
                  <a:pt x="16650" y="1513"/>
                </a:cubicBezTo>
                <a:cubicBezTo>
                  <a:pt x="17678" y="423"/>
                  <a:pt x="19324" y="423"/>
                  <a:pt x="20352" y="1513"/>
                </a:cubicBezTo>
                <a:cubicBezTo>
                  <a:pt x="21381" y="2604"/>
                  <a:pt x="21381" y="4350"/>
                  <a:pt x="20352" y="5441"/>
                </a:cubicBezTo>
                <a:cubicBezTo>
                  <a:pt x="15415" y="10895"/>
                  <a:pt x="15415" y="10895"/>
                  <a:pt x="15415" y="10895"/>
                </a:cubicBezTo>
                <a:cubicBezTo>
                  <a:pt x="14387" y="9804"/>
                  <a:pt x="14387" y="9804"/>
                  <a:pt x="14387" y="9804"/>
                </a:cubicBezTo>
                <a:cubicBezTo>
                  <a:pt x="19324" y="4786"/>
                  <a:pt x="19324" y="4786"/>
                  <a:pt x="19324" y="4786"/>
                </a:cubicBezTo>
                <a:cubicBezTo>
                  <a:pt x="19530" y="4568"/>
                  <a:pt x="19530" y="4350"/>
                  <a:pt x="19324" y="4132"/>
                </a:cubicBezTo>
                <a:cubicBezTo>
                  <a:pt x="19118" y="4132"/>
                  <a:pt x="18912" y="4132"/>
                  <a:pt x="18707" y="4132"/>
                </a:cubicBezTo>
                <a:cubicBezTo>
                  <a:pt x="13975" y="9368"/>
                  <a:pt x="13975" y="9368"/>
                  <a:pt x="13975" y="9368"/>
                </a:cubicBezTo>
                <a:cubicBezTo>
                  <a:pt x="13152" y="8495"/>
                  <a:pt x="13152" y="8495"/>
                  <a:pt x="13152" y="8495"/>
                </a:cubicBezTo>
                <a:cubicBezTo>
                  <a:pt x="17884" y="3477"/>
                  <a:pt x="17884" y="3477"/>
                  <a:pt x="17884" y="3477"/>
                </a:cubicBezTo>
                <a:cubicBezTo>
                  <a:pt x="18090" y="3259"/>
                  <a:pt x="18090" y="3041"/>
                  <a:pt x="17884" y="2823"/>
                </a:cubicBezTo>
                <a:cubicBezTo>
                  <a:pt x="17884" y="2604"/>
                  <a:pt x="17678" y="2604"/>
                  <a:pt x="17472" y="2823"/>
                </a:cubicBezTo>
                <a:cubicBezTo>
                  <a:pt x="12535" y="7841"/>
                  <a:pt x="12535" y="7841"/>
                  <a:pt x="12535" y="7841"/>
                </a:cubicBezTo>
                <a:lnTo>
                  <a:pt x="11712" y="6968"/>
                </a:lnTo>
                <a:close/>
                <a:moveTo>
                  <a:pt x="17678" y="19841"/>
                </a:moveTo>
                <a:cubicBezTo>
                  <a:pt x="17267" y="19841"/>
                  <a:pt x="16855" y="19404"/>
                  <a:pt x="16855" y="18750"/>
                </a:cubicBezTo>
                <a:cubicBezTo>
                  <a:pt x="16855" y="18313"/>
                  <a:pt x="17267" y="17877"/>
                  <a:pt x="17678" y="17877"/>
                </a:cubicBezTo>
                <a:cubicBezTo>
                  <a:pt x="18295" y="17877"/>
                  <a:pt x="18707" y="18313"/>
                  <a:pt x="18707" y="18750"/>
                </a:cubicBezTo>
                <a:cubicBezTo>
                  <a:pt x="18707" y="19404"/>
                  <a:pt x="18295" y="19841"/>
                  <a:pt x="17678" y="19841"/>
                </a:cubicBezTo>
                <a:close/>
                <a:moveTo>
                  <a:pt x="19324" y="17441"/>
                </a:moveTo>
                <a:cubicBezTo>
                  <a:pt x="9655" y="6968"/>
                  <a:pt x="9655" y="6968"/>
                  <a:pt x="9655" y="6968"/>
                </a:cubicBezTo>
                <a:cubicBezTo>
                  <a:pt x="9038" y="6532"/>
                  <a:pt x="8832" y="5877"/>
                  <a:pt x="8832" y="5223"/>
                </a:cubicBezTo>
                <a:cubicBezTo>
                  <a:pt x="9038" y="3695"/>
                  <a:pt x="8627" y="2386"/>
                  <a:pt x="7598" y="1295"/>
                </a:cubicBezTo>
                <a:cubicBezTo>
                  <a:pt x="6364" y="-14"/>
                  <a:pt x="4512" y="-232"/>
                  <a:pt x="3072" y="204"/>
                </a:cubicBezTo>
                <a:cubicBezTo>
                  <a:pt x="5952" y="3259"/>
                  <a:pt x="5952" y="3259"/>
                  <a:pt x="5952" y="3259"/>
                </a:cubicBezTo>
                <a:cubicBezTo>
                  <a:pt x="5952" y="4568"/>
                  <a:pt x="4307" y="6313"/>
                  <a:pt x="3072" y="6313"/>
                </a:cubicBezTo>
                <a:cubicBezTo>
                  <a:pt x="192" y="3259"/>
                  <a:pt x="192" y="3259"/>
                  <a:pt x="192" y="3259"/>
                </a:cubicBezTo>
                <a:cubicBezTo>
                  <a:pt x="-219" y="4786"/>
                  <a:pt x="-13" y="6750"/>
                  <a:pt x="1221" y="8059"/>
                </a:cubicBezTo>
                <a:cubicBezTo>
                  <a:pt x="2250" y="9150"/>
                  <a:pt x="3484" y="9586"/>
                  <a:pt x="4924" y="9368"/>
                </a:cubicBezTo>
                <a:cubicBezTo>
                  <a:pt x="5541" y="9368"/>
                  <a:pt x="6158" y="9586"/>
                  <a:pt x="6570" y="10241"/>
                </a:cubicBezTo>
                <a:cubicBezTo>
                  <a:pt x="16444" y="20495"/>
                  <a:pt x="16444" y="20495"/>
                  <a:pt x="16444" y="20495"/>
                </a:cubicBezTo>
                <a:cubicBezTo>
                  <a:pt x="17267" y="21368"/>
                  <a:pt x="18501" y="21368"/>
                  <a:pt x="19324" y="20495"/>
                </a:cubicBezTo>
                <a:cubicBezTo>
                  <a:pt x="20147" y="19623"/>
                  <a:pt x="20147" y="18313"/>
                  <a:pt x="19324" y="17441"/>
                </a:cubicBezTo>
                <a:close/>
              </a:path>
            </a:pathLst>
          </a:custGeom>
          <a:solidFill>
            <a:srgbClr val="454546"/>
          </a:solidFill>
          <a:ln w="25400">
            <a:miter lim="400000"/>
          </a:ln>
        </p:spPr>
        <p:txBody>
          <a:bodyPr lIns="45719" rIns="45719" anchor="ctr"/>
          <a:lstStyle/>
          <a:p>
            <a:pPr>
              <a:defRPr sz="1400"/>
            </a:pPr>
            <a:endParaRPr/>
          </a:p>
        </p:txBody>
      </p:sp>
      <p:sp>
        <p:nvSpPr>
          <p:cNvPr id="55" name="Shape"/>
          <p:cNvSpPr/>
          <p:nvPr/>
        </p:nvSpPr>
        <p:spPr>
          <a:xfrm rot="3025671">
            <a:off x="1508524" y="8774553"/>
            <a:ext cx="727344" cy="953648"/>
          </a:xfrm>
          <a:custGeom>
            <a:avLst/>
            <a:gdLst/>
            <a:ahLst/>
            <a:cxnLst>
              <a:cxn ang="0">
                <a:pos x="wd2" y="hd2"/>
              </a:cxn>
              <a:cxn ang="5400000">
                <a:pos x="wd2" y="hd2"/>
              </a:cxn>
              <a:cxn ang="10800000">
                <a:pos x="wd2" y="hd2"/>
              </a:cxn>
              <a:cxn ang="16200000">
                <a:pos x="wd2" y="hd2"/>
              </a:cxn>
            </a:cxnLst>
            <a:rect l="0" t="0" r="r" b="b"/>
            <a:pathLst>
              <a:path w="21355" h="21600" extrusionOk="0">
                <a:moveTo>
                  <a:pt x="10710" y="1887"/>
                </a:moveTo>
                <a:cubicBezTo>
                  <a:pt x="12027" y="2726"/>
                  <a:pt x="12817" y="3565"/>
                  <a:pt x="13344" y="4614"/>
                </a:cubicBezTo>
                <a:cubicBezTo>
                  <a:pt x="12027" y="5033"/>
                  <a:pt x="9393" y="5033"/>
                  <a:pt x="8076" y="4614"/>
                </a:cubicBezTo>
                <a:cubicBezTo>
                  <a:pt x="8603" y="3565"/>
                  <a:pt x="9393" y="2726"/>
                  <a:pt x="10710" y="1887"/>
                </a:cubicBezTo>
                <a:close/>
                <a:moveTo>
                  <a:pt x="10710" y="0"/>
                </a:moveTo>
                <a:cubicBezTo>
                  <a:pt x="2808" y="4194"/>
                  <a:pt x="4915" y="10066"/>
                  <a:pt x="7549" y="18874"/>
                </a:cubicBezTo>
                <a:cubicBezTo>
                  <a:pt x="13871" y="18874"/>
                  <a:pt x="13871" y="18874"/>
                  <a:pt x="13871" y="18874"/>
                </a:cubicBezTo>
                <a:cubicBezTo>
                  <a:pt x="16505" y="9647"/>
                  <a:pt x="18612" y="4194"/>
                  <a:pt x="10710" y="0"/>
                </a:cubicBezTo>
                <a:close/>
                <a:moveTo>
                  <a:pt x="12817" y="19922"/>
                </a:moveTo>
                <a:cubicBezTo>
                  <a:pt x="8603" y="19922"/>
                  <a:pt x="8603" y="19922"/>
                  <a:pt x="8603" y="19922"/>
                </a:cubicBezTo>
                <a:cubicBezTo>
                  <a:pt x="9130" y="21600"/>
                  <a:pt x="9130" y="21600"/>
                  <a:pt x="9130" y="21600"/>
                </a:cubicBezTo>
                <a:cubicBezTo>
                  <a:pt x="12554" y="21600"/>
                  <a:pt x="12554" y="21600"/>
                  <a:pt x="12554" y="21600"/>
                </a:cubicBezTo>
                <a:lnTo>
                  <a:pt x="12817" y="19922"/>
                </a:lnTo>
                <a:close/>
                <a:moveTo>
                  <a:pt x="20983" y="18664"/>
                </a:moveTo>
                <a:cubicBezTo>
                  <a:pt x="17295" y="13631"/>
                  <a:pt x="17295" y="13631"/>
                  <a:pt x="17295" y="13631"/>
                </a:cubicBezTo>
                <a:cubicBezTo>
                  <a:pt x="17032" y="14889"/>
                  <a:pt x="15978" y="18664"/>
                  <a:pt x="15715" y="19083"/>
                </a:cubicBezTo>
                <a:cubicBezTo>
                  <a:pt x="20983" y="21600"/>
                  <a:pt x="20983" y="21600"/>
                  <a:pt x="20983" y="21600"/>
                </a:cubicBezTo>
                <a:cubicBezTo>
                  <a:pt x="21247" y="20551"/>
                  <a:pt x="21247" y="20551"/>
                  <a:pt x="21247" y="20551"/>
                </a:cubicBezTo>
                <a:cubicBezTo>
                  <a:pt x="21510" y="19922"/>
                  <a:pt x="21247" y="19293"/>
                  <a:pt x="20983" y="18664"/>
                </a:cubicBezTo>
                <a:close/>
                <a:moveTo>
                  <a:pt x="5442" y="19083"/>
                </a:moveTo>
                <a:cubicBezTo>
                  <a:pt x="437" y="21600"/>
                  <a:pt x="437" y="21600"/>
                  <a:pt x="437" y="21600"/>
                </a:cubicBezTo>
                <a:cubicBezTo>
                  <a:pt x="173" y="20551"/>
                  <a:pt x="173" y="20551"/>
                  <a:pt x="173" y="20551"/>
                </a:cubicBezTo>
                <a:cubicBezTo>
                  <a:pt x="-90" y="19922"/>
                  <a:pt x="-90" y="19293"/>
                  <a:pt x="437" y="18664"/>
                </a:cubicBezTo>
                <a:cubicBezTo>
                  <a:pt x="4125" y="13631"/>
                  <a:pt x="4125" y="13631"/>
                  <a:pt x="4125" y="13631"/>
                </a:cubicBezTo>
                <a:cubicBezTo>
                  <a:pt x="4388" y="15309"/>
                  <a:pt x="5442" y="18874"/>
                  <a:pt x="5442" y="19083"/>
                </a:cubicBezTo>
                <a:close/>
              </a:path>
            </a:pathLst>
          </a:custGeom>
          <a:solidFill>
            <a:srgbClr val="454546"/>
          </a:solidFill>
          <a:ln w="12700">
            <a:miter lim="400000"/>
          </a:ln>
        </p:spPr>
        <p:txBody>
          <a:bodyPr lIns="109727" tIns="109727" rIns="109727" bIns="109727"/>
          <a:lstStyle/>
          <a:p>
            <a:endParaRPr/>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91424" y="11925716"/>
            <a:ext cx="1495244" cy="1509808"/>
          </a:xfrm>
          <a:prstGeom prst="rect">
            <a:avLst/>
          </a:prstGeom>
        </p:spPr>
      </p:pic>
    </p:spTree>
    <p:extLst>
      <p:ext uri="{BB962C8B-B14F-4D97-AF65-F5344CB8AC3E}">
        <p14:creationId xmlns:p14="http://schemas.microsoft.com/office/powerpoint/2010/main" val="1556938204"/>
      </p:ext>
    </p:extLst>
  </p:cSld>
  <p:clrMapOvr>
    <a:masterClrMapping/>
  </p:clrMapOvr>
  <mc:AlternateContent xmlns:mc="http://schemas.openxmlformats.org/markup-compatibility/2006" xmlns:p14="http://schemas.microsoft.com/office/powerpoint/2010/main">
    <mc:Choice Requires="p14">
      <p:transition spd="slow">
        <p:pull/>
      </p:transition>
    </mc:Choice>
    <mc:Fallback xmlns="">
      <p:transition spd="med">
        <p:fade/>
      </p:transition>
    </mc:Fallback>
  </mc:AlternateContent>
</p:sld>
</file>

<file path=ppt/theme/theme1.xml><?xml version="1.0" encoding="utf-8"?>
<a:theme xmlns:a="http://schemas.openxmlformats.org/drawingml/2006/main" name="Default">
  <a:themeElements>
    <a:clrScheme name="Default">
      <a:dk1>
        <a:srgbClr val="44546A"/>
      </a:dk1>
      <a:lt1>
        <a:srgbClr val="FFFFFF"/>
      </a:lt1>
      <a:dk2>
        <a:srgbClr val="A7A7A7"/>
      </a:dk2>
      <a:lt2>
        <a:srgbClr val="535353"/>
      </a:lt2>
      <a:accent1>
        <a:srgbClr val="ED6B49"/>
      </a:accent1>
      <a:accent2>
        <a:srgbClr val="BFBFBF"/>
      </a:accent2>
      <a:accent3>
        <a:srgbClr val="7F7F7F"/>
      </a:accent3>
      <a:accent4>
        <a:srgbClr val="6B6B6B"/>
      </a:accent4>
      <a:accent5>
        <a:srgbClr val="8F8F8F"/>
      </a:accent5>
      <a:accent6>
        <a:srgbClr val="6E6E6E"/>
      </a:accent6>
      <a:hlink>
        <a:srgbClr val="0000FF"/>
      </a:hlink>
      <a:folHlink>
        <a:srgbClr val="FF00FF"/>
      </a:folHlink>
    </a:clrScheme>
    <a:fontScheme name="Default">
      <a:majorFont>
        <a:latin typeface="Helvetica"/>
        <a:ea typeface="Helvetica"/>
        <a:cs typeface="Helvetica"/>
      </a:majorFont>
      <a:minorFont>
        <a:latin typeface="Avenir Roman"/>
        <a:ea typeface="Avenir Roman"/>
        <a:cs typeface="Avenir Roman"/>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4">
            <a:lumOff val="58054"/>
          </a:schemeClr>
        </a:solidFill>
        <a:ln w="25400" cap="flat">
          <a:solidFill>
            <a:schemeClr val="accent1"/>
          </a:solidFill>
          <a:prstDash val="solid"/>
          <a:miter lim="800000"/>
        </a:ln>
        <a:effectLst/>
        <a:sp3d/>
      </a:spPr>
      <a:bodyPr rot="0" spcFirstLastPara="1" vertOverflow="overflow" horzOverflow="overflow" vert="horz" wrap="square" lIns="109727" tIns="109727" rIns="109727" bIns="109727" numCol="1" spcCol="38100" rtlCol="0" anchor="ctr">
        <a:spAutoFit/>
      </a:bodyPr>
      <a:lstStyle>
        <a:defPPr marL="0" marR="0" indent="0" algn="l" defTabSz="7132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44546A"/>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25400" cap="flat">
          <a:noFill/>
          <a:miter lim="400000"/>
        </a:ln>
        <a:effectLst/>
        <a:sp3d/>
      </a:spPr>
      <a:bodyPr rot="0" spcFirstLastPara="1" vertOverflow="overflow" horzOverflow="overflow" vert="horz" wrap="square" lIns="109727" tIns="109727" rIns="109727" bIns="109727" numCol="1" spcCol="38100" rtlCol="0" anchor="t">
        <a:spAutoFit/>
      </a:bodyPr>
      <a:lstStyle>
        <a:defPPr marL="0" marR="0" indent="0" algn="l" defTabSz="7132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44546A"/>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ED6B49"/>
      </a:accent1>
      <a:accent2>
        <a:srgbClr val="BFBFBF"/>
      </a:accent2>
      <a:accent3>
        <a:srgbClr val="7F7F7F"/>
      </a:accent3>
      <a:accent4>
        <a:srgbClr val="6B6B6B"/>
      </a:accent4>
      <a:accent5>
        <a:srgbClr val="8F8F8F"/>
      </a:accent5>
      <a:accent6>
        <a:srgbClr val="6E6E6E"/>
      </a:accent6>
      <a:hlink>
        <a:srgbClr val="0000FF"/>
      </a:hlink>
      <a:folHlink>
        <a:srgbClr val="FF00FF"/>
      </a:folHlink>
    </a:clrScheme>
    <a:fontScheme name="Default">
      <a:majorFont>
        <a:latin typeface="Helvetica"/>
        <a:ea typeface="Helvetica"/>
        <a:cs typeface="Helvetica"/>
      </a:majorFont>
      <a:minorFont>
        <a:latin typeface="Avenir Roman"/>
        <a:ea typeface="Avenir Roman"/>
        <a:cs typeface="Avenir Roman"/>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4">
            <a:lumOff val="58054"/>
          </a:schemeClr>
        </a:solidFill>
        <a:ln w="25400" cap="flat">
          <a:solidFill>
            <a:schemeClr val="accent1"/>
          </a:solidFill>
          <a:prstDash val="solid"/>
          <a:miter lim="800000"/>
        </a:ln>
        <a:effectLst/>
        <a:sp3d/>
      </a:spPr>
      <a:bodyPr rot="0" spcFirstLastPara="1" vertOverflow="overflow" horzOverflow="overflow" vert="horz" wrap="square" lIns="109727" tIns="109727" rIns="109727" bIns="109727" numCol="1" spcCol="38100" rtlCol="0" anchor="ctr">
        <a:spAutoFit/>
      </a:bodyPr>
      <a:lstStyle>
        <a:defPPr marL="0" marR="0" indent="0" algn="l" defTabSz="7132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44546A"/>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25400" cap="flat">
          <a:noFill/>
          <a:miter lim="400000"/>
        </a:ln>
        <a:effectLst/>
        <a:sp3d/>
      </a:spPr>
      <a:bodyPr rot="0" spcFirstLastPara="1" vertOverflow="overflow" horzOverflow="overflow" vert="horz" wrap="square" lIns="109727" tIns="109727" rIns="109727" bIns="109727" numCol="1" spcCol="38100" rtlCol="0" anchor="t">
        <a:spAutoFit/>
      </a:bodyPr>
      <a:lstStyle>
        <a:defPPr marL="0" marR="0" indent="0" algn="l" defTabSz="7132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44546A"/>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305</TotalTime>
  <Words>103</Words>
  <Application>Microsoft Macintosh PowerPoint</Application>
  <PresentationFormat>Custom</PresentationFormat>
  <Paragraphs>49</Paragraphs>
  <Slides>2</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vt:i4>
      </vt:variant>
    </vt:vector>
  </HeadingPairs>
  <TitlesOfParts>
    <vt:vector size="12" baseType="lpstr">
      <vt:lpstr>Arial</vt:lpstr>
      <vt:lpstr>Avenir Book</vt:lpstr>
      <vt:lpstr>Avenir Heavy</vt:lpstr>
      <vt:lpstr>Avenir Roman</vt:lpstr>
      <vt:lpstr>Calibri</vt:lpstr>
      <vt:lpstr>Helvetica</vt:lpstr>
      <vt:lpstr>Helvetica Light</vt:lpstr>
      <vt:lpstr>PT Sans Narrow</vt:lpstr>
      <vt:lpstr>Wingdings</vt:lpstr>
      <vt:lpstr>Default</vt:lpstr>
      <vt:lpstr>PowerPoint Presentation</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Travis Jordan</cp:lastModifiedBy>
  <cp:revision>66</cp:revision>
  <cp:lastPrinted>2018-11-24T19:01:29Z</cp:lastPrinted>
  <dcterms:modified xsi:type="dcterms:W3CDTF">2018-11-24T19:01:33Z</dcterms:modified>
</cp:coreProperties>
</file>